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3"/>
  </p:sldMasterIdLst>
  <p:notesMasterIdLst>
    <p:notesMasterId r:id="rId9"/>
  </p:notesMasterIdLst>
  <p:sldIdLst>
    <p:sldId id="256" r:id="rId4"/>
    <p:sldId id="576" r:id="rId5"/>
    <p:sldId id="347" r:id="rId6"/>
    <p:sldId id="258" r:id="rId7"/>
    <p:sldId id="580" r:id="rId8"/>
    <p:sldId id="581" r:id="rId10"/>
    <p:sldId id="582" r:id="rId11"/>
    <p:sldId id="351" r:id="rId12"/>
    <p:sldId id="437" r:id="rId13"/>
    <p:sldId id="583" r:id="rId14"/>
    <p:sldId id="584" r:id="rId15"/>
    <p:sldId id="585" r:id="rId16"/>
    <p:sldId id="445" r:id="rId17"/>
    <p:sldId id="441" r:id="rId18"/>
    <p:sldId id="586" r:id="rId19"/>
    <p:sldId id="587" r:id="rId20"/>
    <p:sldId id="588" r:id="rId21"/>
    <p:sldId id="451" r:id="rId22"/>
    <p:sldId id="589" r:id="rId23"/>
    <p:sldId id="590" r:id="rId24"/>
    <p:sldId id="591" r:id="rId25"/>
    <p:sldId id="592" r:id="rId26"/>
    <p:sldId id="486" r:id="rId27"/>
    <p:sldId id="593" r:id="rId28"/>
    <p:sldId id="594" r:id="rId29"/>
    <p:sldId id="595" r:id="rId30"/>
    <p:sldId id="596" r:id="rId31"/>
    <p:sldId id="597" r:id="rId32"/>
    <p:sldId id="598" r:id="rId33"/>
    <p:sldId id="602" r:id="rId34"/>
    <p:sldId id="599" r:id="rId35"/>
    <p:sldId id="600" r:id="rId36"/>
    <p:sldId id="601" r:id="rId37"/>
    <p:sldId id="603" r:id="rId38"/>
    <p:sldId id="604" r:id="rId39"/>
    <p:sldId id="605" r:id="rId40"/>
    <p:sldId id="446" r:id="rId41"/>
    <p:sldId id="607" r:id="rId42"/>
    <p:sldId id="447" r:id="rId43"/>
    <p:sldId id="608" r:id="rId44"/>
    <p:sldId id="609" r:id="rId45"/>
    <p:sldId id="263" r:id="rId46"/>
    <p:sldId id="493" r:id="rId47"/>
    <p:sldId id="495" r:id="rId48"/>
    <p:sldId id="496" r:id="rId49"/>
    <p:sldId id="616" r:id="rId50"/>
    <p:sldId id="610" r:id="rId51"/>
    <p:sldId id="611" r:id="rId52"/>
    <p:sldId id="617" r:id="rId53"/>
    <p:sldId id="618" r:id="rId54"/>
    <p:sldId id="612" r:id="rId55"/>
    <p:sldId id="613" r:id="rId56"/>
    <p:sldId id="619" r:id="rId57"/>
    <p:sldId id="614" r:id="rId58"/>
    <p:sldId id="620" r:id="rId59"/>
    <p:sldId id="621" r:id="rId60"/>
    <p:sldId id="622" r:id="rId61"/>
    <p:sldId id="615" r:id="rId62"/>
    <p:sldId id="271" r:id="rId63"/>
    <p:sldId id="373" r:id="rId64"/>
    <p:sldId id="660" r:id="rId65"/>
    <p:sldId id="661" r:id="rId66"/>
    <p:sldId id="662" r:id="rId67"/>
    <p:sldId id="663" r:id="rId68"/>
    <p:sldId id="664" r:id="rId69"/>
    <p:sldId id="665" r:id="rId70"/>
    <p:sldId id="666" r:id="rId71"/>
    <p:sldId id="667" r:id="rId72"/>
    <p:sldId id="668" r:id="rId73"/>
    <p:sldId id="669" r:id="rId74"/>
    <p:sldId id="670" r:id="rId75"/>
    <p:sldId id="497" r:id="rId76"/>
    <p:sldId id="498" r:id="rId77"/>
    <p:sldId id="671" r:id="rId78"/>
    <p:sldId id="673" r:id="rId79"/>
    <p:sldId id="672" r:id="rId80"/>
    <p:sldId id="674" r:id="rId81"/>
    <p:sldId id="272" r:id="rId82"/>
    <p:sldId id="386" r:id="rId83"/>
    <p:sldId id="623" r:id="rId84"/>
    <p:sldId id="624" r:id="rId85"/>
    <p:sldId id="628" r:id="rId86"/>
    <p:sldId id="629" r:id="rId87"/>
    <p:sldId id="625" r:id="rId88"/>
    <p:sldId id="500" r:id="rId89"/>
    <p:sldId id="501" r:id="rId90"/>
    <p:sldId id="630" r:id="rId91"/>
    <p:sldId id="631" r:id="rId92"/>
    <p:sldId id="577" r:id="rId93"/>
    <p:sldId id="675" r:id="rId94"/>
    <p:sldId id="676" r:id="rId95"/>
    <p:sldId id="677" r:id="rId96"/>
    <p:sldId id="678" r:id="rId97"/>
    <p:sldId id="680" r:id="rId98"/>
    <p:sldId id="681" r:id="rId99"/>
    <p:sldId id="679" r:id="rId100"/>
    <p:sldId id="683" r:id="rId101"/>
    <p:sldId id="684" r:id="rId102"/>
    <p:sldId id="685" r:id="rId103"/>
    <p:sldId id="686" r:id="rId104"/>
    <p:sldId id="721" r:id="rId105"/>
    <p:sldId id="690" r:id="rId106"/>
    <p:sldId id="687" r:id="rId107"/>
    <p:sldId id="688" r:id="rId108"/>
    <p:sldId id="689" r:id="rId109"/>
    <p:sldId id="691" r:id="rId110"/>
    <p:sldId id="692" r:id="rId111"/>
    <p:sldId id="693" r:id="rId112"/>
    <p:sldId id="694" r:id="rId113"/>
    <p:sldId id="695" r:id="rId114"/>
    <p:sldId id="696" r:id="rId115"/>
    <p:sldId id="697" r:id="rId116"/>
    <p:sldId id="698" r:id="rId117"/>
    <p:sldId id="699" r:id="rId118"/>
    <p:sldId id="722" r:id="rId119"/>
    <p:sldId id="700" r:id="rId120"/>
    <p:sldId id="701" r:id="rId121"/>
    <p:sldId id="702" r:id="rId122"/>
    <p:sldId id="502" r:id="rId123"/>
    <p:sldId id="503" r:id="rId124"/>
    <p:sldId id="709" r:id="rId125"/>
    <p:sldId id="710" r:id="rId126"/>
    <p:sldId id="711" r:id="rId127"/>
    <p:sldId id="706" r:id="rId128"/>
    <p:sldId id="712" r:id="rId129"/>
    <p:sldId id="713" r:id="rId130"/>
    <p:sldId id="714" r:id="rId131"/>
    <p:sldId id="715" r:id="rId132"/>
    <p:sldId id="716" r:id="rId133"/>
    <p:sldId id="718" r:id="rId134"/>
    <p:sldId id="717" r:id="rId135"/>
    <p:sldId id="505" r:id="rId136"/>
    <p:sldId id="506" r:id="rId137"/>
    <p:sldId id="719" r:id="rId138"/>
    <p:sldId id="720" r:id="rId139"/>
    <p:sldId id="578" r:id="rId140"/>
    <p:sldId id="632" r:id="rId141"/>
    <p:sldId id="633" r:id="rId142"/>
    <p:sldId id="634" r:id="rId143"/>
    <p:sldId id="637" r:id="rId144"/>
    <p:sldId id="635" r:id="rId145"/>
    <p:sldId id="638" r:id="rId146"/>
    <p:sldId id="723" r:id="rId147"/>
    <p:sldId id="640" r:id="rId148"/>
    <p:sldId id="724" r:id="rId149"/>
    <p:sldId id="641" r:id="rId150"/>
    <p:sldId id="642" r:id="rId151"/>
    <p:sldId id="507" r:id="rId152"/>
    <p:sldId id="508" r:id="rId153"/>
    <p:sldId id="643" r:id="rId154"/>
    <p:sldId id="645" r:id="rId155"/>
    <p:sldId id="639" r:id="rId156"/>
    <p:sldId id="510" r:id="rId157"/>
    <p:sldId id="511" r:id="rId158"/>
    <p:sldId id="647" r:id="rId159"/>
    <p:sldId id="648" r:id="rId160"/>
    <p:sldId id="649" r:id="rId161"/>
    <p:sldId id="527" r:id="rId162"/>
    <p:sldId id="528" r:id="rId163"/>
    <p:sldId id="652" r:id="rId164"/>
    <p:sldId id="650" r:id="rId165"/>
    <p:sldId id="651" r:id="rId166"/>
    <p:sldId id="653" r:id="rId167"/>
    <p:sldId id="655" r:id="rId168"/>
    <p:sldId id="654" r:id="rId169"/>
    <p:sldId id="658" r:id="rId170"/>
    <p:sldId id="656" r:id="rId171"/>
    <p:sldId id="533" r:id="rId172"/>
    <p:sldId id="532" r:id="rId173"/>
    <p:sldId id="659" r:id="rId174"/>
    <p:sldId id="346" r:id="rId175"/>
    <p:sldId id="340" r:id="rId176"/>
    <p:sldId id="579" r:id="rId177"/>
    <p:sldId id="342" r:id="rId178"/>
    <p:sldId id="343" r:id="rId17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本章内容及目标" id="{507AC300-0E1B-4739-B2AC-552514678E41}">
          <p14:sldIdLst>
            <p14:sldId id="256"/>
            <p14:sldId id="576"/>
            <p14:sldId id="347"/>
          </p14:sldIdLst>
        </p14:section>
        <p14:section name="7.1 文本文件" id="{79FFA02F-983E-43C5-A455-D9A57E07CB3E}">
          <p14:sldIdLst>
            <p14:sldId id="258"/>
            <p14:sldId id="580"/>
            <p14:sldId id="581"/>
            <p14:sldId id="582"/>
            <p14:sldId id="351"/>
            <p14:sldId id="437"/>
            <p14:sldId id="583"/>
            <p14:sldId id="584"/>
            <p14:sldId id="585"/>
            <p14:sldId id="445"/>
            <p14:sldId id="441"/>
            <p14:sldId id="586"/>
            <p14:sldId id="587"/>
            <p14:sldId id="588"/>
            <p14:sldId id="451"/>
            <p14:sldId id="589"/>
            <p14:sldId id="590"/>
            <p14:sldId id="591"/>
            <p14:sldId id="592"/>
            <p14:sldId id="486"/>
            <p14:sldId id="593"/>
            <p14:sldId id="594"/>
            <p14:sldId id="595"/>
            <p14:sldId id="596"/>
            <p14:sldId id="597"/>
            <p14:sldId id="598"/>
            <p14:sldId id="602"/>
            <p14:sldId id="599"/>
            <p14:sldId id="600"/>
            <p14:sldId id="601"/>
            <p14:sldId id="603"/>
            <p14:sldId id="604"/>
            <p14:sldId id="605"/>
            <p14:sldId id="446"/>
            <p14:sldId id="607"/>
            <p14:sldId id="447"/>
            <p14:sldId id="608"/>
            <p14:sldId id="609"/>
          </p14:sldIdLst>
        </p14:section>
        <p14:section name="7.2 CSV 格式文件" id="{4E8D7F8C-BBCE-422F-B99E-98AD3C65023C}">
          <p14:sldIdLst>
            <p14:sldId id="263"/>
            <p14:sldId id="493"/>
            <p14:sldId id="495"/>
            <p14:sldId id="496"/>
            <p14:sldId id="616"/>
            <p14:sldId id="610"/>
            <p14:sldId id="611"/>
            <p14:sldId id="617"/>
            <p14:sldId id="618"/>
            <p14:sldId id="612"/>
            <p14:sldId id="613"/>
            <p14:sldId id="619"/>
            <p14:sldId id="614"/>
            <p14:sldId id="620"/>
            <p14:sldId id="621"/>
            <p14:sldId id="622"/>
            <p14:sldId id="615"/>
          </p14:sldIdLst>
        </p14:section>
        <p14:section name="7.3 JSON 文件" id="{F1FAB160-F5C4-47E8-A393-08C9B5166FB9}">
          <p14:sldIdLst>
            <p14:sldId id="271"/>
            <p14:sldId id="373"/>
            <p14:sldId id="660"/>
            <p14:sldId id="661"/>
            <p14:sldId id="662"/>
            <p14:sldId id="663"/>
            <p14:sldId id="664"/>
            <p14:sldId id="665"/>
            <p14:sldId id="666"/>
            <p14:sldId id="667"/>
            <p14:sldId id="668"/>
            <p14:sldId id="669"/>
            <p14:sldId id="670"/>
            <p14:sldId id="497"/>
            <p14:sldId id="498"/>
            <p14:sldId id="671"/>
            <p14:sldId id="673"/>
            <p14:sldId id="672"/>
            <p14:sldId id="674"/>
          </p14:sldIdLst>
        </p14:section>
        <p14:section name="7.4 文件与文件夹操作" id="{BB681DA6-0882-4BC6-B516-452146A574D2}">
          <p14:sldIdLst>
            <p14:sldId id="272"/>
            <p14:sldId id="386"/>
            <p14:sldId id="623"/>
            <p14:sldId id="624"/>
            <p14:sldId id="628"/>
            <p14:sldId id="629"/>
            <p14:sldId id="625"/>
            <p14:sldId id="500"/>
            <p14:sldId id="501"/>
            <p14:sldId id="630"/>
            <p14:sldId id="631"/>
          </p14:sldIdLst>
        </p14:section>
        <p14:section name="7.5 numpy" id="{8DE37087-87BB-4F85-995E-555A71FACD1F}">
          <p14:sldIdLst>
            <p14:sldId id="577"/>
            <p14:sldId id="675"/>
            <p14:sldId id="676"/>
            <p14:sldId id="677"/>
            <p14:sldId id="678"/>
            <p14:sldId id="680"/>
            <p14:sldId id="681"/>
            <p14:sldId id="679"/>
            <p14:sldId id="683"/>
            <p14:sldId id="684"/>
            <p14:sldId id="685"/>
            <p14:sldId id="686"/>
            <p14:sldId id="721"/>
            <p14:sldId id="690"/>
            <p14:sldId id="687"/>
            <p14:sldId id="688"/>
            <p14:sldId id="689"/>
            <p14:sldId id="691"/>
            <p14:sldId id="692"/>
            <p14:sldId id="693"/>
            <p14:sldId id="694"/>
            <p14:sldId id="695"/>
            <p14:sldId id="696"/>
            <p14:sldId id="697"/>
            <p14:sldId id="698"/>
            <p14:sldId id="699"/>
            <p14:sldId id="722"/>
            <p14:sldId id="700"/>
            <p14:sldId id="701"/>
            <p14:sldId id="702"/>
            <p14:sldId id="502"/>
            <p14:sldId id="503"/>
            <p14:sldId id="709"/>
            <p14:sldId id="710"/>
            <p14:sldId id="711"/>
            <p14:sldId id="706"/>
            <p14:sldId id="712"/>
            <p14:sldId id="713"/>
            <p14:sldId id="714"/>
            <p14:sldId id="715"/>
            <p14:sldId id="716"/>
            <p14:sldId id="718"/>
            <p14:sldId id="717"/>
            <p14:sldId id="505"/>
            <p14:sldId id="506"/>
            <p14:sldId id="719"/>
            <p14:sldId id="720"/>
          </p14:sldIdLst>
        </p14:section>
        <p14:section name="7.6 pandas" id="{32D97705-E26B-4D84-B938-66330EC17914}">
          <p14:sldIdLst>
            <p14:sldId id="578"/>
            <p14:sldId id="632"/>
            <p14:sldId id="633"/>
            <p14:sldId id="634"/>
            <p14:sldId id="637"/>
            <p14:sldId id="635"/>
            <p14:sldId id="638"/>
            <p14:sldId id="723"/>
            <p14:sldId id="640"/>
            <p14:sldId id="724"/>
            <p14:sldId id="641"/>
            <p14:sldId id="642"/>
            <p14:sldId id="507"/>
            <p14:sldId id="508"/>
            <p14:sldId id="643"/>
            <p14:sldId id="645"/>
            <p14:sldId id="639"/>
            <p14:sldId id="510"/>
            <p14:sldId id="511"/>
            <p14:sldId id="647"/>
            <p14:sldId id="648"/>
            <p14:sldId id="649"/>
            <p14:sldId id="527"/>
            <p14:sldId id="528"/>
            <p14:sldId id="652"/>
            <p14:sldId id="650"/>
            <p14:sldId id="651"/>
            <p14:sldId id="653"/>
            <p14:sldId id="655"/>
            <p14:sldId id="654"/>
            <p14:sldId id="658"/>
            <p14:sldId id="656"/>
            <p14:sldId id="533"/>
            <p14:sldId id="532"/>
            <p14:sldId id="659"/>
          </p14:sldIdLst>
        </p14:section>
        <p14:section name="本章小结及练习" id="{DA0A1D30-99EE-4F1E-B8C5-6EC948097FC5}">
          <p14:sldIdLst>
            <p14:sldId id="346"/>
            <p14:sldId id="340"/>
            <p14:sldId id="579"/>
            <p14:sldId id="342"/>
            <p14:sldId id="343"/>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0C0"/>
    <a:srgbClr val="0037A6"/>
    <a:srgbClr val="660099"/>
    <a:srgbClr val="49C957"/>
    <a:srgbClr val="F2F2F2"/>
    <a:srgbClr val="DAE3F5"/>
    <a:srgbClr val="8C8C8C"/>
    <a:srgbClr val="FF6A02"/>
    <a:srgbClr val="BABABA"/>
    <a:srgbClr val="E5E8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56" autoAdjust="0"/>
    <p:restoredTop sz="95026" autoAdjust="0"/>
  </p:normalViewPr>
  <p:slideViewPr>
    <p:cSldViewPr snapToGrid="0" showGuides="1">
      <p:cViewPr>
        <p:scale>
          <a:sx n="75" d="100"/>
          <a:sy n="75" d="100"/>
        </p:scale>
        <p:origin x="941" y="125"/>
      </p:cViewPr>
      <p:guideLst>
        <p:guide orient="horz" pos="2160"/>
        <p:guide pos="3840"/>
      </p:guideLst>
    </p:cSldViewPr>
  </p:slideViewPr>
  <p:outlineViewPr>
    <p:cViewPr>
      <p:scale>
        <a:sx n="33" d="100"/>
        <a:sy n="33" d="100"/>
      </p:scale>
      <p:origin x="0" y="-629"/>
    </p:cViewPr>
  </p:outlineViewPr>
  <p:notesTextViewPr>
    <p:cViewPr>
      <p:scale>
        <a:sx n="1" d="1"/>
        <a:sy n="1" d="1"/>
      </p:scale>
      <p:origin x="0" y="0"/>
    </p:cViewPr>
  </p:notesTextViewPr>
  <p:notesViewPr>
    <p:cSldViewPr snapToGrid="0">
      <p:cViewPr varScale="1">
        <p:scale>
          <a:sx n="62" d="100"/>
          <a:sy n="62" d="100"/>
        </p:scale>
        <p:origin x="3226" y="72"/>
      </p:cViewPr>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5.xml"/><Relationship Id="rId98" Type="http://schemas.openxmlformats.org/officeDocument/2006/relationships/slide" Target="slides/slide94.xml"/><Relationship Id="rId97" Type="http://schemas.openxmlformats.org/officeDocument/2006/relationships/slide" Target="slides/slide93.xml"/><Relationship Id="rId96" Type="http://schemas.openxmlformats.org/officeDocument/2006/relationships/slide" Target="slides/slide92.xml"/><Relationship Id="rId95" Type="http://schemas.openxmlformats.org/officeDocument/2006/relationships/slide" Target="slides/slide91.xml"/><Relationship Id="rId94" Type="http://schemas.openxmlformats.org/officeDocument/2006/relationships/slide" Target="slides/slide90.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notesMaster" Target="notesMasters/notesMaster1.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5.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4.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3.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2" Type="http://schemas.openxmlformats.org/officeDocument/2006/relationships/tableStyles" Target="tableStyles.xml"/><Relationship Id="rId181" Type="http://schemas.openxmlformats.org/officeDocument/2006/relationships/viewProps" Target="viewProps.xml"/><Relationship Id="rId180" Type="http://schemas.openxmlformats.org/officeDocument/2006/relationships/presProps" Target="presProps.xml"/><Relationship Id="rId18" Type="http://schemas.openxmlformats.org/officeDocument/2006/relationships/slide" Target="slides/slide14.xml"/><Relationship Id="rId179" Type="http://schemas.openxmlformats.org/officeDocument/2006/relationships/slide" Target="slides/slide175.xml"/><Relationship Id="rId178" Type="http://schemas.openxmlformats.org/officeDocument/2006/relationships/slide" Target="slides/slide174.xml"/><Relationship Id="rId177" Type="http://schemas.openxmlformats.org/officeDocument/2006/relationships/slide" Target="slides/slide173.xml"/><Relationship Id="rId176" Type="http://schemas.openxmlformats.org/officeDocument/2006/relationships/slide" Target="slides/slide172.xml"/><Relationship Id="rId175" Type="http://schemas.openxmlformats.org/officeDocument/2006/relationships/slide" Target="slides/slide171.xml"/><Relationship Id="rId174" Type="http://schemas.openxmlformats.org/officeDocument/2006/relationships/slide" Target="slides/slide170.xml"/><Relationship Id="rId173" Type="http://schemas.openxmlformats.org/officeDocument/2006/relationships/slide" Target="slides/slide169.xml"/><Relationship Id="rId172" Type="http://schemas.openxmlformats.org/officeDocument/2006/relationships/slide" Target="slides/slide168.xml"/><Relationship Id="rId171" Type="http://schemas.openxmlformats.org/officeDocument/2006/relationships/slide" Target="slides/slide167.xml"/><Relationship Id="rId170" Type="http://schemas.openxmlformats.org/officeDocument/2006/relationships/slide" Target="slides/slide166.xml"/><Relationship Id="rId17" Type="http://schemas.openxmlformats.org/officeDocument/2006/relationships/slide" Target="slides/slide13.xml"/><Relationship Id="rId169" Type="http://schemas.openxmlformats.org/officeDocument/2006/relationships/slide" Target="slides/slide165.xml"/><Relationship Id="rId168" Type="http://schemas.openxmlformats.org/officeDocument/2006/relationships/slide" Target="slides/slide164.xml"/><Relationship Id="rId167" Type="http://schemas.openxmlformats.org/officeDocument/2006/relationships/slide" Target="slides/slide163.xml"/><Relationship Id="rId166" Type="http://schemas.openxmlformats.org/officeDocument/2006/relationships/slide" Target="slides/slide162.xml"/><Relationship Id="rId165" Type="http://schemas.openxmlformats.org/officeDocument/2006/relationships/slide" Target="slides/slide161.xml"/><Relationship Id="rId164" Type="http://schemas.openxmlformats.org/officeDocument/2006/relationships/slide" Target="slides/slide160.xml"/><Relationship Id="rId163" Type="http://schemas.openxmlformats.org/officeDocument/2006/relationships/slide" Target="slides/slide159.xml"/><Relationship Id="rId162" Type="http://schemas.openxmlformats.org/officeDocument/2006/relationships/slide" Target="slides/slide158.xml"/><Relationship Id="rId161" Type="http://schemas.openxmlformats.org/officeDocument/2006/relationships/slide" Target="slides/slide157.xml"/><Relationship Id="rId160" Type="http://schemas.openxmlformats.org/officeDocument/2006/relationships/slide" Target="slides/slide156.xml"/><Relationship Id="rId16" Type="http://schemas.openxmlformats.org/officeDocument/2006/relationships/slide" Target="slides/slide12.xml"/><Relationship Id="rId159" Type="http://schemas.openxmlformats.org/officeDocument/2006/relationships/slide" Target="slides/slide155.xml"/><Relationship Id="rId158" Type="http://schemas.openxmlformats.org/officeDocument/2006/relationships/slide" Target="slides/slide154.xml"/><Relationship Id="rId157" Type="http://schemas.openxmlformats.org/officeDocument/2006/relationships/slide" Target="slides/slide153.xml"/><Relationship Id="rId156" Type="http://schemas.openxmlformats.org/officeDocument/2006/relationships/slide" Target="slides/slide152.xml"/><Relationship Id="rId155" Type="http://schemas.openxmlformats.org/officeDocument/2006/relationships/slide" Target="slides/slide151.xml"/><Relationship Id="rId154" Type="http://schemas.openxmlformats.org/officeDocument/2006/relationships/slide" Target="slides/slide150.xml"/><Relationship Id="rId153" Type="http://schemas.openxmlformats.org/officeDocument/2006/relationships/slide" Target="slides/slide149.xml"/><Relationship Id="rId152" Type="http://schemas.openxmlformats.org/officeDocument/2006/relationships/slide" Target="slides/slide148.xml"/><Relationship Id="rId151" Type="http://schemas.openxmlformats.org/officeDocument/2006/relationships/slide" Target="slides/slide147.xml"/><Relationship Id="rId150" Type="http://schemas.openxmlformats.org/officeDocument/2006/relationships/slide" Target="slides/slide146.xml"/><Relationship Id="rId15" Type="http://schemas.openxmlformats.org/officeDocument/2006/relationships/slide" Target="slides/slide11.xml"/><Relationship Id="rId149" Type="http://schemas.openxmlformats.org/officeDocument/2006/relationships/slide" Target="slides/slide145.xml"/><Relationship Id="rId148" Type="http://schemas.openxmlformats.org/officeDocument/2006/relationships/slide" Target="slides/slide144.xml"/><Relationship Id="rId147" Type="http://schemas.openxmlformats.org/officeDocument/2006/relationships/slide" Target="slides/slide143.xml"/><Relationship Id="rId146" Type="http://schemas.openxmlformats.org/officeDocument/2006/relationships/slide" Target="slides/slide142.xml"/><Relationship Id="rId145" Type="http://schemas.openxmlformats.org/officeDocument/2006/relationships/slide" Target="slides/slide141.xml"/><Relationship Id="rId144" Type="http://schemas.openxmlformats.org/officeDocument/2006/relationships/slide" Target="slides/slide140.xml"/><Relationship Id="rId143" Type="http://schemas.openxmlformats.org/officeDocument/2006/relationships/slide" Target="slides/slide139.xml"/><Relationship Id="rId142" Type="http://schemas.openxmlformats.org/officeDocument/2006/relationships/slide" Target="slides/slide138.xml"/><Relationship Id="rId141" Type="http://schemas.openxmlformats.org/officeDocument/2006/relationships/slide" Target="slides/slide137.xml"/><Relationship Id="rId140" Type="http://schemas.openxmlformats.org/officeDocument/2006/relationships/slide" Target="slides/slide136.xml"/><Relationship Id="rId14" Type="http://schemas.openxmlformats.org/officeDocument/2006/relationships/slide" Target="slides/slide10.xml"/><Relationship Id="rId139" Type="http://schemas.openxmlformats.org/officeDocument/2006/relationships/slide" Target="slides/slide135.xml"/><Relationship Id="rId138" Type="http://schemas.openxmlformats.org/officeDocument/2006/relationships/slide" Target="slides/slide134.xml"/><Relationship Id="rId137" Type="http://schemas.openxmlformats.org/officeDocument/2006/relationships/slide" Target="slides/slide133.xml"/><Relationship Id="rId136" Type="http://schemas.openxmlformats.org/officeDocument/2006/relationships/slide" Target="slides/slide132.xml"/><Relationship Id="rId135" Type="http://schemas.openxmlformats.org/officeDocument/2006/relationships/slide" Target="slides/slide131.xml"/><Relationship Id="rId134" Type="http://schemas.openxmlformats.org/officeDocument/2006/relationships/slide" Target="slides/slide130.xml"/><Relationship Id="rId133" Type="http://schemas.openxmlformats.org/officeDocument/2006/relationships/slide" Target="slides/slide129.xml"/><Relationship Id="rId132" Type="http://schemas.openxmlformats.org/officeDocument/2006/relationships/slide" Target="slides/slide128.xml"/><Relationship Id="rId131" Type="http://schemas.openxmlformats.org/officeDocument/2006/relationships/slide" Target="slides/slide127.xml"/><Relationship Id="rId130" Type="http://schemas.openxmlformats.org/officeDocument/2006/relationships/slide" Target="slides/slide126.xml"/><Relationship Id="rId13" Type="http://schemas.openxmlformats.org/officeDocument/2006/relationships/slide" Target="slides/slide9.xml"/><Relationship Id="rId129" Type="http://schemas.openxmlformats.org/officeDocument/2006/relationships/slide" Target="slides/slide125.xml"/><Relationship Id="rId128" Type="http://schemas.openxmlformats.org/officeDocument/2006/relationships/slide" Target="slides/slide124.xml"/><Relationship Id="rId127" Type="http://schemas.openxmlformats.org/officeDocument/2006/relationships/slide" Target="slides/slide123.xml"/><Relationship Id="rId126" Type="http://schemas.openxmlformats.org/officeDocument/2006/relationships/slide" Target="slides/slide122.xml"/><Relationship Id="rId125" Type="http://schemas.openxmlformats.org/officeDocument/2006/relationships/slide" Target="slides/slide121.xml"/><Relationship Id="rId124" Type="http://schemas.openxmlformats.org/officeDocument/2006/relationships/slide" Target="slides/slide120.xml"/><Relationship Id="rId123" Type="http://schemas.openxmlformats.org/officeDocument/2006/relationships/slide" Target="slides/slide119.xml"/><Relationship Id="rId122" Type="http://schemas.openxmlformats.org/officeDocument/2006/relationships/slide" Target="slides/slide118.xml"/><Relationship Id="rId121" Type="http://schemas.openxmlformats.org/officeDocument/2006/relationships/slide" Target="slides/slide117.xml"/><Relationship Id="rId120" Type="http://schemas.openxmlformats.org/officeDocument/2006/relationships/slide" Target="slides/slide116.xml"/><Relationship Id="rId12" Type="http://schemas.openxmlformats.org/officeDocument/2006/relationships/slide" Target="slides/slide8.xml"/><Relationship Id="rId119" Type="http://schemas.openxmlformats.org/officeDocument/2006/relationships/slide" Target="slides/slide115.xml"/><Relationship Id="rId118" Type="http://schemas.openxmlformats.org/officeDocument/2006/relationships/slide" Target="slides/slide114.xml"/><Relationship Id="rId117" Type="http://schemas.openxmlformats.org/officeDocument/2006/relationships/slide" Target="slides/slide113.xml"/><Relationship Id="rId116" Type="http://schemas.openxmlformats.org/officeDocument/2006/relationships/slide" Target="slides/slide112.xml"/><Relationship Id="rId115" Type="http://schemas.openxmlformats.org/officeDocument/2006/relationships/slide" Target="slides/slide111.xml"/><Relationship Id="rId114" Type="http://schemas.openxmlformats.org/officeDocument/2006/relationships/slide" Target="slides/slide110.xml"/><Relationship Id="rId113" Type="http://schemas.openxmlformats.org/officeDocument/2006/relationships/slide" Target="slides/slide109.xml"/><Relationship Id="rId112" Type="http://schemas.openxmlformats.org/officeDocument/2006/relationships/slide" Target="slides/slide108.xml"/><Relationship Id="rId111" Type="http://schemas.openxmlformats.org/officeDocument/2006/relationships/slide" Target="slides/slide107.xml"/><Relationship Id="rId110" Type="http://schemas.openxmlformats.org/officeDocument/2006/relationships/slide" Target="slides/slide106.xml"/><Relationship Id="rId11" Type="http://schemas.openxmlformats.org/officeDocument/2006/relationships/slide" Target="slides/slide7.xml"/><Relationship Id="rId109" Type="http://schemas.openxmlformats.org/officeDocument/2006/relationships/slide" Target="slides/slide105.xml"/><Relationship Id="rId108" Type="http://schemas.openxmlformats.org/officeDocument/2006/relationships/slide" Target="slides/slide104.xml"/><Relationship Id="rId107" Type="http://schemas.openxmlformats.org/officeDocument/2006/relationships/slide" Target="slides/slide103.xml"/><Relationship Id="rId106" Type="http://schemas.openxmlformats.org/officeDocument/2006/relationships/slide" Target="slides/slide102.xml"/><Relationship Id="rId105" Type="http://schemas.openxmlformats.org/officeDocument/2006/relationships/slide" Target="slides/slide101.xml"/><Relationship Id="rId104" Type="http://schemas.openxmlformats.org/officeDocument/2006/relationships/slide" Target="slides/slide100.xml"/><Relationship Id="rId103" Type="http://schemas.openxmlformats.org/officeDocument/2006/relationships/slide" Target="slides/slide99.xml"/><Relationship Id="rId102" Type="http://schemas.openxmlformats.org/officeDocument/2006/relationships/slide" Target="slides/slide98.xml"/><Relationship Id="rId101" Type="http://schemas.openxmlformats.org/officeDocument/2006/relationships/slide" Target="slides/slide97.xml"/><Relationship Id="rId100" Type="http://schemas.openxmlformats.org/officeDocument/2006/relationships/slide" Target="slides/slide96.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27F1BF-63AA-4CE5-B1C7-2E35A6856E1E}"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B190BF-5A33-419C-ACBC-B26B63E341D7}"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6.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7.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2.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5.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6.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7.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1.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2.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3.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4.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5.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6.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7.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此外，整数类型的子类</a:t>
            </a:r>
            <a:r>
              <a:rPr lang="en-US" altLang="zh-CN" sz="1800" kern="0" dirty="0">
                <a:solidFill>
                  <a:srgbClr val="000000"/>
                </a:solidFill>
                <a:effectLst/>
                <a:latin typeface="Times New Roman" panose="02020603050405020304" pitchFamily="18" charset="0"/>
                <a:ea typeface="宋体" pitchFamily="2" charset="-122"/>
              </a:rPr>
              <a:t>True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False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可以分别以“</a:t>
            </a:r>
            <a:r>
              <a:rPr lang="en-US" altLang="zh-CN" sz="1800" kern="0" dirty="0">
                <a:solidFill>
                  <a:srgbClr val="000000"/>
                </a:solidFill>
                <a:effectLst/>
                <a:latin typeface="Times New Roman" panose="02020603050405020304" pitchFamily="18" charset="0"/>
                <a:ea typeface="宋体" pitchFamily="2" charset="-122"/>
              </a:rPr>
              <a:t>1</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0</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”的值参与数值运算。</a:t>
            </a:r>
            <a:endParaRPr lang="zh-CN" altLang="en-US" dirty="0"/>
          </a:p>
        </p:txBody>
      </p:sp>
      <p:sp>
        <p:nvSpPr>
          <p:cNvPr id="4" name="灯片编号占位符 3"/>
          <p:cNvSpPr>
            <a:spLocks noGrp="1"/>
          </p:cNvSpPr>
          <p:nvPr>
            <p:ph type="sldNum" sz="quarter" idx="5"/>
          </p:nvPr>
        </p:nvSpPr>
        <p:spPr/>
        <p:txBody>
          <a:bodyPr/>
          <a:lstStyle/>
          <a:p>
            <a:fld id="{B9B190BF-5A33-419C-ACBC-B26B63E341D7}"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此外，整数类型的子类</a:t>
            </a:r>
            <a:r>
              <a:rPr lang="en-US" altLang="zh-CN" sz="1800" kern="0" dirty="0">
                <a:solidFill>
                  <a:srgbClr val="000000"/>
                </a:solidFill>
                <a:effectLst/>
                <a:latin typeface="Times New Roman" panose="02020603050405020304" pitchFamily="18" charset="0"/>
                <a:ea typeface="宋体" pitchFamily="2" charset="-122"/>
              </a:rPr>
              <a:t>True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False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可以分别以“</a:t>
            </a:r>
            <a:r>
              <a:rPr lang="en-US" altLang="zh-CN" sz="1800" kern="0" dirty="0">
                <a:solidFill>
                  <a:srgbClr val="000000"/>
                </a:solidFill>
                <a:effectLst/>
                <a:latin typeface="Times New Roman" panose="02020603050405020304" pitchFamily="18" charset="0"/>
                <a:ea typeface="宋体" pitchFamily="2" charset="-122"/>
              </a:rPr>
              <a:t>1</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0</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”的值参与数值运算。</a:t>
            </a:r>
            <a:endParaRPr lang="zh-CN" altLang="en-US" dirty="0"/>
          </a:p>
        </p:txBody>
      </p:sp>
      <p:sp>
        <p:nvSpPr>
          <p:cNvPr id="4" name="灯片编号占位符 3"/>
          <p:cNvSpPr>
            <a:spLocks noGrp="1"/>
          </p:cNvSpPr>
          <p:nvPr>
            <p:ph type="sldNum" sz="quarter" idx="5"/>
          </p:nvPr>
        </p:nvSpPr>
        <p:spPr/>
        <p:txBody>
          <a:bodyPr/>
          <a:lstStyle/>
          <a:p>
            <a:fld id="{B9B190BF-5A33-419C-ACBC-B26B63E341D7}"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此外，整数类型的子类</a:t>
            </a:r>
            <a:r>
              <a:rPr lang="en-US" altLang="zh-CN" sz="1800" kern="0" dirty="0">
                <a:solidFill>
                  <a:srgbClr val="000000"/>
                </a:solidFill>
                <a:effectLst/>
                <a:latin typeface="Times New Roman" panose="02020603050405020304" pitchFamily="18" charset="0"/>
                <a:ea typeface="宋体" pitchFamily="2" charset="-122"/>
              </a:rPr>
              <a:t>True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False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可以分别以“</a:t>
            </a:r>
            <a:r>
              <a:rPr lang="en-US" altLang="zh-CN" sz="1800" kern="0" dirty="0">
                <a:solidFill>
                  <a:srgbClr val="000000"/>
                </a:solidFill>
                <a:effectLst/>
                <a:latin typeface="Times New Roman" panose="02020603050405020304" pitchFamily="18" charset="0"/>
                <a:ea typeface="宋体" pitchFamily="2" charset="-122"/>
              </a:rPr>
              <a:t>1</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0</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”的值参与数值运算。</a:t>
            </a:r>
            <a:endParaRPr lang="zh-CN" altLang="en-US" dirty="0"/>
          </a:p>
        </p:txBody>
      </p:sp>
      <p:sp>
        <p:nvSpPr>
          <p:cNvPr id="4" name="灯片编号占位符 3"/>
          <p:cNvSpPr>
            <a:spLocks noGrp="1"/>
          </p:cNvSpPr>
          <p:nvPr>
            <p:ph type="sldNum" sz="quarter" idx="5"/>
          </p:nvPr>
        </p:nvSpPr>
        <p:spPr/>
        <p:txBody>
          <a:bodyPr/>
          <a:lstStyle/>
          <a:p>
            <a:fld id="{B9B190BF-5A33-419C-ACBC-B26B63E341D7}"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此外，整数类型的子类</a:t>
            </a:r>
            <a:r>
              <a:rPr lang="en-US" altLang="zh-CN" sz="1800" kern="0" dirty="0">
                <a:solidFill>
                  <a:srgbClr val="000000"/>
                </a:solidFill>
                <a:effectLst/>
                <a:latin typeface="Times New Roman" panose="02020603050405020304" pitchFamily="18" charset="0"/>
                <a:ea typeface="宋体" pitchFamily="2" charset="-122"/>
              </a:rPr>
              <a:t>True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False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可以分别以“</a:t>
            </a:r>
            <a:r>
              <a:rPr lang="en-US" altLang="zh-CN" sz="1800" kern="0" dirty="0">
                <a:solidFill>
                  <a:srgbClr val="000000"/>
                </a:solidFill>
                <a:effectLst/>
                <a:latin typeface="Times New Roman" panose="02020603050405020304" pitchFamily="18" charset="0"/>
                <a:ea typeface="宋体" pitchFamily="2" charset="-122"/>
              </a:rPr>
              <a:t>1</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0</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”的值参与数值运算。</a:t>
            </a:r>
            <a:endParaRPr lang="zh-CN" altLang="en-US" dirty="0"/>
          </a:p>
        </p:txBody>
      </p:sp>
      <p:sp>
        <p:nvSpPr>
          <p:cNvPr id="4" name="灯片编号占位符 3"/>
          <p:cNvSpPr>
            <a:spLocks noGrp="1"/>
          </p:cNvSpPr>
          <p:nvPr>
            <p:ph type="sldNum" sz="quarter" idx="5"/>
          </p:nvPr>
        </p:nvSpPr>
        <p:spPr/>
        <p:txBody>
          <a:bodyPr/>
          <a:lstStyle/>
          <a:p>
            <a:fld id="{B9B190BF-5A33-419C-ACBC-B26B63E341D7}"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此外，整数类型的子类</a:t>
            </a:r>
            <a:r>
              <a:rPr lang="en-US" altLang="zh-CN" sz="1800" kern="0" dirty="0">
                <a:solidFill>
                  <a:srgbClr val="000000"/>
                </a:solidFill>
                <a:effectLst/>
                <a:latin typeface="Times New Roman" panose="02020603050405020304" pitchFamily="18" charset="0"/>
                <a:ea typeface="宋体" pitchFamily="2" charset="-122"/>
              </a:rPr>
              <a:t>True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False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可以分别以“</a:t>
            </a:r>
            <a:r>
              <a:rPr lang="en-US" altLang="zh-CN" sz="1800" kern="0" dirty="0">
                <a:solidFill>
                  <a:srgbClr val="000000"/>
                </a:solidFill>
                <a:effectLst/>
                <a:latin typeface="Times New Roman" panose="02020603050405020304" pitchFamily="18" charset="0"/>
                <a:ea typeface="宋体" pitchFamily="2" charset="-122"/>
              </a:rPr>
              <a:t>1</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0</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”的值参与数值运算。</a:t>
            </a:r>
            <a:endParaRPr lang="zh-CN" altLang="en-US" dirty="0"/>
          </a:p>
        </p:txBody>
      </p:sp>
      <p:sp>
        <p:nvSpPr>
          <p:cNvPr id="4" name="灯片编号占位符 3"/>
          <p:cNvSpPr>
            <a:spLocks noGrp="1"/>
          </p:cNvSpPr>
          <p:nvPr>
            <p:ph type="sldNum" sz="quarter" idx="5"/>
          </p:nvPr>
        </p:nvSpPr>
        <p:spPr/>
        <p:txBody>
          <a:bodyPr/>
          <a:lstStyle/>
          <a:p>
            <a:fld id="{B9B190BF-5A33-419C-ACBC-B26B63E341D7}"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此外，整数类型的子类</a:t>
            </a:r>
            <a:r>
              <a:rPr lang="en-US" altLang="zh-CN" sz="1800" kern="0" dirty="0">
                <a:solidFill>
                  <a:srgbClr val="000000"/>
                </a:solidFill>
                <a:effectLst/>
                <a:latin typeface="Times New Roman" panose="02020603050405020304" pitchFamily="18" charset="0"/>
                <a:ea typeface="宋体" pitchFamily="2" charset="-122"/>
              </a:rPr>
              <a:t>True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False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可以分别以“</a:t>
            </a:r>
            <a:r>
              <a:rPr lang="en-US" altLang="zh-CN" sz="1800" kern="0" dirty="0">
                <a:solidFill>
                  <a:srgbClr val="000000"/>
                </a:solidFill>
                <a:effectLst/>
                <a:latin typeface="Times New Roman" panose="02020603050405020304" pitchFamily="18" charset="0"/>
                <a:ea typeface="宋体" pitchFamily="2" charset="-122"/>
              </a:rPr>
              <a:t>1</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0</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”的值参与数值运算。</a:t>
            </a:r>
            <a:endParaRPr lang="zh-CN" altLang="en-US" dirty="0"/>
          </a:p>
        </p:txBody>
      </p:sp>
      <p:sp>
        <p:nvSpPr>
          <p:cNvPr id="4" name="灯片编号占位符 3"/>
          <p:cNvSpPr>
            <a:spLocks noGrp="1"/>
          </p:cNvSpPr>
          <p:nvPr>
            <p:ph type="sldNum" sz="quarter" idx="5"/>
          </p:nvPr>
        </p:nvSpPr>
        <p:spPr/>
        <p:txBody>
          <a:bodyPr/>
          <a:lstStyle/>
          <a:p>
            <a:fld id="{B9B190BF-5A33-419C-ACBC-B26B63E341D7}"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此外，整数类型的子类</a:t>
            </a:r>
            <a:r>
              <a:rPr lang="en-US" altLang="zh-CN" sz="1800" kern="0" dirty="0">
                <a:solidFill>
                  <a:srgbClr val="000000"/>
                </a:solidFill>
                <a:effectLst/>
                <a:latin typeface="Times New Roman" panose="02020603050405020304" pitchFamily="18" charset="0"/>
                <a:ea typeface="宋体" pitchFamily="2" charset="-122"/>
              </a:rPr>
              <a:t>True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False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可以分别以“</a:t>
            </a:r>
            <a:r>
              <a:rPr lang="en-US" altLang="zh-CN" sz="1800" kern="0" dirty="0">
                <a:solidFill>
                  <a:srgbClr val="000000"/>
                </a:solidFill>
                <a:effectLst/>
                <a:latin typeface="Times New Roman" panose="02020603050405020304" pitchFamily="18" charset="0"/>
                <a:ea typeface="宋体" pitchFamily="2" charset="-122"/>
              </a:rPr>
              <a:t>1</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0</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”的值参与数值运算。</a:t>
            </a:r>
            <a:endParaRPr lang="zh-CN" altLang="en-US" dirty="0"/>
          </a:p>
        </p:txBody>
      </p:sp>
      <p:sp>
        <p:nvSpPr>
          <p:cNvPr id="4" name="灯片编号占位符 3"/>
          <p:cNvSpPr>
            <a:spLocks noGrp="1"/>
          </p:cNvSpPr>
          <p:nvPr>
            <p:ph type="sldNum" sz="quarter" idx="5"/>
          </p:nvPr>
        </p:nvSpPr>
        <p:spPr/>
        <p:txBody>
          <a:bodyPr/>
          <a:lstStyle/>
          <a:p>
            <a:fld id="{B9B190BF-5A33-419C-ACBC-B26B63E341D7}"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此外，整数类型的子类</a:t>
            </a:r>
            <a:r>
              <a:rPr lang="en-US" altLang="zh-CN" sz="1800" kern="0" dirty="0">
                <a:solidFill>
                  <a:srgbClr val="000000"/>
                </a:solidFill>
                <a:effectLst/>
                <a:latin typeface="Times New Roman" panose="02020603050405020304" pitchFamily="18" charset="0"/>
                <a:ea typeface="宋体" pitchFamily="2" charset="-122"/>
              </a:rPr>
              <a:t>True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False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可以分别以“</a:t>
            </a:r>
            <a:r>
              <a:rPr lang="en-US" altLang="zh-CN" sz="1800" kern="0" dirty="0">
                <a:solidFill>
                  <a:srgbClr val="000000"/>
                </a:solidFill>
                <a:effectLst/>
                <a:latin typeface="Times New Roman" panose="02020603050405020304" pitchFamily="18" charset="0"/>
                <a:ea typeface="宋体" pitchFamily="2" charset="-122"/>
              </a:rPr>
              <a:t>1</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0</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”的值参与数值运算。</a:t>
            </a:r>
            <a:endParaRPr lang="zh-CN" altLang="en-US" dirty="0"/>
          </a:p>
        </p:txBody>
      </p:sp>
      <p:sp>
        <p:nvSpPr>
          <p:cNvPr id="4" name="灯片编号占位符 3"/>
          <p:cNvSpPr>
            <a:spLocks noGrp="1"/>
          </p:cNvSpPr>
          <p:nvPr>
            <p:ph type="sldNum" sz="quarter" idx="5"/>
          </p:nvPr>
        </p:nvSpPr>
        <p:spPr/>
        <p:txBody>
          <a:bodyPr/>
          <a:lstStyle/>
          <a:p>
            <a:fld id="{B9B190BF-5A33-419C-ACBC-B26B63E341D7}"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此外，整数类型的子类</a:t>
            </a:r>
            <a:r>
              <a:rPr lang="en-US" altLang="zh-CN" sz="1800" kern="0" dirty="0">
                <a:solidFill>
                  <a:srgbClr val="000000"/>
                </a:solidFill>
                <a:effectLst/>
                <a:latin typeface="Times New Roman" panose="02020603050405020304" pitchFamily="18" charset="0"/>
                <a:ea typeface="宋体" pitchFamily="2" charset="-122"/>
              </a:rPr>
              <a:t>True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False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可以分别以“</a:t>
            </a:r>
            <a:r>
              <a:rPr lang="en-US" altLang="zh-CN" sz="1800" kern="0" dirty="0">
                <a:solidFill>
                  <a:srgbClr val="000000"/>
                </a:solidFill>
                <a:effectLst/>
                <a:latin typeface="Times New Roman" panose="02020603050405020304" pitchFamily="18" charset="0"/>
                <a:ea typeface="宋体" pitchFamily="2" charset="-122"/>
              </a:rPr>
              <a:t>1</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0</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”的值参与数值运算。</a:t>
            </a:r>
            <a:endParaRPr lang="zh-CN" altLang="en-US" dirty="0"/>
          </a:p>
        </p:txBody>
      </p:sp>
      <p:sp>
        <p:nvSpPr>
          <p:cNvPr id="4" name="灯片编号占位符 3"/>
          <p:cNvSpPr>
            <a:spLocks noGrp="1"/>
          </p:cNvSpPr>
          <p:nvPr>
            <p:ph type="sldNum" sz="quarter" idx="5"/>
          </p:nvPr>
        </p:nvSpPr>
        <p:spPr/>
        <p:txBody>
          <a:bodyPr/>
          <a:lstStyle/>
          <a:p>
            <a:fld id="{B9B190BF-5A33-419C-ACBC-B26B63E341D7}"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此外，整数类型的子类</a:t>
            </a:r>
            <a:r>
              <a:rPr lang="en-US" altLang="zh-CN" sz="1800" kern="0" dirty="0">
                <a:solidFill>
                  <a:srgbClr val="000000"/>
                </a:solidFill>
                <a:effectLst/>
                <a:latin typeface="Times New Roman" panose="02020603050405020304" pitchFamily="18" charset="0"/>
                <a:ea typeface="宋体" pitchFamily="2" charset="-122"/>
              </a:rPr>
              <a:t>True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False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可以分别以“</a:t>
            </a:r>
            <a:r>
              <a:rPr lang="en-US" altLang="zh-CN" sz="1800" kern="0" dirty="0">
                <a:solidFill>
                  <a:srgbClr val="000000"/>
                </a:solidFill>
                <a:effectLst/>
                <a:latin typeface="Times New Roman" panose="02020603050405020304" pitchFamily="18" charset="0"/>
                <a:ea typeface="宋体" pitchFamily="2" charset="-122"/>
              </a:rPr>
              <a:t>1</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0</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”的值参与数值运算。</a:t>
            </a:r>
            <a:endParaRPr lang="zh-CN" altLang="en-US" dirty="0"/>
          </a:p>
        </p:txBody>
      </p:sp>
      <p:sp>
        <p:nvSpPr>
          <p:cNvPr id="4" name="灯片编号占位符 3"/>
          <p:cNvSpPr>
            <a:spLocks noGrp="1"/>
          </p:cNvSpPr>
          <p:nvPr>
            <p:ph type="sldNum" sz="quarter" idx="5"/>
          </p:nvPr>
        </p:nvSpPr>
        <p:spPr/>
        <p:txBody>
          <a:bodyPr/>
          <a:lstStyle/>
          <a:p>
            <a:fld id="{B9B190BF-5A33-419C-ACBC-B26B63E341D7}"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此外，整数类型的子类</a:t>
            </a:r>
            <a:r>
              <a:rPr lang="en-US" altLang="zh-CN" sz="1800" kern="0" dirty="0">
                <a:solidFill>
                  <a:srgbClr val="000000"/>
                </a:solidFill>
                <a:effectLst/>
                <a:latin typeface="Times New Roman" panose="02020603050405020304" pitchFamily="18" charset="0"/>
                <a:ea typeface="宋体" pitchFamily="2" charset="-122"/>
              </a:rPr>
              <a:t>True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False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可以分别以“</a:t>
            </a:r>
            <a:r>
              <a:rPr lang="en-US" altLang="zh-CN" sz="1800" kern="0" dirty="0">
                <a:solidFill>
                  <a:srgbClr val="000000"/>
                </a:solidFill>
                <a:effectLst/>
                <a:latin typeface="Times New Roman" panose="02020603050405020304" pitchFamily="18" charset="0"/>
                <a:ea typeface="宋体" pitchFamily="2" charset="-122"/>
              </a:rPr>
              <a:t>1</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0</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”的值参与数值运算。</a:t>
            </a:r>
            <a:endParaRPr lang="zh-CN" altLang="en-US" dirty="0"/>
          </a:p>
        </p:txBody>
      </p:sp>
      <p:sp>
        <p:nvSpPr>
          <p:cNvPr id="4" name="灯片编号占位符 3"/>
          <p:cNvSpPr>
            <a:spLocks noGrp="1"/>
          </p:cNvSpPr>
          <p:nvPr>
            <p:ph type="sldNum" sz="quarter" idx="5"/>
          </p:nvPr>
        </p:nvSpPr>
        <p:spPr/>
        <p:txBody>
          <a:bodyPr/>
          <a:lstStyle/>
          <a:p>
            <a:fld id="{B9B190BF-5A33-419C-ACBC-B26B63E341D7}"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此外，整数类型的子类</a:t>
            </a:r>
            <a:r>
              <a:rPr lang="en-US" altLang="zh-CN" sz="1800" kern="0" dirty="0">
                <a:solidFill>
                  <a:srgbClr val="000000"/>
                </a:solidFill>
                <a:effectLst/>
                <a:latin typeface="Times New Roman" panose="02020603050405020304" pitchFamily="18" charset="0"/>
                <a:ea typeface="宋体" pitchFamily="2" charset="-122"/>
              </a:rPr>
              <a:t>True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False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可以分别以“</a:t>
            </a:r>
            <a:r>
              <a:rPr lang="en-US" altLang="zh-CN" sz="1800" kern="0" dirty="0">
                <a:solidFill>
                  <a:srgbClr val="000000"/>
                </a:solidFill>
                <a:effectLst/>
                <a:latin typeface="Times New Roman" panose="02020603050405020304" pitchFamily="18" charset="0"/>
                <a:ea typeface="宋体" pitchFamily="2" charset="-122"/>
              </a:rPr>
              <a:t>1</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0</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”的值参与数值运算。</a:t>
            </a:r>
            <a:endParaRPr lang="zh-CN" altLang="en-US" dirty="0"/>
          </a:p>
        </p:txBody>
      </p:sp>
      <p:sp>
        <p:nvSpPr>
          <p:cNvPr id="4" name="灯片编号占位符 3"/>
          <p:cNvSpPr>
            <a:spLocks noGrp="1"/>
          </p:cNvSpPr>
          <p:nvPr>
            <p:ph type="sldNum" sz="quarter" idx="5"/>
          </p:nvPr>
        </p:nvSpPr>
        <p:spPr/>
        <p:txBody>
          <a:bodyPr/>
          <a:lstStyle/>
          <a:p>
            <a:fld id="{B9B190BF-5A33-419C-ACBC-B26B63E341D7}"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此外，整数类型的子类</a:t>
            </a:r>
            <a:r>
              <a:rPr lang="en-US" altLang="zh-CN" sz="1800" kern="0" dirty="0">
                <a:solidFill>
                  <a:srgbClr val="000000"/>
                </a:solidFill>
                <a:effectLst/>
                <a:latin typeface="Times New Roman" panose="02020603050405020304" pitchFamily="18" charset="0"/>
                <a:ea typeface="宋体" pitchFamily="2" charset="-122"/>
              </a:rPr>
              <a:t>True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False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可以分别以“</a:t>
            </a:r>
            <a:r>
              <a:rPr lang="en-US" altLang="zh-CN" sz="1800" kern="0" dirty="0">
                <a:solidFill>
                  <a:srgbClr val="000000"/>
                </a:solidFill>
                <a:effectLst/>
                <a:latin typeface="Times New Roman" panose="02020603050405020304" pitchFamily="18" charset="0"/>
                <a:ea typeface="宋体" pitchFamily="2" charset="-122"/>
              </a:rPr>
              <a:t>1</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0</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”的值参与数值运算。</a:t>
            </a:r>
            <a:endParaRPr lang="zh-CN" altLang="en-US" dirty="0"/>
          </a:p>
        </p:txBody>
      </p:sp>
      <p:sp>
        <p:nvSpPr>
          <p:cNvPr id="4" name="灯片编号占位符 3"/>
          <p:cNvSpPr>
            <a:spLocks noGrp="1"/>
          </p:cNvSpPr>
          <p:nvPr>
            <p:ph type="sldNum" sz="quarter" idx="5"/>
          </p:nvPr>
        </p:nvSpPr>
        <p:spPr/>
        <p:txBody>
          <a:bodyPr/>
          <a:lstStyle/>
          <a:p>
            <a:fld id="{B9B190BF-5A33-419C-ACBC-B26B63E341D7}"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此外，整数类型的子类</a:t>
            </a:r>
            <a:r>
              <a:rPr lang="en-US" altLang="zh-CN" sz="1800" kern="0" dirty="0">
                <a:solidFill>
                  <a:srgbClr val="000000"/>
                </a:solidFill>
                <a:effectLst/>
                <a:latin typeface="Times New Roman" panose="02020603050405020304" pitchFamily="18" charset="0"/>
                <a:ea typeface="宋体" pitchFamily="2" charset="-122"/>
              </a:rPr>
              <a:t>True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False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可以分别以“</a:t>
            </a:r>
            <a:r>
              <a:rPr lang="en-US" altLang="zh-CN" sz="1800" kern="0" dirty="0">
                <a:solidFill>
                  <a:srgbClr val="000000"/>
                </a:solidFill>
                <a:effectLst/>
                <a:latin typeface="Times New Roman" panose="02020603050405020304" pitchFamily="18" charset="0"/>
                <a:ea typeface="宋体" pitchFamily="2" charset="-122"/>
              </a:rPr>
              <a:t>1</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0</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”的值参与数值运算。</a:t>
            </a:r>
            <a:endParaRPr lang="zh-CN" altLang="en-US" dirty="0"/>
          </a:p>
        </p:txBody>
      </p:sp>
      <p:sp>
        <p:nvSpPr>
          <p:cNvPr id="4" name="灯片编号占位符 3"/>
          <p:cNvSpPr>
            <a:spLocks noGrp="1"/>
          </p:cNvSpPr>
          <p:nvPr>
            <p:ph type="sldNum" sz="quarter" idx="5"/>
          </p:nvPr>
        </p:nvSpPr>
        <p:spPr/>
        <p:txBody>
          <a:bodyPr/>
          <a:lstStyle/>
          <a:p>
            <a:fld id="{B9B190BF-5A33-419C-ACBC-B26B63E341D7}"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此外，整数类型的子类</a:t>
            </a:r>
            <a:r>
              <a:rPr lang="en-US" altLang="zh-CN" sz="1800" kern="0" dirty="0">
                <a:solidFill>
                  <a:srgbClr val="000000"/>
                </a:solidFill>
                <a:effectLst/>
                <a:latin typeface="Times New Roman" panose="02020603050405020304" pitchFamily="18" charset="0"/>
                <a:ea typeface="宋体" pitchFamily="2" charset="-122"/>
              </a:rPr>
              <a:t>True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False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可以分别以“</a:t>
            </a:r>
            <a:r>
              <a:rPr lang="en-US" altLang="zh-CN" sz="1800" kern="0" dirty="0">
                <a:solidFill>
                  <a:srgbClr val="000000"/>
                </a:solidFill>
                <a:effectLst/>
                <a:latin typeface="Times New Roman" panose="02020603050405020304" pitchFamily="18" charset="0"/>
                <a:ea typeface="宋体" pitchFamily="2" charset="-122"/>
              </a:rPr>
              <a:t>1</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0</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”的值参与数值运算。</a:t>
            </a:r>
            <a:endParaRPr lang="zh-CN" altLang="en-US" dirty="0"/>
          </a:p>
        </p:txBody>
      </p:sp>
      <p:sp>
        <p:nvSpPr>
          <p:cNvPr id="4" name="灯片编号占位符 3"/>
          <p:cNvSpPr>
            <a:spLocks noGrp="1"/>
          </p:cNvSpPr>
          <p:nvPr>
            <p:ph type="sldNum" sz="quarter" idx="5"/>
          </p:nvPr>
        </p:nvSpPr>
        <p:spPr/>
        <p:txBody>
          <a:bodyPr/>
          <a:lstStyle/>
          <a:p>
            <a:fld id="{B9B190BF-5A33-419C-ACBC-B26B63E341D7}"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此外，整数类型的子类</a:t>
            </a:r>
            <a:r>
              <a:rPr lang="en-US" altLang="zh-CN" sz="1800" kern="0" dirty="0">
                <a:solidFill>
                  <a:srgbClr val="000000"/>
                </a:solidFill>
                <a:effectLst/>
                <a:latin typeface="Times New Roman" panose="02020603050405020304" pitchFamily="18" charset="0"/>
                <a:ea typeface="宋体" pitchFamily="2" charset="-122"/>
              </a:rPr>
              <a:t>True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False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可以分别以“</a:t>
            </a:r>
            <a:r>
              <a:rPr lang="en-US" altLang="zh-CN" sz="1800" kern="0" dirty="0">
                <a:solidFill>
                  <a:srgbClr val="000000"/>
                </a:solidFill>
                <a:effectLst/>
                <a:latin typeface="Times New Roman" panose="02020603050405020304" pitchFamily="18" charset="0"/>
                <a:ea typeface="宋体" pitchFamily="2" charset="-122"/>
              </a:rPr>
              <a:t>1</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0</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”的值参与数值运算。</a:t>
            </a:r>
            <a:endParaRPr lang="zh-CN" altLang="en-US" dirty="0"/>
          </a:p>
        </p:txBody>
      </p:sp>
      <p:sp>
        <p:nvSpPr>
          <p:cNvPr id="4" name="灯片编号占位符 3"/>
          <p:cNvSpPr>
            <a:spLocks noGrp="1"/>
          </p:cNvSpPr>
          <p:nvPr>
            <p:ph type="sldNum" sz="quarter" idx="5"/>
          </p:nvPr>
        </p:nvSpPr>
        <p:spPr/>
        <p:txBody>
          <a:bodyPr/>
          <a:lstStyle/>
          <a:p>
            <a:fld id="{B9B190BF-5A33-419C-ACBC-B26B63E341D7}"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此外，整数类型的子类</a:t>
            </a:r>
            <a:r>
              <a:rPr lang="en-US" altLang="zh-CN" sz="1800" kern="0" dirty="0">
                <a:solidFill>
                  <a:srgbClr val="000000"/>
                </a:solidFill>
                <a:effectLst/>
                <a:latin typeface="Times New Roman" panose="02020603050405020304" pitchFamily="18" charset="0"/>
                <a:ea typeface="宋体" pitchFamily="2" charset="-122"/>
              </a:rPr>
              <a:t>True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False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可以分别以“</a:t>
            </a:r>
            <a:r>
              <a:rPr lang="en-US" altLang="zh-CN" sz="1800" kern="0" dirty="0">
                <a:solidFill>
                  <a:srgbClr val="000000"/>
                </a:solidFill>
                <a:effectLst/>
                <a:latin typeface="Times New Roman" panose="02020603050405020304" pitchFamily="18" charset="0"/>
                <a:ea typeface="宋体" pitchFamily="2" charset="-122"/>
              </a:rPr>
              <a:t>1</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0</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”的值参与数值运算。</a:t>
            </a:r>
            <a:endParaRPr lang="zh-CN" altLang="en-US" dirty="0"/>
          </a:p>
        </p:txBody>
      </p:sp>
      <p:sp>
        <p:nvSpPr>
          <p:cNvPr id="4" name="灯片编号占位符 3"/>
          <p:cNvSpPr>
            <a:spLocks noGrp="1"/>
          </p:cNvSpPr>
          <p:nvPr>
            <p:ph type="sldNum" sz="quarter" idx="5"/>
          </p:nvPr>
        </p:nvSpPr>
        <p:spPr/>
        <p:txBody>
          <a:bodyPr/>
          <a:lstStyle/>
          <a:p>
            <a:fld id="{B9B190BF-5A33-419C-ACBC-B26B63E341D7}"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此外，整数类型的子类</a:t>
            </a:r>
            <a:r>
              <a:rPr lang="en-US" altLang="zh-CN" sz="1800" kern="0" dirty="0">
                <a:solidFill>
                  <a:srgbClr val="000000"/>
                </a:solidFill>
                <a:effectLst/>
                <a:latin typeface="Times New Roman" panose="02020603050405020304" pitchFamily="18" charset="0"/>
                <a:ea typeface="宋体" pitchFamily="2" charset="-122"/>
              </a:rPr>
              <a:t>True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False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可以分别以“</a:t>
            </a:r>
            <a:r>
              <a:rPr lang="en-US" altLang="zh-CN" sz="1800" kern="0" dirty="0">
                <a:solidFill>
                  <a:srgbClr val="000000"/>
                </a:solidFill>
                <a:effectLst/>
                <a:latin typeface="Times New Roman" panose="02020603050405020304" pitchFamily="18" charset="0"/>
                <a:ea typeface="宋体" pitchFamily="2" charset="-122"/>
              </a:rPr>
              <a:t>1</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0</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”的值参与数值运算。</a:t>
            </a:r>
            <a:endParaRPr lang="zh-CN" altLang="en-US" dirty="0"/>
          </a:p>
        </p:txBody>
      </p:sp>
      <p:sp>
        <p:nvSpPr>
          <p:cNvPr id="4" name="灯片编号占位符 3"/>
          <p:cNvSpPr>
            <a:spLocks noGrp="1"/>
          </p:cNvSpPr>
          <p:nvPr>
            <p:ph type="sldNum" sz="quarter" idx="5"/>
          </p:nvPr>
        </p:nvSpPr>
        <p:spPr/>
        <p:txBody>
          <a:bodyPr/>
          <a:lstStyle/>
          <a:p>
            <a:fld id="{B9B190BF-5A33-419C-ACBC-B26B63E341D7}"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此外，整数类型的子类</a:t>
            </a:r>
            <a:r>
              <a:rPr lang="en-US" altLang="zh-CN" sz="1800" kern="0" dirty="0">
                <a:solidFill>
                  <a:srgbClr val="000000"/>
                </a:solidFill>
                <a:effectLst/>
                <a:latin typeface="Times New Roman" panose="02020603050405020304" pitchFamily="18" charset="0"/>
                <a:ea typeface="宋体" pitchFamily="2" charset="-122"/>
              </a:rPr>
              <a:t>True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False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可以分别以“</a:t>
            </a:r>
            <a:r>
              <a:rPr lang="en-US" altLang="zh-CN" sz="1800" kern="0" dirty="0">
                <a:solidFill>
                  <a:srgbClr val="000000"/>
                </a:solidFill>
                <a:effectLst/>
                <a:latin typeface="Times New Roman" panose="02020603050405020304" pitchFamily="18" charset="0"/>
                <a:ea typeface="宋体" pitchFamily="2" charset="-122"/>
              </a:rPr>
              <a:t>1</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0</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”的值参与数值运算。</a:t>
            </a:r>
            <a:endParaRPr lang="zh-CN" altLang="en-US" dirty="0"/>
          </a:p>
        </p:txBody>
      </p:sp>
      <p:sp>
        <p:nvSpPr>
          <p:cNvPr id="4" name="灯片编号占位符 3"/>
          <p:cNvSpPr>
            <a:spLocks noGrp="1"/>
          </p:cNvSpPr>
          <p:nvPr>
            <p:ph type="sldNum" sz="quarter" idx="5"/>
          </p:nvPr>
        </p:nvSpPr>
        <p:spPr/>
        <p:txBody>
          <a:bodyPr/>
          <a:lstStyle/>
          <a:p>
            <a:fld id="{B9B190BF-5A33-419C-ACBC-B26B63E341D7}"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此外，整数类型的子类</a:t>
            </a:r>
            <a:r>
              <a:rPr lang="en-US" altLang="zh-CN" sz="1800" kern="0" dirty="0">
                <a:solidFill>
                  <a:srgbClr val="000000"/>
                </a:solidFill>
                <a:effectLst/>
                <a:latin typeface="Times New Roman" panose="02020603050405020304" pitchFamily="18" charset="0"/>
                <a:ea typeface="宋体" pitchFamily="2" charset="-122"/>
              </a:rPr>
              <a:t>True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False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可以分别以“</a:t>
            </a:r>
            <a:r>
              <a:rPr lang="en-US" altLang="zh-CN" sz="1800" kern="0" dirty="0">
                <a:solidFill>
                  <a:srgbClr val="000000"/>
                </a:solidFill>
                <a:effectLst/>
                <a:latin typeface="Times New Roman" panose="02020603050405020304" pitchFamily="18" charset="0"/>
                <a:ea typeface="宋体" pitchFamily="2" charset="-122"/>
              </a:rPr>
              <a:t>1</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0</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”的值参与数值运算。</a:t>
            </a:r>
            <a:endParaRPr lang="zh-CN" altLang="en-US" dirty="0"/>
          </a:p>
        </p:txBody>
      </p:sp>
      <p:sp>
        <p:nvSpPr>
          <p:cNvPr id="4" name="灯片编号占位符 3"/>
          <p:cNvSpPr>
            <a:spLocks noGrp="1"/>
          </p:cNvSpPr>
          <p:nvPr>
            <p:ph type="sldNum" sz="quarter" idx="5"/>
          </p:nvPr>
        </p:nvSpPr>
        <p:spPr/>
        <p:txBody>
          <a:bodyPr/>
          <a:lstStyle/>
          <a:p>
            <a:fld id="{B9B190BF-5A33-419C-ACBC-B26B63E341D7}"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此外，整数类型的子类</a:t>
            </a:r>
            <a:r>
              <a:rPr lang="en-US" altLang="zh-CN" sz="1800" kern="0" dirty="0">
                <a:solidFill>
                  <a:srgbClr val="000000"/>
                </a:solidFill>
                <a:effectLst/>
                <a:latin typeface="Times New Roman" panose="02020603050405020304" pitchFamily="18" charset="0"/>
                <a:ea typeface="宋体" pitchFamily="2" charset="-122"/>
              </a:rPr>
              <a:t>True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False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可以分别以“</a:t>
            </a:r>
            <a:r>
              <a:rPr lang="en-US" altLang="zh-CN" sz="1800" kern="0" dirty="0">
                <a:solidFill>
                  <a:srgbClr val="000000"/>
                </a:solidFill>
                <a:effectLst/>
                <a:latin typeface="Times New Roman" panose="02020603050405020304" pitchFamily="18" charset="0"/>
                <a:ea typeface="宋体" pitchFamily="2" charset="-122"/>
              </a:rPr>
              <a:t>1</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0</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”的值参与数值运算。</a:t>
            </a:r>
            <a:endParaRPr lang="zh-CN" altLang="en-US" dirty="0"/>
          </a:p>
        </p:txBody>
      </p:sp>
      <p:sp>
        <p:nvSpPr>
          <p:cNvPr id="4" name="灯片编号占位符 3"/>
          <p:cNvSpPr>
            <a:spLocks noGrp="1"/>
          </p:cNvSpPr>
          <p:nvPr>
            <p:ph type="sldNum" sz="quarter" idx="5"/>
          </p:nvPr>
        </p:nvSpPr>
        <p:spPr/>
        <p:txBody>
          <a:bodyPr/>
          <a:lstStyle/>
          <a:p>
            <a:fld id="{B9B190BF-5A33-419C-ACBC-B26B63E341D7}"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此外，整数类型的子类</a:t>
            </a:r>
            <a:r>
              <a:rPr lang="en-US" altLang="zh-CN" sz="1800" kern="0" dirty="0">
                <a:solidFill>
                  <a:srgbClr val="000000"/>
                </a:solidFill>
                <a:effectLst/>
                <a:latin typeface="Times New Roman" panose="02020603050405020304" pitchFamily="18" charset="0"/>
                <a:ea typeface="宋体" pitchFamily="2" charset="-122"/>
              </a:rPr>
              <a:t>True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False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可以分别以“</a:t>
            </a:r>
            <a:r>
              <a:rPr lang="en-US" altLang="zh-CN" sz="1800" kern="0" dirty="0">
                <a:solidFill>
                  <a:srgbClr val="000000"/>
                </a:solidFill>
                <a:effectLst/>
                <a:latin typeface="Times New Roman" panose="02020603050405020304" pitchFamily="18" charset="0"/>
                <a:ea typeface="宋体" pitchFamily="2" charset="-122"/>
              </a:rPr>
              <a:t>1</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0</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”的值参与数值运算。</a:t>
            </a:r>
            <a:endParaRPr lang="zh-CN" altLang="en-US" dirty="0"/>
          </a:p>
        </p:txBody>
      </p:sp>
      <p:sp>
        <p:nvSpPr>
          <p:cNvPr id="4" name="灯片编号占位符 3"/>
          <p:cNvSpPr>
            <a:spLocks noGrp="1"/>
          </p:cNvSpPr>
          <p:nvPr>
            <p:ph type="sldNum" sz="quarter" idx="5"/>
          </p:nvPr>
        </p:nvSpPr>
        <p:spPr/>
        <p:txBody>
          <a:bodyPr/>
          <a:lstStyle/>
          <a:p>
            <a:fld id="{B9B190BF-5A33-419C-ACBC-B26B63E341D7}"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此外，整数类型的子类</a:t>
            </a:r>
            <a:r>
              <a:rPr lang="en-US" altLang="zh-CN" sz="1800" kern="0" dirty="0">
                <a:solidFill>
                  <a:srgbClr val="000000"/>
                </a:solidFill>
                <a:effectLst/>
                <a:latin typeface="Times New Roman" panose="02020603050405020304" pitchFamily="18" charset="0"/>
                <a:ea typeface="宋体" pitchFamily="2" charset="-122"/>
              </a:rPr>
              <a:t>True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False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可以分别以“</a:t>
            </a:r>
            <a:r>
              <a:rPr lang="en-US" altLang="zh-CN" sz="1800" kern="0" dirty="0">
                <a:solidFill>
                  <a:srgbClr val="000000"/>
                </a:solidFill>
                <a:effectLst/>
                <a:latin typeface="Times New Roman" panose="02020603050405020304" pitchFamily="18" charset="0"/>
                <a:ea typeface="宋体" pitchFamily="2" charset="-122"/>
              </a:rPr>
              <a:t>1</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0</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”的值参与数值运算。</a:t>
            </a:r>
            <a:endParaRPr lang="zh-CN" altLang="en-US" dirty="0"/>
          </a:p>
        </p:txBody>
      </p:sp>
      <p:sp>
        <p:nvSpPr>
          <p:cNvPr id="4" name="灯片编号占位符 3"/>
          <p:cNvSpPr>
            <a:spLocks noGrp="1"/>
          </p:cNvSpPr>
          <p:nvPr>
            <p:ph type="sldNum" sz="quarter" idx="5"/>
          </p:nvPr>
        </p:nvSpPr>
        <p:spPr/>
        <p:txBody>
          <a:bodyPr/>
          <a:lstStyle/>
          <a:p>
            <a:fld id="{B9B190BF-5A33-419C-ACBC-B26B63E341D7}"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此外，整数类型的子类</a:t>
            </a:r>
            <a:r>
              <a:rPr lang="en-US" altLang="zh-CN" sz="1800" kern="0" dirty="0">
                <a:solidFill>
                  <a:srgbClr val="000000"/>
                </a:solidFill>
                <a:effectLst/>
                <a:latin typeface="Times New Roman" panose="02020603050405020304" pitchFamily="18" charset="0"/>
                <a:ea typeface="宋体" pitchFamily="2" charset="-122"/>
              </a:rPr>
              <a:t>True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False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可以分别以“</a:t>
            </a:r>
            <a:r>
              <a:rPr lang="en-US" altLang="zh-CN" sz="1800" kern="0" dirty="0">
                <a:solidFill>
                  <a:srgbClr val="000000"/>
                </a:solidFill>
                <a:effectLst/>
                <a:latin typeface="Times New Roman" panose="02020603050405020304" pitchFamily="18" charset="0"/>
                <a:ea typeface="宋体" pitchFamily="2" charset="-122"/>
              </a:rPr>
              <a:t>1</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0</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”的值参与数值运算。</a:t>
            </a:r>
            <a:endParaRPr lang="zh-CN" altLang="en-US" dirty="0"/>
          </a:p>
        </p:txBody>
      </p:sp>
      <p:sp>
        <p:nvSpPr>
          <p:cNvPr id="4" name="灯片编号占位符 3"/>
          <p:cNvSpPr>
            <a:spLocks noGrp="1"/>
          </p:cNvSpPr>
          <p:nvPr>
            <p:ph type="sldNum" sz="quarter" idx="5"/>
          </p:nvPr>
        </p:nvSpPr>
        <p:spPr/>
        <p:txBody>
          <a:bodyPr/>
          <a:lstStyle/>
          <a:p>
            <a:fld id="{B9B190BF-5A33-419C-ACBC-B26B63E341D7}"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此外，整数类型的子类</a:t>
            </a:r>
            <a:r>
              <a:rPr lang="en-US" altLang="zh-CN" sz="1800" kern="0" dirty="0">
                <a:solidFill>
                  <a:srgbClr val="000000"/>
                </a:solidFill>
                <a:effectLst/>
                <a:latin typeface="Times New Roman" panose="02020603050405020304" pitchFamily="18" charset="0"/>
                <a:ea typeface="宋体" pitchFamily="2" charset="-122"/>
              </a:rPr>
              <a:t>True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False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可以分别以“</a:t>
            </a:r>
            <a:r>
              <a:rPr lang="en-US" altLang="zh-CN" sz="1800" kern="0" dirty="0">
                <a:solidFill>
                  <a:srgbClr val="000000"/>
                </a:solidFill>
                <a:effectLst/>
                <a:latin typeface="Times New Roman" panose="02020603050405020304" pitchFamily="18" charset="0"/>
                <a:ea typeface="宋体" pitchFamily="2" charset="-122"/>
              </a:rPr>
              <a:t>1</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0</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”的值参与数值运算。</a:t>
            </a:r>
            <a:endParaRPr lang="zh-CN" altLang="en-US" dirty="0"/>
          </a:p>
        </p:txBody>
      </p:sp>
      <p:sp>
        <p:nvSpPr>
          <p:cNvPr id="4" name="灯片编号占位符 3"/>
          <p:cNvSpPr>
            <a:spLocks noGrp="1"/>
          </p:cNvSpPr>
          <p:nvPr>
            <p:ph type="sldNum" sz="quarter" idx="5"/>
          </p:nvPr>
        </p:nvSpPr>
        <p:spPr/>
        <p:txBody>
          <a:bodyPr/>
          <a:lstStyle/>
          <a:p>
            <a:fld id="{B9B190BF-5A33-419C-ACBC-B26B63E341D7}"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此外，整数类型的子类</a:t>
            </a:r>
            <a:r>
              <a:rPr lang="en-US" altLang="zh-CN" sz="1800" kern="0" dirty="0">
                <a:solidFill>
                  <a:srgbClr val="000000"/>
                </a:solidFill>
                <a:effectLst/>
                <a:latin typeface="Times New Roman" panose="02020603050405020304" pitchFamily="18" charset="0"/>
                <a:ea typeface="宋体" pitchFamily="2" charset="-122"/>
              </a:rPr>
              <a:t>True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False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可以分别以“</a:t>
            </a:r>
            <a:r>
              <a:rPr lang="en-US" altLang="zh-CN" sz="1800" kern="0" dirty="0">
                <a:solidFill>
                  <a:srgbClr val="000000"/>
                </a:solidFill>
                <a:effectLst/>
                <a:latin typeface="Times New Roman" panose="02020603050405020304" pitchFamily="18" charset="0"/>
                <a:ea typeface="宋体" pitchFamily="2" charset="-122"/>
              </a:rPr>
              <a:t>1</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0</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”的值参与数值运算。</a:t>
            </a:r>
            <a:endParaRPr lang="zh-CN" altLang="en-US" dirty="0"/>
          </a:p>
        </p:txBody>
      </p:sp>
      <p:sp>
        <p:nvSpPr>
          <p:cNvPr id="4" name="灯片编号占位符 3"/>
          <p:cNvSpPr>
            <a:spLocks noGrp="1"/>
          </p:cNvSpPr>
          <p:nvPr>
            <p:ph type="sldNum" sz="quarter" idx="5"/>
          </p:nvPr>
        </p:nvSpPr>
        <p:spPr/>
        <p:txBody>
          <a:bodyPr/>
          <a:lstStyle/>
          <a:p>
            <a:fld id="{B9B190BF-5A33-419C-ACBC-B26B63E341D7}"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此外，整数类型的子类</a:t>
            </a:r>
            <a:r>
              <a:rPr lang="en-US" altLang="zh-CN" sz="1800" kern="0" dirty="0">
                <a:solidFill>
                  <a:srgbClr val="000000"/>
                </a:solidFill>
                <a:effectLst/>
                <a:latin typeface="Times New Roman" panose="02020603050405020304" pitchFamily="18" charset="0"/>
                <a:ea typeface="宋体" pitchFamily="2" charset="-122"/>
              </a:rPr>
              <a:t>True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False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可以分别以“</a:t>
            </a:r>
            <a:r>
              <a:rPr lang="en-US" altLang="zh-CN" sz="1800" kern="0" dirty="0">
                <a:solidFill>
                  <a:srgbClr val="000000"/>
                </a:solidFill>
                <a:effectLst/>
                <a:latin typeface="Times New Roman" panose="02020603050405020304" pitchFamily="18" charset="0"/>
                <a:ea typeface="宋体" pitchFamily="2" charset="-122"/>
              </a:rPr>
              <a:t>1</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0</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”的值参与数值运算。</a:t>
            </a:r>
            <a:endParaRPr lang="zh-CN" altLang="en-US" dirty="0"/>
          </a:p>
        </p:txBody>
      </p:sp>
      <p:sp>
        <p:nvSpPr>
          <p:cNvPr id="4" name="灯片编号占位符 3"/>
          <p:cNvSpPr>
            <a:spLocks noGrp="1"/>
          </p:cNvSpPr>
          <p:nvPr>
            <p:ph type="sldNum" sz="quarter" idx="5"/>
          </p:nvPr>
        </p:nvSpPr>
        <p:spPr/>
        <p:txBody>
          <a:bodyPr/>
          <a:lstStyle/>
          <a:p>
            <a:fld id="{B9B190BF-5A33-419C-ACBC-B26B63E341D7}"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此外，整数类型的子类</a:t>
            </a:r>
            <a:r>
              <a:rPr lang="en-US" altLang="zh-CN" sz="1800" kern="0" dirty="0">
                <a:solidFill>
                  <a:srgbClr val="000000"/>
                </a:solidFill>
                <a:effectLst/>
                <a:latin typeface="Times New Roman" panose="02020603050405020304" pitchFamily="18" charset="0"/>
                <a:ea typeface="宋体" pitchFamily="2" charset="-122"/>
              </a:rPr>
              <a:t>True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False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可以分别以“</a:t>
            </a:r>
            <a:r>
              <a:rPr lang="en-US" altLang="zh-CN" sz="1800" kern="0" dirty="0">
                <a:solidFill>
                  <a:srgbClr val="000000"/>
                </a:solidFill>
                <a:effectLst/>
                <a:latin typeface="Times New Roman" panose="02020603050405020304" pitchFamily="18" charset="0"/>
                <a:ea typeface="宋体" pitchFamily="2" charset="-122"/>
              </a:rPr>
              <a:t>1</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0</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”的值参与数值运算。</a:t>
            </a:r>
            <a:endParaRPr lang="zh-CN" altLang="en-US" dirty="0"/>
          </a:p>
        </p:txBody>
      </p:sp>
      <p:sp>
        <p:nvSpPr>
          <p:cNvPr id="4" name="灯片编号占位符 3"/>
          <p:cNvSpPr>
            <a:spLocks noGrp="1"/>
          </p:cNvSpPr>
          <p:nvPr>
            <p:ph type="sldNum" sz="quarter" idx="5"/>
          </p:nvPr>
        </p:nvSpPr>
        <p:spPr/>
        <p:txBody>
          <a:bodyPr/>
          <a:lstStyle/>
          <a:p>
            <a:fld id="{B9B190BF-5A33-419C-ACBC-B26B63E341D7}"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此外，整数类型的子类</a:t>
            </a:r>
            <a:r>
              <a:rPr lang="en-US" altLang="zh-CN" sz="1800" kern="0" dirty="0">
                <a:solidFill>
                  <a:srgbClr val="000000"/>
                </a:solidFill>
                <a:effectLst/>
                <a:latin typeface="Times New Roman" panose="02020603050405020304" pitchFamily="18" charset="0"/>
                <a:ea typeface="宋体" pitchFamily="2" charset="-122"/>
              </a:rPr>
              <a:t>True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False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可以分别以“</a:t>
            </a:r>
            <a:r>
              <a:rPr lang="en-US" altLang="zh-CN" sz="1800" kern="0" dirty="0">
                <a:solidFill>
                  <a:srgbClr val="000000"/>
                </a:solidFill>
                <a:effectLst/>
                <a:latin typeface="Times New Roman" panose="02020603050405020304" pitchFamily="18" charset="0"/>
                <a:ea typeface="宋体" pitchFamily="2" charset="-122"/>
              </a:rPr>
              <a:t>1</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0</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”的值参与数值运算。</a:t>
            </a:r>
            <a:endParaRPr lang="zh-CN" altLang="en-US" dirty="0"/>
          </a:p>
        </p:txBody>
      </p:sp>
      <p:sp>
        <p:nvSpPr>
          <p:cNvPr id="4" name="灯片编号占位符 3"/>
          <p:cNvSpPr>
            <a:spLocks noGrp="1"/>
          </p:cNvSpPr>
          <p:nvPr>
            <p:ph type="sldNum" sz="quarter" idx="5"/>
          </p:nvPr>
        </p:nvSpPr>
        <p:spPr/>
        <p:txBody>
          <a:bodyPr/>
          <a:lstStyle/>
          <a:p>
            <a:fld id="{B9B190BF-5A33-419C-ACBC-B26B63E341D7}"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此外，整数类型的子类</a:t>
            </a:r>
            <a:r>
              <a:rPr lang="en-US" altLang="zh-CN" sz="1800" kern="0" dirty="0">
                <a:solidFill>
                  <a:srgbClr val="000000"/>
                </a:solidFill>
                <a:effectLst/>
                <a:latin typeface="Times New Roman" panose="02020603050405020304" pitchFamily="18" charset="0"/>
                <a:ea typeface="宋体" pitchFamily="2" charset="-122"/>
              </a:rPr>
              <a:t>True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False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可以分别以“</a:t>
            </a:r>
            <a:r>
              <a:rPr lang="en-US" altLang="zh-CN" sz="1800" kern="0" dirty="0">
                <a:solidFill>
                  <a:srgbClr val="000000"/>
                </a:solidFill>
                <a:effectLst/>
                <a:latin typeface="Times New Roman" panose="02020603050405020304" pitchFamily="18" charset="0"/>
                <a:ea typeface="宋体" pitchFamily="2" charset="-122"/>
              </a:rPr>
              <a:t>1</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0</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”的值参与数值运算。</a:t>
            </a:r>
            <a:endParaRPr lang="zh-CN" altLang="en-US" dirty="0"/>
          </a:p>
        </p:txBody>
      </p:sp>
      <p:sp>
        <p:nvSpPr>
          <p:cNvPr id="4" name="灯片编号占位符 3"/>
          <p:cNvSpPr>
            <a:spLocks noGrp="1"/>
          </p:cNvSpPr>
          <p:nvPr>
            <p:ph type="sldNum" sz="quarter" idx="5"/>
          </p:nvPr>
        </p:nvSpPr>
        <p:spPr/>
        <p:txBody>
          <a:bodyPr/>
          <a:lstStyle/>
          <a:p>
            <a:fld id="{B9B190BF-5A33-419C-ACBC-B26B63E341D7}"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此外，整数类型的子类</a:t>
            </a:r>
            <a:r>
              <a:rPr lang="en-US" altLang="zh-CN" sz="1800" kern="0" dirty="0">
                <a:solidFill>
                  <a:srgbClr val="000000"/>
                </a:solidFill>
                <a:effectLst/>
                <a:latin typeface="Times New Roman" panose="02020603050405020304" pitchFamily="18" charset="0"/>
                <a:ea typeface="宋体" pitchFamily="2" charset="-122"/>
              </a:rPr>
              <a:t>True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False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可以分别以“</a:t>
            </a:r>
            <a:r>
              <a:rPr lang="en-US" altLang="zh-CN" sz="1800" kern="0" dirty="0">
                <a:solidFill>
                  <a:srgbClr val="000000"/>
                </a:solidFill>
                <a:effectLst/>
                <a:latin typeface="Times New Roman" panose="02020603050405020304" pitchFamily="18" charset="0"/>
                <a:ea typeface="宋体" pitchFamily="2" charset="-122"/>
              </a:rPr>
              <a:t>1</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0</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”的值参与数值运算。</a:t>
            </a:r>
            <a:endParaRPr lang="zh-CN" altLang="en-US" dirty="0"/>
          </a:p>
        </p:txBody>
      </p:sp>
      <p:sp>
        <p:nvSpPr>
          <p:cNvPr id="4" name="灯片编号占位符 3"/>
          <p:cNvSpPr>
            <a:spLocks noGrp="1"/>
          </p:cNvSpPr>
          <p:nvPr>
            <p:ph type="sldNum" sz="quarter" idx="5"/>
          </p:nvPr>
        </p:nvSpPr>
        <p:spPr/>
        <p:txBody>
          <a:bodyPr/>
          <a:lstStyle/>
          <a:p>
            <a:fld id="{B9B190BF-5A33-419C-ACBC-B26B63E341D7}"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此外，整数类型的子类</a:t>
            </a:r>
            <a:r>
              <a:rPr lang="en-US" altLang="zh-CN" sz="1800" kern="0" dirty="0">
                <a:solidFill>
                  <a:srgbClr val="000000"/>
                </a:solidFill>
                <a:effectLst/>
                <a:latin typeface="Times New Roman" panose="02020603050405020304" pitchFamily="18" charset="0"/>
                <a:ea typeface="宋体" pitchFamily="2" charset="-122"/>
              </a:rPr>
              <a:t>True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False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可以分别以“</a:t>
            </a:r>
            <a:r>
              <a:rPr lang="en-US" altLang="zh-CN" sz="1800" kern="0" dirty="0">
                <a:solidFill>
                  <a:srgbClr val="000000"/>
                </a:solidFill>
                <a:effectLst/>
                <a:latin typeface="Times New Roman" panose="02020603050405020304" pitchFamily="18" charset="0"/>
                <a:ea typeface="宋体" pitchFamily="2" charset="-122"/>
              </a:rPr>
              <a:t>1</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0</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”的值参与数值运算。</a:t>
            </a:r>
            <a:endParaRPr lang="zh-CN" altLang="en-US" dirty="0"/>
          </a:p>
        </p:txBody>
      </p:sp>
      <p:sp>
        <p:nvSpPr>
          <p:cNvPr id="4" name="灯片编号占位符 3"/>
          <p:cNvSpPr>
            <a:spLocks noGrp="1"/>
          </p:cNvSpPr>
          <p:nvPr>
            <p:ph type="sldNum" sz="quarter" idx="5"/>
          </p:nvPr>
        </p:nvSpPr>
        <p:spPr/>
        <p:txBody>
          <a:bodyPr/>
          <a:lstStyle/>
          <a:p>
            <a:fld id="{B9B190BF-5A33-419C-ACBC-B26B63E341D7}"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此外，整数类型的子类</a:t>
            </a:r>
            <a:r>
              <a:rPr lang="en-US" altLang="zh-CN" sz="1800" kern="0" dirty="0">
                <a:solidFill>
                  <a:srgbClr val="000000"/>
                </a:solidFill>
                <a:effectLst/>
                <a:latin typeface="Times New Roman" panose="02020603050405020304" pitchFamily="18" charset="0"/>
                <a:ea typeface="宋体" pitchFamily="2" charset="-122"/>
              </a:rPr>
              <a:t>True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False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可以分别以“</a:t>
            </a:r>
            <a:r>
              <a:rPr lang="en-US" altLang="zh-CN" sz="1800" kern="0" dirty="0">
                <a:solidFill>
                  <a:srgbClr val="000000"/>
                </a:solidFill>
                <a:effectLst/>
                <a:latin typeface="Times New Roman" panose="02020603050405020304" pitchFamily="18" charset="0"/>
                <a:ea typeface="宋体" pitchFamily="2" charset="-122"/>
              </a:rPr>
              <a:t>1</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0</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”的值参与数值运算。</a:t>
            </a:r>
            <a:endParaRPr lang="zh-CN" altLang="en-US" dirty="0"/>
          </a:p>
        </p:txBody>
      </p:sp>
      <p:sp>
        <p:nvSpPr>
          <p:cNvPr id="4" name="灯片编号占位符 3"/>
          <p:cNvSpPr>
            <a:spLocks noGrp="1"/>
          </p:cNvSpPr>
          <p:nvPr>
            <p:ph type="sldNum" sz="quarter" idx="5"/>
          </p:nvPr>
        </p:nvSpPr>
        <p:spPr/>
        <p:txBody>
          <a:bodyPr/>
          <a:lstStyle/>
          <a:p>
            <a:fld id="{B9B190BF-5A33-419C-ACBC-B26B63E341D7}"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此外，整数类型的子类</a:t>
            </a:r>
            <a:r>
              <a:rPr lang="en-US" altLang="zh-CN" sz="1800" kern="0" dirty="0">
                <a:solidFill>
                  <a:srgbClr val="000000"/>
                </a:solidFill>
                <a:effectLst/>
                <a:latin typeface="Times New Roman" panose="02020603050405020304" pitchFamily="18" charset="0"/>
                <a:ea typeface="宋体" pitchFamily="2" charset="-122"/>
              </a:rPr>
              <a:t>True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False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可以分别以“</a:t>
            </a:r>
            <a:r>
              <a:rPr lang="en-US" altLang="zh-CN" sz="1800" kern="0" dirty="0">
                <a:solidFill>
                  <a:srgbClr val="000000"/>
                </a:solidFill>
                <a:effectLst/>
                <a:latin typeface="Times New Roman" panose="02020603050405020304" pitchFamily="18" charset="0"/>
                <a:ea typeface="宋体" pitchFamily="2" charset="-122"/>
              </a:rPr>
              <a:t>1</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0</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”的值参与数值运算。</a:t>
            </a:r>
            <a:endParaRPr lang="zh-CN" altLang="en-US" dirty="0"/>
          </a:p>
        </p:txBody>
      </p:sp>
      <p:sp>
        <p:nvSpPr>
          <p:cNvPr id="4" name="灯片编号占位符 3"/>
          <p:cNvSpPr>
            <a:spLocks noGrp="1"/>
          </p:cNvSpPr>
          <p:nvPr>
            <p:ph type="sldNum" sz="quarter" idx="5"/>
          </p:nvPr>
        </p:nvSpPr>
        <p:spPr/>
        <p:txBody>
          <a:bodyPr/>
          <a:lstStyle/>
          <a:p>
            <a:fld id="{B9B190BF-5A33-419C-ACBC-B26B63E341D7}"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此外，整数类型的子类</a:t>
            </a:r>
            <a:r>
              <a:rPr lang="en-US" altLang="zh-CN" sz="1800" kern="0" dirty="0">
                <a:solidFill>
                  <a:srgbClr val="000000"/>
                </a:solidFill>
                <a:effectLst/>
                <a:latin typeface="Times New Roman" panose="02020603050405020304" pitchFamily="18" charset="0"/>
                <a:ea typeface="宋体" pitchFamily="2" charset="-122"/>
              </a:rPr>
              <a:t>True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False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可以分别以“</a:t>
            </a:r>
            <a:r>
              <a:rPr lang="en-US" altLang="zh-CN" sz="1800" kern="0" dirty="0">
                <a:solidFill>
                  <a:srgbClr val="000000"/>
                </a:solidFill>
                <a:effectLst/>
                <a:latin typeface="Times New Roman" panose="02020603050405020304" pitchFamily="18" charset="0"/>
                <a:ea typeface="宋体" pitchFamily="2" charset="-122"/>
              </a:rPr>
              <a:t>1</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0</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”的值参与数值运算。</a:t>
            </a:r>
            <a:endParaRPr lang="zh-CN" altLang="en-US" dirty="0"/>
          </a:p>
        </p:txBody>
      </p:sp>
      <p:sp>
        <p:nvSpPr>
          <p:cNvPr id="4" name="灯片编号占位符 3"/>
          <p:cNvSpPr>
            <a:spLocks noGrp="1"/>
          </p:cNvSpPr>
          <p:nvPr>
            <p:ph type="sldNum" sz="quarter" idx="5"/>
          </p:nvPr>
        </p:nvSpPr>
        <p:spPr/>
        <p:txBody>
          <a:bodyPr/>
          <a:lstStyle/>
          <a:p>
            <a:fld id="{B9B190BF-5A33-419C-ACBC-B26B63E341D7}"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此外，整数类型的子类</a:t>
            </a:r>
            <a:r>
              <a:rPr lang="en-US" altLang="zh-CN" sz="1800" kern="0" dirty="0">
                <a:solidFill>
                  <a:srgbClr val="000000"/>
                </a:solidFill>
                <a:effectLst/>
                <a:latin typeface="Times New Roman" panose="02020603050405020304" pitchFamily="18" charset="0"/>
                <a:ea typeface="宋体" pitchFamily="2" charset="-122"/>
              </a:rPr>
              <a:t>True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False</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可以分别以“</a:t>
            </a:r>
            <a:r>
              <a:rPr lang="en-US" altLang="zh-CN" sz="1800" kern="0" dirty="0">
                <a:solidFill>
                  <a:srgbClr val="000000"/>
                </a:solidFill>
                <a:effectLst/>
                <a:latin typeface="Times New Roman" panose="02020603050405020304" pitchFamily="18" charset="0"/>
                <a:ea typeface="宋体" pitchFamily="2" charset="-122"/>
              </a:rPr>
              <a:t>1</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”和“</a:t>
            </a:r>
            <a:r>
              <a:rPr lang="en-US" altLang="zh-CN" sz="1800" kern="0" dirty="0">
                <a:solidFill>
                  <a:srgbClr val="000000"/>
                </a:solidFill>
                <a:effectLst/>
                <a:latin typeface="Times New Roman" panose="02020603050405020304" pitchFamily="18" charset="0"/>
                <a:ea typeface="宋体" pitchFamily="2" charset="-122"/>
              </a:rPr>
              <a:t>0</a:t>
            </a:r>
            <a:r>
              <a:rPr lang="zh-CN" altLang="zh-CN" sz="1800" kern="0" dirty="0">
                <a:solidFill>
                  <a:srgbClr val="000000"/>
                </a:solidFill>
                <a:effectLst/>
                <a:latin typeface="Times New Roman" panose="02020603050405020304" pitchFamily="18" charset="0"/>
                <a:ea typeface="宋体" pitchFamily="2" charset="-122"/>
                <a:cs typeface="Times New Roman" panose="02020603050405020304" pitchFamily="18" charset="0"/>
              </a:rPr>
              <a:t>”的值参与数值运算。</a:t>
            </a:r>
            <a:endParaRPr lang="zh-CN" altLang="en-US" dirty="0"/>
          </a:p>
        </p:txBody>
      </p:sp>
      <p:sp>
        <p:nvSpPr>
          <p:cNvPr id="4" name="灯片编号占位符 3"/>
          <p:cNvSpPr>
            <a:spLocks noGrp="1"/>
          </p:cNvSpPr>
          <p:nvPr>
            <p:ph type="sldNum" sz="quarter" idx="5"/>
          </p:nvPr>
        </p:nvSpPr>
        <p:spPr/>
        <p:txBody>
          <a:bodyPr/>
          <a:lstStyle/>
          <a:p>
            <a:fld id="{B9B190BF-5A33-419C-ACBC-B26B63E341D7}"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9B190BF-5A33-419C-ACBC-B26B63E341D7}"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sp>
        <p:nvSpPr>
          <p:cNvPr id="10" name="矩形 9"/>
          <p:cNvSpPr/>
          <p:nvPr userDrawn="1"/>
        </p:nvSpPr>
        <p:spPr>
          <a:xfrm>
            <a:off x="1109510" y="820450"/>
            <a:ext cx="10677237" cy="5524499"/>
          </a:xfrm>
          <a:prstGeom prst="rect">
            <a:avLst/>
          </a:prstGeom>
          <a:noFill/>
          <a:ln w="1270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矩形 8"/>
          <p:cNvSpPr/>
          <p:nvPr userDrawn="1"/>
        </p:nvSpPr>
        <p:spPr>
          <a:xfrm>
            <a:off x="591127" y="423719"/>
            <a:ext cx="10677237" cy="5524499"/>
          </a:xfrm>
          <a:prstGeom prst="rect">
            <a:avLst/>
          </a:prstGeom>
          <a:solidFill>
            <a:schemeClr val="bg1"/>
          </a:solidFill>
          <a:ln w="1270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矩形: 圆角 10"/>
          <p:cNvSpPr/>
          <p:nvPr userDrawn="1"/>
        </p:nvSpPr>
        <p:spPr>
          <a:xfrm>
            <a:off x="890388" y="698157"/>
            <a:ext cx="3838630" cy="641927"/>
          </a:xfrm>
          <a:prstGeom prst="roundRect">
            <a:avLst>
              <a:gd name="adj" fmla="val 50000"/>
            </a:avLst>
          </a:prstGeom>
          <a:solidFill>
            <a:srgbClr val="0070C0"/>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b="1" dirty="0">
                <a:latin typeface="微软雅黑" panose="020B0503020204020204" pitchFamily="34" charset="-122"/>
                <a:ea typeface="微软雅黑" panose="020B0503020204020204" pitchFamily="34" charset="-122"/>
              </a:rPr>
              <a:t>Python </a:t>
            </a:r>
            <a:r>
              <a:rPr lang="zh-CN" altLang="en-US" sz="2400" b="1" dirty="0">
                <a:latin typeface="微软雅黑" panose="020B0503020204020204" pitchFamily="34" charset="-122"/>
                <a:ea typeface="微软雅黑" panose="020B0503020204020204" pitchFamily="34" charset="-122"/>
              </a:rPr>
              <a:t>程序设计基础</a:t>
            </a:r>
            <a:endParaRPr lang="zh-CN" altLang="en-US" sz="2400" b="1" dirty="0">
              <a:latin typeface="微软雅黑" panose="020B0503020204020204" pitchFamily="34" charset="-122"/>
              <a:ea typeface="微软雅黑" panose="020B0503020204020204" pitchFamily="34" charset="-122"/>
            </a:endParaRPr>
          </a:p>
        </p:txBody>
      </p:sp>
      <p:sp>
        <p:nvSpPr>
          <p:cNvPr id="2" name="标题"/>
          <p:cNvSpPr>
            <a:spLocks noGrp="1"/>
          </p:cNvSpPr>
          <p:nvPr>
            <p:ph type="ctrTitle" hasCustomPrompt="1"/>
          </p:nvPr>
        </p:nvSpPr>
        <p:spPr>
          <a:xfrm>
            <a:off x="1126836" y="2667144"/>
            <a:ext cx="9605817" cy="1007918"/>
          </a:xfrm>
          <a:prstGeom prst="rect">
            <a:avLst/>
          </a:prstGeom>
        </p:spPr>
        <p:txBody>
          <a:bodyPr anchor="b">
            <a:normAutofit/>
          </a:bodyPr>
          <a:lstStyle>
            <a:lvl1pPr algn="ctr">
              <a:defRPr sz="6000" b="1">
                <a:solidFill>
                  <a:srgbClr val="0070C0"/>
                </a:solidFill>
                <a:latin typeface="微软雅黑" panose="020B0503020204020204" pitchFamily="34" charset="-122"/>
                <a:ea typeface="微软雅黑" panose="020B0503020204020204" pitchFamily="34" charset="-122"/>
              </a:defRPr>
            </a:lvl1pPr>
          </a:lstStyle>
          <a:p>
            <a:r>
              <a:rPr lang="zh-CN" altLang="en-US" dirty="0"/>
              <a:t>单击此处编辑标题</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_5">
    <p:spTree>
      <p:nvGrpSpPr>
        <p:cNvPr id="1" name=""/>
        <p:cNvGrpSpPr/>
        <p:nvPr/>
      </p:nvGrpSpPr>
      <p:grpSpPr>
        <a:xfrm>
          <a:off x="0" y="0"/>
          <a:ext cx="0" cy="0"/>
          <a:chOff x="0" y="0"/>
          <a:chExt cx="0" cy="0"/>
        </a:xfrm>
      </p:grpSpPr>
      <p:sp>
        <p:nvSpPr>
          <p:cNvPr id="7" name="梯形 2"/>
          <p:cNvSpPr/>
          <p:nvPr userDrawn="1"/>
        </p:nvSpPr>
        <p:spPr>
          <a:xfrm>
            <a:off x="-2731" y="0"/>
            <a:ext cx="5007350" cy="6858000"/>
          </a:xfrm>
          <a:custGeom>
            <a:avLst/>
            <a:gdLst>
              <a:gd name="connsiteX0" fmla="*/ 0 w 4584749"/>
              <a:gd name="connsiteY0" fmla="*/ 6858000 h 6858000"/>
              <a:gd name="connsiteX1" fmla="*/ 1083560 w 4584749"/>
              <a:gd name="connsiteY1" fmla="*/ 0 h 6858000"/>
              <a:gd name="connsiteX2" fmla="*/ 3501189 w 4584749"/>
              <a:gd name="connsiteY2" fmla="*/ 0 h 6858000"/>
              <a:gd name="connsiteX3" fmla="*/ 4584749 w 4584749"/>
              <a:gd name="connsiteY3" fmla="*/ 6858000 h 6858000"/>
              <a:gd name="connsiteX4" fmla="*/ 0 w 4584749"/>
              <a:gd name="connsiteY4" fmla="*/ 6858000 h 6858000"/>
              <a:gd name="connsiteX0-1" fmla="*/ 0 w 4584749"/>
              <a:gd name="connsiteY0-2" fmla="*/ 6858000 h 6858000"/>
              <a:gd name="connsiteX1-3" fmla="*/ 21676 w 4584749"/>
              <a:gd name="connsiteY1-4" fmla="*/ 19664 h 6858000"/>
              <a:gd name="connsiteX2-5" fmla="*/ 3501189 w 4584749"/>
              <a:gd name="connsiteY2-6" fmla="*/ 0 h 6858000"/>
              <a:gd name="connsiteX3-7" fmla="*/ 4584749 w 4584749"/>
              <a:gd name="connsiteY3-8" fmla="*/ 6858000 h 6858000"/>
              <a:gd name="connsiteX4-9" fmla="*/ 0 w 4584749"/>
              <a:gd name="connsiteY4-10" fmla="*/ 6858000 h 6858000"/>
              <a:gd name="connsiteX0-11" fmla="*/ 0 w 4584749"/>
              <a:gd name="connsiteY0-12" fmla="*/ 6858000 h 6858000"/>
              <a:gd name="connsiteX1-13" fmla="*/ 21676 w 4584749"/>
              <a:gd name="connsiteY1-14" fmla="*/ 6964 h 6858000"/>
              <a:gd name="connsiteX2-15" fmla="*/ 3501189 w 4584749"/>
              <a:gd name="connsiteY2-16" fmla="*/ 0 h 6858000"/>
              <a:gd name="connsiteX3-17" fmla="*/ 4584749 w 4584749"/>
              <a:gd name="connsiteY3-18" fmla="*/ 6858000 h 6858000"/>
              <a:gd name="connsiteX4-19" fmla="*/ 0 w 4584749"/>
              <a:gd name="connsiteY4-20" fmla="*/ 6858000 h 6858000"/>
              <a:gd name="connsiteX0-21" fmla="*/ 0 w 4584749"/>
              <a:gd name="connsiteY0-22" fmla="*/ 6858000 h 6858000"/>
              <a:gd name="connsiteX1-23" fmla="*/ 31201 w 4584749"/>
              <a:gd name="connsiteY1-24" fmla="*/ 3154 h 6858000"/>
              <a:gd name="connsiteX2-25" fmla="*/ 3501189 w 4584749"/>
              <a:gd name="connsiteY2-26" fmla="*/ 0 h 6858000"/>
              <a:gd name="connsiteX3-27" fmla="*/ 4584749 w 4584749"/>
              <a:gd name="connsiteY3-28" fmla="*/ 6858000 h 6858000"/>
              <a:gd name="connsiteX4-29" fmla="*/ 0 w 4584749"/>
              <a:gd name="connsiteY4-30" fmla="*/ 6858000 h 6858000"/>
              <a:gd name="connsiteX0-31" fmla="*/ 0 w 4584749"/>
              <a:gd name="connsiteY0-32" fmla="*/ 6858000 h 6858000"/>
              <a:gd name="connsiteX1-33" fmla="*/ 23581 w 4584749"/>
              <a:gd name="connsiteY1-34" fmla="*/ 3154 h 6858000"/>
              <a:gd name="connsiteX2-35" fmla="*/ 3501189 w 4584749"/>
              <a:gd name="connsiteY2-36" fmla="*/ 0 h 6858000"/>
              <a:gd name="connsiteX3-37" fmla="*/ 4584749 w 4584749"/>
              <a:gd name="connsiteY3-38" fmla="*/ 6858000 h 6858000"/>
              <a:gd name="connsiteX4-39" fmla="*/ 0 w 4584749"/>
              <a:gd name="connsiteY4-40" fmla="*/ 6858000 h 6858000"/>
              <a:gd name="connsiteX0-41" fmla="*/ 21424 w 4562160"/>
              <a:gd name="connsiteY0-42" fmla="*/ 6858000 h 6858000"/>
              <a:gd name="connsiteX1-43" fmla="*/ 992 w 4562160"/>
              <a:gd name="connsiteY1-44" fmla="*/ 3154 h 6858000"/>
              <a:gd name="connsiteX2-45" fmla="*/ 3478600 w 4562160"/>
              <a:gd name="connsiteY2-46" fmla="*/ 0 h 6858000"/>
              <a:gd name="connsiteX3-47" fmla="*/ 4562160 w 4562160"/>
              <a:gd name="connsiteY3-48" fmla="*/ 6858000 h 6858000"/>
              <a:gd name="connsiteX4-49" fmla="*/ 21424 w 4562160"/>
              <a:gd name="connsiteY4-50" fmla="*/ 6858000 h 6858000"/>
              <a:gd name="connsiteX0-51" fmla="*/ 0 w 4563900"/>
              <a:gd name="connsiteY0-52" fmla="*/ 6858000 h 6858000"/>
              <a:gd name="connsiteX1-53" fmla="*/ 2732 w 4563900"/>
              <a:gd name="connsiteY1-54" fmla="*/ 3154 h 6858000"/>
              <a:gd name="connsiteX2-55" fmla="*/ 3480340 w 4563900"/>
              <a:gd name="connsiteY2-56" fmla="*/ 0 h 6858000"/>
              <a:gd name="connsiteX3-57" fmla="*/ 4563900 w 4563900"/>
              <a:gd name="connsiteY3-58" fmla="*/ 6858000 h 6858000"/>
              <a:gd name="connsiteX4-59" fmla="*/ 0 w 4563900"/>
              <a:gd name="connsiteY4-60" fmla="*/ 6858000 h 6858000"/>
              <a:gd name="connsiteX0-61" fmla="*/ 1718 w 4565618"/>
              <a:gd name="connsiteY0-62" fmla="*/ 6858000 h 6858000"/>
              <a:gd name="connsiteX1-63" fmla="*/ 2134 w 4565618"/>
              <a:gd name="connsiteY1-64" fmla="*/ 10774 h 6858000"/>
              <a:gd name="connsiteX2-65" fmla="*/ 3482058 w 4565618"/>
              <a:gd name="connsiteY2-66" fmla="*/ 0 h 6858000"/>
              <a:gd name="connsiteX3-67" fmla="*/ 4565618 w 4565618"/>
              <a:gd name="connsiteY3-68" fmla="*/ 6858000 h 6858000"/>
              <a:gd name="connsiteX4-69" fmla="*/ 1718 w 4565618"/>
              <a:gd name="connsiteY4-70" fmla="*/ 6858000 h 6858000"/>
              <a:gd name="connsiteX0-71" fmla="*/ 0 w 4563900"/>
              <a:gd name="connsiteY0-72" fmla="*/ 6858000 h 6858000"/>
              <a:gd name="connsiteX1-73" fmla="*/ 5049 w 4563900"/>
              <a:gd name="connsiteY1-74" fmla="*/ 3154 h 6858000"/>
              <a:gd name="connsiteX2-75" fmla="*/ 3480340 w 4563900"/>
              <a:gd name="connsiteY2-76" fmla="*/ 0 h 6858000"/>
              <a:gd name="connsiteX3-77" fmla="*/ 4563900 w 4563900"/>
              <a:gd name="connsiteY3-78" fmla="*/ 6858000 h 6858000"/>
              <a:gd name="connsiteX4-79" fmla="*/ 0 w 4563900"/>
              <a:gd name="connsiteY4-80" fmla="*/ 6858000 h 6858000"/>
              <a:gd name="connsiteX0-81" fmla="*/ 0 w 4563900"/>
              <a:gd name="connsiteY0-82" fmla="*/ 6858000 h 6858000"/>
              <a:gd name="connsiteX1-83" fmla="*/ 2732 w 4563900"/>
              <a:gd name="connsiteY1-84" fmla="*/ 3154 h 6858000"/>
              <a:gd name="connsiteX2-85" fmla="*/ 3480340 w 4563900"/>
              <a:gd name="connsiteY2-86" fmla="*/ 0 h 6858000"/>
              <a:gd name="connsiteX3-87" fmla="*/ 4563900 w 4563900"/>
              <a:gd name="connsiteY3-88" fmla="*/ 6858000 h 6858000"/>
              <a:gd name="connsiteX4-89" fmla="*/ 0 w 4563900"/>
              <a:gd name="connsiteY4-90" fmla="*/ 6858000 h 6858000"/>
              <a:gd name="connsiteX0-91" fmla="*/ 1718 w 4565618"/>
              <a:gd name="connsiteY0-92" fmla="*/ 6858000 h 6858000"/>
              <a:gd name="connsiteX1-93" fmla="*/ 2134 w 4565618"/>
              <a:gd name="connsiteY1-94" fmla="*/ 10774 h 6858000"/>
              <a:gd name="connsiteX2-95" fmla="*/ 3482058 w 4565618"/>
              <a:gd name="connsiteY2-96" fmla="*/ 0 h 6858000"/>
              <a:gd name="connsiteX3-97" fmla="*/ 4565618 w 4565618"/>
              <a:gd name="connsiteY3-98" fmla="*/ 6858000 h 6858000"/>
              <a:gd name="connsiteX4-99" fmla="*/ 1718 w 4565618"/>
              <a:gd name="connsiteY4-100" fmla="*/ 6858000 h 6858000"/>
              <a:gd name="connsiteX0-101" fmla="*/ 0 w 4563900"/>
              <a:gd name="connsiteY0-102" fmla="*/ 6858000 h 6858000"/>
              <a:gd name="connsiteX1-103" fmla="*/ 2733 w 4563900"/>
              <a:gd name="connsiteY1-104" fmla="*/ 5694 h 6858000"/>
              <a:gd name="connsiteX2-105" fmla="*/ 3480340 w 4563900"/>
              <a:gd name="connsiteY2-106" fmla="*/ 0 h 6858000"/>
              <a:gd name="connsiteX3-107" fmla="*/ 4563900 w 4563900"/>
              <a:gd name="connsiteY3-108" fmla="*/ 6858000 h 6858000"/>
              <a:gd name="connsiteX4-109" fmla="*/ 0 w 4563900"/>
              <a:gd name="connsiteY4-110" fmla="*/ 6858000 h 6858000"/>
              <a:gd name="connsiteX0-111" fmla="*/ 4314 w 4568214"/>
              <a:gd name="connsiteY0-112" fmla="*/ 6858000 h 6858000"/>
              <a:gd name="connsiteX1-113" fmla="*/ 1835 w 4568214"/>
              <a:gd name="connsiteY1-114" fmla="*/ 28554 h 6858000"/>
              <a:gd name="connsiteX2-115" fmla="*/ 3484654 w 4568214"/>
              <a:gd name="connsiteY2-116" fmla="*/ 0 h 6858000"/>
              <a:gd name="connsiteX3-117" fmla="*/ 4568214 w 4568214"/>
              <a:gd name="connsiteY3-118" fmla="*/ 6858000 h 6858000"/>
              <a:gd name="connsiteX4-119" fmla="*/ 4314 w 4568214"/>
              <a:gd name="connsiteY4-120" fmla="*/ 6858000 h 6858000"/>
              <a:gd name="connsiteX0-121" fmla="*/ 0 w 4563900"/>
              <a:gd name="connsiteY0-122" fmla="*/ 6858000 h 6858000"/>
              <a:gd name="connsiteX1-123" fmla="*/ 25318 w 4563900"/>
              <a:gd name="connsiteY1-124" fmla="*/ 3789 h 6858000"/>
              <a:gd name="connsiteX2-125" fmla="*/ 3480340 w 4563900"/>
              <a:gd name="connsiteY2-126" fmla="*/ 0 h 6858000"/>
              <a:gd name="connsiteX3-127" fmla="*/ 4563900 w 4563900"/>
              <a:gd name="connsiteY3-128" fmla="*/ 6858000 h 6858000"/>
              <a:gd name="connsiteX4-129" fmla="*/ 0 w 4563900"/>
              <a:gd name="connsiteY4-130" fmla="*/ 6858000 h 6858000"/>
              <a:gd name="connsiteX0-131" fmla="*/ 1212 w 4565112"/>
              <a:gd name="connsiteY0-132" fmla="*/ 6858000 h 6858000"/>
              <a:gd name="connsiteX1-133" fmla="*/ 2207 w 4565112"/>
              <a:gd name="connsiteY1-134" fmla="*/ 5694 h 6858000"/>
              <a:gd name="connsiteX2-135" fmla="*/ 3481552 w 4565112"/>
              <a:gd name="connsiteY2-136" fmla="*/ 0 h 6858000"/>
              <a:gd name="connsiteX3-137" fmla="*/ 4565112 w 4565112"/>
              <a:gd name="connsiteY3-138" fmla="*/ 6858000 h 6858000"/>
              <a:gd name="connsiteX4-139" fmla="*/ 1212 w 4565112"/>
              <a:gd name="connsiteY4-140" fmla="*/ 6858000 h 6858000"/>
              <a:gd name="connsiteX0-141" fmla="*/ 2745 w 4566645"/>
              <a:gd name="connsiteY0-142" fmla="*/ 6858000 h 6858000"/>
              <a:gd name="connsiteX1-143" fmla="*/ 2003 w 4566645"/>
              <a:gd name="connsiteY1-144" fmla="*/ 1884 h 6858000"/>
              <a:gd name="connsiteX2-145" fmla="*/ 3483085 w 4566645"/>
              <a:gd name="connsiteY2-146" fmla="*/ 0 h 6858000"/>
              <a:gd name="connsiteX3-147" fmla="*/ 4566645 w 4566645"/>
              <a:gd name="connsiteY3-148" fmla="*/ 6858000 h 6858000"/>
              <a:gd name="connsiteX4-149" fmla="*/ 2745 w 4566645"/>
              <a:gd name="connsiteY4-150" fmla="*/ 6858000 h 6858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4566645" h="6858000">
                <a:moveTo>
                  <a:pt x="2745" y="6858000"/>
                </a:moveTo>
                <a:cubicBezTo>
                  <a:pt x="9970" y="4578555"/>
                  <a:pt x="-5222" y="2281329"/>
                  <a:pt x="2003" y="1884"/>
                </a:cubicBezTo>
                <a:lnTo>
                  <a:pt x="3483085" y="0"/>
                </a:lnTo>
                <a:lnTo>
                  <a:pt x="4566645" y="6858000"/>
                </a:lnTo>
                <a:lnTo>
                  <a:pt x="2745" y="6858000"/>
                </a:lnTo>
                <a:close/>
              </a:path>
            </a:pathLst>
          </a:cu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Roboto Regular"/>
              <a:cs typeface="+mn-cs"/>
            </a:endParaRPr>
          </a:p>
        </p:txBody>
      </p:sp>
      <p:sp>
        <p:nvSpPr>
          <p:cNvPr id="8" name="文本框 7"/>
          <p:cNvSpPr txBox="1"/>
          <p:nvPr userDrawn="1"/>
        </p:nvSpPr>
        <p:spPr>
          <a:xfrm>
            <a:off x="200250" y="2626510"/>
            <a:ext cx="3834581"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w="0"/>
                <a:solidFill>
                  <a:srgbClr val="FFFFFF"/>
                </a:solidFill>
                <a:effectLst>
                  <a:outerShdw blurRad="38100" dist="25400" dir="5400000" algn="ctr" rotWithShape="0">
                    <a:srgbClr val="6E747A">
                      <a:alpha val="43000"/>
                    </a:srgbClr>
                  </a:outerShdw>
                </a:effectLst>
                <a:uLnTx/>
                <a:uFillTx/>
                <a:latin typeface="微软雅黑" panose="020B0503020204020204" pitchFamily="34" charset="-122"/>
                <a:ea typeface="微软雅黑" panose="020B0503020204020204" pitchFamily="34" charset="-122"/>
                <a:cs typeface="+mn-cs"/>
              </a:rPr>
              <a:t>本 章 内 容</a:t>
            </a:r>
            <a:endParaRPr kumimoji="0" lang="en-US" altLang="zh-CN" sz="4800" b="1" i="0" u="none" strike="noStrike" kern="1200" cap="none" spc="0" normalizeH="0" baseline="0" noProof="0" dirty="0">
              <a:ln w="0"/>
              <a:solidFill>
                <a:srgbClr val="FFFFFF"/>
              </a:solidFill>
              <a:effectLst>
                <a:outerShdw blurRad="38100" dist="25400" dir="5400000" algn="ctr" rotWithShape="0">
                  <a:srgbClr val="6E747A">
                    <a:alpha val="43000"/>
                  </a:srgbClr>
                </a:outerShdw>
              </a:effectLst>
              <a:uLnTx/>
              <a:uFillTx/>
              <a:latin typeface="微软雅黑" panose="020B0503020204020204" pitchFamily="34" charset="-122"/>
              <a:ea typeface="微软雅黑" panose="020B0503020204020204" pitchFamily="34" charset="-122"/>
              <a:cs typeface="+mn-cs"/>
            </a:endParaRPr>
          </a:p>
        </p:txBody>
      </p:sp>
      <p:sp>
        <p:nvSpPr>
          <p:cNvPr id="10" name="矩形: 圆角 9"/>
          <p:cNvSpPr/>
          <p:nvPr userDrawn="1"/>
        </p:nvSpPr>
        <p:spPr>
          <a:xfrm>
            <a:off x="5250520" y="1179064"/>
            <a:ext cx="967505" cy="756730"/>
          </a:xfrm>
          <a:prstGeom prst="roundRect">
            <a:avLst>
              <a:gd name="adj" fmla="val 50000"/>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2" name="矩形: 圆角 11"/>
          <p:cNvSpPr/>
          <p:nvPr userDrawn="1"/>
        </p:nvSpPr>
        <p:spPr>
          <a:xfrm>
            <a:off x="5426394" y="2218288"/>
            <a:ext cx="967505" cy="756730"/>
          </a:xfrm>
          <a:prstGeom prst="roundRect">
            <a:avLst>
              <a:gd name="adj" fmla="val 50000"/>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14" name="矩形: 圆角 13"/>
          <p:cNvSpPr/>
          <p:nvPr userDrawn="1"/>
        </p:nvSpPr>
        <p:spPr>
          <a:xfrm>
            <a:off x="5585291" y="3257512"/>
            <a:ext cx="967505" cy="756730"/>
          </a:xfrm>
          <a:prstGeom prst="roundRect">
            <a:avLst>
              <a:gd name="adj" fmla="val 50000"/>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16" name="矩形: 圆角 15"/>
          <p:cNvSpPr/>
          <p:nvPr userDrawn="1"/>
        </p:nvSpPr>
        <p:spPr>
          <a:xfrm>
            <a:off x="5759155" y="4296736"/>
            <a:ext cx="967505" cy="756730"/>
          </a:xfrm>
          <a:prstGeom prst="roundRect">
            <a:avLst>
              <a:gd name="adj" fmla="val 50000"/>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18" name="矩形: 圆角 17"/>
          <p:cNvSpPr/>
          <p:nvPr userDrawn="1"/>
        </p:nvSpPr>
        <p:spPr>
          <a:xfrm>
            <a:off x="5922392" y="5335960"/>
            <a:ext cx="967505" cy="756730"/>
          </a:xfrm>
          <a:prstGeom prst="roundRect">
            <a:avLst>
              <a:gd name="adj" fmla="val 50000"/>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22" name="1"/>
          <p:cNvSpPr>
            <a:spLocks noGrp="1"/>
          </p:cNvSpPr>
          <p:nvPr>
            <p:ph type="body" sz="quarter" idx="10" hasCustomPrompt="1"/>
          </p:nvPr>
        </p:nvSpPr>
        <p:spPr>
          <a:xfrm>
            <a:off x="6195779" y="1359758"/>
            <a:ext cx="4507903" cy="461638"/>
          </a:xfrm>
          <a:prstGeom prst="rect">
            <a:avLst/>
          </a:prstGeom>
        </p:spPr>
        <p:txBody>
          <a:bodyPr>
            <a:normAutofit/>
          </a:bodyPr>
          <a:lstStyle>
            <a:lvl1pPr marL="0" indent="0" algn="ctr">
              <a:buNone/>
              <a:defRPr lang="zh-CN" altLang="en-US" sz="2800" b="1" kern="1200" dirty="0" smtClean="0">
                <a:solidFill>
                  <a:srgbClr val="0070C0"/>
                </a:solidFill>
                <a:latin typeface="微软雅黑" panose="020B0503020204020204" pitchFamily="34" charset="-122"/>
                <a:ea typeface="微软雅黑" panose="020B0503020204020204" pitchFamily="34" charset="-122"/>
                <a:cs typeface="+mn-cs"/>
              </a:defRPr>
            </a:lvl1pPr>
          </a:lstStyle>
          <a:p>
            <a:pPr lvl="0"/>
            <a:r>
              <a:rPr lang="zh-CN" altLang="en-US" dirty="0"/>
              <a:t>内容一</a:t>
            </a:r>
            <a:endParaRPr lang="zh-CN" altLang="en-US" dirty="0"/>
          </a:p>
        </p:txBody>
      </p:sp>
      <p:sp>
        <p:nvSpPr>
          <p:cNvPr id="23" name="2"/>
          <p:cNvSpPr>
            <a:spLocks noGrp="1"/>
          </p:cNvSpPr>
          <p:nvPr>
            <p:ph type="body" sz="quarter" idx="11" hasCustomPrompt="1"/>
          </p:nvPr>
        </p:nvSpPr>
        <p:spPr>
          <a:xfrm>
            <a:off x="6398615" y="2400559"/>
            <a:ext cx="4507903" cy="461638"/>
          </a:xfrm>
          <a:prstGeom prst="rect">
            <a:avLst/>
          </a:prstGeom>
        </p:spPr>
        <p:txBody>
          <a:bodyPr>
            <a:normAutofit/>
          </a:bodyPr>
          <a:lstStyle>
            <a:lvl1pPr marL="0" indent="0" algn="ctr">
              <a:buNone/>
              <a:defRPr lang="zh-CN" altLang="en-US" sz="2800" b="1" kern="1200" dirty="0" smtClean="0">
                <a:solidFill>
                  <a:srgbClr val="0070C0"/>
                </a:solidFill>
                <a:latin typeface="微软雅黑" panose="020B0503020204020204" pitchFamily="34" charset="-122"/>
                <a:ea typeface="微软雅黑" panose="020B0503020204020204" pitchFamily="34" charset="-122"/>
                <a:cs typeface="+mn-cs"/>
              </a:defRPr>
            </a:lvl1pPr>
          </a:lstStyle>
          <a:p>
            <a:pPr lvl="0"/>
            <a:r>
              <a:rPr lang="zh-CN" altLang="en-US" dirty="0"/>
              <a:t>内容二</a:t>
            </a:r>
            <a:endParaRPr lang="zh-CN" altLang="en-US" dirty="0"/>
          </a:p>
        </p:txBody>
      </p:sp>
      <p:sp>
        <p:nvSpPr>
          <p:cNvPr id="24" name="3"/>
          <p:cNvSpPr>
            <a:spLocks noGrp="1"/>
          </p:cNvSpPr>
          <p:nvPr>
            <p:ph type="body" sz="quarter" idx="12" hasCustomPrompt="1"/>
          </p:nvPr>
        </p:nvSpPr>
        <p:spPr>
          <a:xfrm>
            <a:off x="6528540" y="3434979"/>
            <a:ext cx="4507903" cy="461638"/>
          </a:xfrm>
          <a:prstGeom prst="rect">
            <a:avLst/>
          </a:prstGeom>
        </p:spPr>
        <p:txBody>
          <a:bodyPr>
            <a:normAutofit/>
          </a:bodyPr>
          <a:lstStyle>
            <a:lvl1pPr marL="0" indent="0" algn="ctr">
              <a:buNone/>
              <a:defRPr lang="zh-CN" altLang="en-US" sz="2800" b="1" kern="1200" dirty="0" smtClean="0">
                <a:solidFill>
                  <a:srgbClr val="0070C0"/>
                </a:solidFill>
                <a:latin typeface="微软雅黑" panose="020B0503020204020204" pitchFamily="34" charset="-122"/>
                <a:ea typeface="微软雅黑" panose="020B0503020204020204" pitchFamily="34" charset="-122"/>
                <a:cs typeface="+mn-cs"/>
              </a:defRPr>
            </a:lvl1pPr>
          </a:lstStyle>
          <a:p>
            <a:pPr lvl="0"/>
            <a:r>
              <a:rPr lang="zh-CN" altLang="en-US" dirty="0"/>
              <a:t>内容三</a:t>
            </a:r>
            <a:endParaRPr lang="zh-CN" altLang="en-US" dirty="0"/>
          </a:p>
        </p:txBody>
      </p:sp>
      <p:sp>
        <p:nvSpPr>
          <p:cNvPr id="25" name="4"/>
          <p:cNvSpPr>
            <a:spLocks noGrp="1"/>
          </p:cNvSpPr>
          <p:nvPr>
            <p:ph type="body" sz="quarter" idx="13" hasCustomPrompt="1"/>
          </p:nvPr>
        </p:nvSpPr>
        <p:spPr>
          <a:xfrm>
            <a:off x="6691777" y="4479007"/>
            <a:ext cx="4507903" cy="461638"/>
          </a:xfrm>
          <a:prstGeom prst="rect">
            <a:avLst/>
          </a:prstGeom>
        </p:spPr>
        <p:txBody>
          <a:bodyPr>
            <a:normAutofit/>
          </a:bodyPr>
          <a:lstStyle>
            <a:lvl1pPr marL="0" indent="0" algn="ctr">
              <a:buNone/>
              <a:defRPr lang="zh-CN" altLang="en-US" sz="2800" b="1" kern="1200" dirty="0" smtClean="0">
                <a:solidFill>
                  <a:srgbClr val="0070C0"/>
                </a:solidFill>
                <a:latin typeface="微软雅黑" panose="020B0503020204020204" pitchFamily="34" charset="-122"/>
                <a:ea typeface="微软雅黑" panose="020B0503020204020204" pitchFamily="34" charset="-122"/>
                <a:cs typeface="+mn-cs"/>
              </a:defRPr>
            </a:lvl1pPr>
          </a:lstStyle>
          <a:p>
            <a:pPr lvl="0"/>
            <a:r>
              <a:rPr lang="zh-CN" altLang="en-US" dirty="0"/>
              <a:t>内容四</a:t>
            </a:r>
            <a:endParaRPr lang="zh-CN" altLang="en-US" dirty="0"/>
          </a:p>
        </p:txBody>
      </p:sp>
      <p:sp>
        <p:nvSpPr>
          <p:cNvPr id="26" name="5"/>
          <p:cNvSpPr>
            <a:spLocks noGrp="1"/>
          </p:cNvSpPr>
          <p:nvPr>
            <p:ph type="body" sz="quarter" idx="14" hasCustomPrompt="1"/>
          </p:nvPr>
        </p:nvSpPr>
        <p:spPr>
          <a:xfrm>
            <a:off x="6882368" y="5518231"/>
            <a:ext cx="4507903" cy="461638"/>
          </a:xfrm>
          <a:prstGeom prst="rect">
            <a:avLst/>
          </a:prstGeom>
        </p:spPr>
        <p:txBody>
          <a:bodyPr>
            <a:normAutofit/>
          </a:bodyPr>
          <a:lstStyle>
            <a:lvl1pPr marL="0" indent="0" algn="ctr">
              <a:buNone/>
              <a:defRPr lang="zh-CN" altLang="en-US" sz="2800" b="1" kern="1200" dirty="0" smtClean="0">
                <a:solidFill>
                  <a:srgbClr val="0070C0"/>
                </a:solidFill>
                <a:latin typeface="微软雅黑" panose="020B0503020204020204" pitchFamily="34" charset="-122"/>
                <a:ea typeface="微软雅黑" panose="020B0503020204020204" pitchFamily="34" charset="-122"/>
                <a:cs typeface="+mn-cs"/>
              </a:defRPr>
            </a:lvl1pPr>
          </a:lstStyle>
          <a:p>
            <a:pPr lvl="0"/>
            <a:r>
              <a:rPr lang="zh-CN" altLang="en-US" dirty="0"/>
              <a:t>内容五</a:t>
            </a:r>
            <a:endParaRPr lang="zh-CN" altLang="en-US" dirty="0"/>
          </a:p>
        </p:txBody>
      </p:sp>
      <p:sp>
        <p:nvSpPr>
          <p:cNvPr id="3" name="序号1"/>
          <p:cNvSpPr>
            <a:spLocks noGrp="1"/>
          </p:cNvSpPr>
          <p:nvPr>
            <p:ph type="body" sz="quarter" idx="15" hasCustomPrompt="1"/>
          </p:nvPr>
        </p:nvSpPr>
        <p:spPr>
          <a:xfrm>
            <a:off x="5356569" y="1359758"/>
            <a:ext cx="755405" cy="461638"/>
          </a:xfrm>
        </p:spPr>
        <p:txBody>
          <a:bodyPr/>
          <a:lstStyle>
            <a:lvl1pPr marL="0" indent="0">
              <a:buNone/>
              <a:defRPr kumimoji="0" lang="zh-CN" altLang="en-US" sz="2800" b="1" i="0" u="none" strike="noStrike" kern="1200" cap="none" spc="0" normalizeH="0" baseline="0" dirty="0" smtClean="0">
                <a:ln>
                  <a:noFill/>
                </a:ln>
                <a:solidFill>
                  <a:srgbClr val="FFFFFF"/>
                </a:solidFill>
                <a:effectLst/>
                <a:uLnTx/>
                <a:uFillTx/>
                <a:latin typeface="微软雅黑" panose="020B0503020204020204" pitchFamily="34" charset="-122"/>
                <a:ea typeface="微软雅黑" panose="020B0503020204020204" pitchFamily="34" charset="-122"/>
                <a:cs typeface="+mn-cs"/>
              </a:defRPr>
            </a:lvl1pPr>
          </a:lstStyle>
          <a:p>
            <a:pPr lvl="0"/>
            <a:r>
              <a:rPr lang="en-US" altLang="zh-CN" dirty="0"/>
              <a:t>1.1</a:t>
            </a:r>
            <a:endParaRPr lang="zh-CN" altLang="en-US" dirty="0"/>
          </a:p>
        </p:txBody>
      </p:sp>
      <p:sp>
        <p:nvSpPr>
          <p:cNvPr id="4" name="序号2"/>
          <p:cNvSpPr>
            <a:spLocks noGrp="1"/>
          </p:cNvSpPr>
          <p:nvPr>
            <p:ph type="body" sz="quarter" idx="16" hasCustomPrompt="1"/>
          </p:nvPr>
        </p:nvSpPr>
        <p:spPr>
          <a:xfrm>
            <a:off x="5532443" y="2395691"/>
            <a:ext cx="755405" cy="461638"/>
          </a:xfrm>
        </p:spPr>
        <p:txBody>
          <a:bodyPr/>
          <a:lstStyle>
            <a:lvl1pPr marL="0" indent="0">
              <a:buNone/>
              <a:defRPr kumimoji="0" lang="zh-CN" altLang="en-US" sz="2800" b="1" i="0" u="none" strike="noStrike" kern="1200" cap="none" spc="0" normalizeH="0" baseline="0" dirty="0" smtClean="0">
                <a:ln>
                  <a:noFill/>
                </a:ln>
                <a:solidFill>
                  <a:srgbClr val="FFFFFF"/>
                </a:solidFill>
                <a:effectLst/>
                <a:uLnTx/>
                <a:uFillTx/>
                <a:latin typeface="微软雅黑" panose="020B0503020204020204" pitchFamily="34" charset="-122"/>
                <a:ea typeface="微软雅黑" panose="020B0503020204020204" pitchFamily="34" charset="-122"/>
                <a:cs typeface="+mn-cs"/>
              </a:defRPr>
            </a:lvl1pPr>
          </a:lstStyle>
          <a:p>
            <a:pPr lvl="0"/>
            <a:r>
              <a:rPr lang="en-US" altLang="zh-CN" dirty="0"/>
              <a:t>1.2</a:t>
            </a:r>
            <a:endParaRPr lang="zh-CN" altLang="en-US" dirty="0"/>
          </a:p>
        </p:txBody>
      </p:sp>
      <p:sp>
        <p:nvSpPr>
          <p:cNvPr id="5" name="序号3"/>
          <p:cNvSpPr>
            <a:spLocks noGrp="1"/>
          </p:cNvSpPr>
          <p:nvPr>
            <p:ph type="body" sz="quarter" idx="17" hasCustomPrompt="1"/>
          </p:nvPr>
        </p:nvSpPr>
        <p:spPr>
          <a:xfrm>
            <a:off x="5691340" y="3429000"/>
            <a:ext cx="755405" cy="461638"/>
          </a:xfrm>
        </p:spPr>
        <p:txBody>
          <a:bodyPr/>
          <a:lstStyle>
            <a:lvl1pPr marL="0" indent="0">
              <a:buNone/>
              <a:defRPr kumimoji="0" lang="zh-CN" altLang="en-US" sz="2800" b="1" i="0" u="none" strike="noStrike" kern="1200" cap="none" spc="0" normalizeH="0" baseline="0" dirty="0" smtClean="0">
                <a:ln>
                  <a:noFill/>
                </a:ln>
                <a:solidFill>
                  <a:srgbClr val="FFFFFF"/>
                </a:solidFill>
                <a:effectLst/>
                <a:uLnTx/>
                <a:uFillTx/>
                <a:latin typeface="微软雅黑" panose="020B0503020204020204" pitchFamily="34" charset="-122"/>
                <a:ea typeface="微软雅黑" panose="020B0503020204020204" pitchFamily="34" charset="-122"/>
                <a:cs typeface="+mn-cs"/>
              </a:defRPr>
            </a:lvl1pPr>
          </a:lstStyle>
          <a:p>
            <a:pPr lvl="0"/>
            <a:r>
              <a:rPr lang="en-US" altLang="zh-CN" dirty="0"/>
              <a:t>1.3</a:t>
            </a:r>
            <a:endParaRPr lang="zh-CN" altLang="en-US" dirty="0"/>
          </a:p>
        </p:txBody>
      </p:sp>
      <p:sp>
        <p:nvSpPr>
          <p:cNvPr id="6" name="序号4"/>
          <p:cNvSpPr>
            <a:spLocks noGrp="1"/>
          </p:cNvSpPr>
          <p:nvPr>
            <p:ph type="body" sz="quarter" idx="18" hasCustomPrompt="1"/>
          </p:nvPr>
        </p:nvSpPr>
        <p:spPr>
          <a:xfrm>
            <a:off x="5865204" y="4479007"/>
            <a:ext cx="755405" cy="461638"/>
          </a:xfrm>
        </p:spPr>
        <p:txBody>
          <a:bodyPr/>
          <a:lstStyle>
            <a:lvl1pPr marL="0" indent="0">
              <a:buNone/>
              <a:defRPr kumimoji="0" lang="zh-CN" altLang="en-US" sz="2800" b="1" i="0" u="none" strike="noStrike" kern="1200" cap="none" spc="0" normalizeH="0" baseline="0" dirty="0" smtClean="0">
                <a:ln>
                  <a:noFill/>
                </a:ln>
                <a:solidFill>
                  <a:srgbClr val="FFFFFF"/>
                </a:solidFill>
                <a:effectLst/>
                <a:uLnTx/>
                <a:uFillTx/>
                <a:latin typeface="微软雅黑" panose="020B0503020204020204" pitchFamily="34" charset="-122"/>
                <a:ea typeface="微软雅黑" panose="020B0503020204020204" pitchFamily="34" charset="-122"/>
                <a:cs typeface="+mn-cs"/>
              </a:defRPr>
            </a:lvl1pPr>
          </a:lstStyle>
          <a:p>
            <a:pPr lvl="0"/>
            <a:r>
              <a:rPr lang="en-US" altLang="zh-CN" dirty="0"/>
              <a:t>1.4</a:t>
            </a:r>
            <a:endParaRPr lang="zh-CN" altLang="en-US" dirty="0"/>
          </a:p>
        </p:txBody>
      </p:sp>
      <p:sp>
        <p:nvSpPr>
          <p:cNvPr id="9" name="序号5"/>
          <p:cNvSpPr>
            <a:spLocks noGrp="1"/>
          </p:cNvSpPr>
          <p:nvPr>
            <p:ph type="body" sz="quarter" idx="19" hasCustomPrompt="1"/>
          </p:nvPr>
        </p:nvSpPr>
        <p:spPr>
          <a:xfrm>
            <a:off x="6028441" y="5518231"/>
            <a:ext cx="755405" cy="461638"/>
          </a:xfrm>
        </p:spPr>
        <p:txBody>
          <a:bodyPr/>
          <a:lstStyle>
            <a:lvl1pPr marL="0" indent="0">
              <a:buNone/>
              <a:defRPr kumimoji="0" lang="zh-CN" altLang="en-US" sz="2800" b="1" i="0" u="none" strike="noStrike" kern="1200" cap="none" spc="0" normalizeH="0" baseline="0" dirty="0" smtClean="0">
                <a:ln>
                  <a:noFill/>
                </a:ln>
                <a:solidFill>
                  <a:srgbClr val="FFFFFF"/>
                </a:solidFill>
                <a:effectLst/>
                <a:uLnTx/>
                <a:uFillTx/>
                <a:latin typeface="微软雅黑" panose="020B0503020204020204" pitchFamily="34" charset="-122"/>
                <a:ea typeface="微软雅黑" panose="020B0503020204020204" pitchFamily="34" charset="-122"/>
                <a:cs typeface="+mn-cs"/>
              </a:defRPr>
            </a:lvl1pPr>
          </a:lstStyle>
          <a:p>
            <a:pPr lvl="0"/>
            <a:r>
              <a:rPr lang="en-US" altLang="zh-CN" dirty="0"/>
              <a:t>1.5</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录_6">
    <p:spTree>
      <p:nvGrpSpPr>
        <p:cNvPr id="1" name=""/>
        <p:cNvGrpSpPr/>
        <p:nvPr/>
      </p:nvGrpSpPr>
      <p:grpSpPr>
        <a:xfrm>
          <a:off x="0" y="0"/>
          <a:ext cx="0" cy="0"/>
          <a:chOff x="0" y="0"/>
          <a:chExt cx="0" cy="0"/>
        </a:xfrm>
      </p:grpSpPr>
      <p:sp>
        <p:nvSpPr>
          <p:cNvPr id="7" name="梯形 2"/>
          <p:cNvSpPr/>
          <p:nvPr userDrawn="1"/>
        </p:nvSpPr>
        <p:spPr>
          <a:xfrm>
            <a:off x="-2731" y="0"/>
            <a:ext cx="5007350" cy="6858000"/>
          </a:xfrm>
          <a:custGeom>
            <a:avLst/>
            <a:gdLst>
              <a:gd name="connsiteX0" fmla="*/ 0 w 4584749"/>
              <a:gd name="connsiteY0" fmla="*/ 6858000 h 6858000"/>
              <a:gd name="connsiteX1" fmla="*/ 1083560 w 4584749"/>
              <a:gd name="connsiteY1" fmla="*/ 0 h 6858000"/>
              <a:gd name="connsiteX2" fmla="*/ 3501189 w 4584749"/>
              <a:gd name="connsiteY2" fmla="*/ 0 h 6858000"/>
              <a:gd name="connsiteX3" fmla="*/ 4584749 w 4584749"/>
              <a:gd name="connsiteY3" fmla="*/ 6858000 h 6858000"/>
              <a:gd name="connsiteX4" fmla="*/ 0 w 4584749"/>
              <a:gd name="connsiteY4" fmla="*/ 6858000 h 6858000"/>
              <a:gd name="connsiteX0-1" fmla="*/ 0 w 4584749"/>
              <a:gd name="connsiteY0-2" fmla="*/ 6858000 h 6858000"/>
              <a:gd name="connsiteX1-3" fmla="*/ 21676 w 4584749"/>
              <a:gd name="connsiteY1-4" fmla="*/ 19664 h 6858000"/>
              <a:gd name="connsiteX2-5" fmla="*/ 3501189 w 4584749"/>
              <a:gd name="connsiteY2-6" fmla="*/ 0 h 6858000"/>
              <a:gd name="connsiteX3-7" fmla="*/ 4584749 w 4584749"/>
              <a:gd name="connsiteY3-8" fmla="*/ 6858000 h 6858000"/>
              <a:gd name="connsiteX4-9" fmla="*/ 0 w 4584749"/>
              <a:gd name="connsiteY4-10" fmla="*/ 6858000 h 6858000"/>
              <a:gd name="connsiteX0-11" fmla="*/ 0 w 4584749"/>
              <a:gd name="connsiteY0-12" fmla="*/ 6858000 h 6858000"/>
              <a:gd name="connsiteX1-13" fmla="*/ 21676 w 4584749"/>
              <a:gd name="connsiteY1-14" fmla="*/ 6964 h 6858000"/>
              <a:gd name="connsiteX2-15" fmla="*/ 3501189 w 4584749"/>
              <a:gd name="connsiteY2-16" fmla="*/ 0 h 6858000"/>
              <a:gd name="connsiteX3-17" fmla="*/ 4584749 w 4584749"/>
              <a:gd name="connsiteY3-18" fmla="*/ 6858000 h 6858000"/>
              <a:gd name="connsiteX4-19" fmla="*/ 0 w 4584749"/>
              <a:gd name="connsiteY4-20" fmla="*/ 6858000 h 6858000"/>
              <a:gd name="connsiteX0-21" fmla="*/ 0 w 4584749"/>
              <a:gd name="connsiteY0-22" fmla="*/ 6858000 h 6858000"/>
              <a:gd name="connsiteX1-23" fmla="*/ 31201 w 4584749"/>
              <a:gd name="connsiteY1-24" fmla="*/ 3154 h 6858000"/>
              <a:gd name="connsiteX2-25" fmla="*/ 3501189 w 4584749"/>
              <a:gd name="connsiteY2-26" fmla="*/ 0 h 6858000"/>
              <a:gd name="connsiteX3-27" fmla="*/ 4584749 w 4584749"/>
              <a:gd name="connsiteY3-28" fmla="*/ 6858000 h 6858000"/>
              <a:gd name="connsiteX4-29" fmla="*/ 0 w 4584749"/>
              <a:gd name="connsiteY4-30" fmla="*/ 6858000 h 6858000"/>
              <a:gd name="connsiteX0-31" fmla="*/ 0 w 4584749"/>
              <a:gd name="connsiteY0-32" fmla="*/ 6858000 h 6858000"/>
              <a:gd name="connsiteX1-33" fmla="*/ 23581 w 4584749"/>
              <a:gd name="connsiteY1-34" fmla="*/ 3154 h 6858000"/>
              <a:gd name="connsiteX2-35" fmla="*/ 3501189 w 4584749"/>
              <a:gd name="connsiteY2-36" fmla="*/ 0 h 6858000"/>
              <a:gd name="connsiteX3-37" fmla="*/ 4584749 w 4584749"/>
              <a:gd name="connsiteY3-38" fmla="*/ 6858000 h 6858000"/>
              <a:gd name="connsiteX4-39" fmla="*/ 0 w 4584749"/>
              <a:gd name="connsiteY4-40" fmla="*/ 6858000 h 6858000"/>
              <a:gd name="connsiteX0-41" fmla="*/ 21424 w 4562160"/>
              <a:gd name="connsiteY0-42" fmla="*/ 6858000 h 6858000"/>
              <a:gd name="connsiteX1-43" fmla="*/ 992 w 4562160"/>
              <a:gd name="connsiteY1-44" fmla="*/ 3154 h 6858000"/>
              <a:gd name="connsiteX2-45" fmla="*/ 3478600 w 4562160"/>
              <a:gd name="connsiteY2-46" fmla="*/ 0 h 6858000"/>
              <a:gd name="connsiteX3-47" fmla="*/ 4562160 w 4562160"/>
              <a:gd name="connsiteY3-48" fmla="*/ 6858000 h 6858000"/>
              <a:gd name="connsiteX4-49" fmla="*/ 21424 w 4562160"/>
              <a:gd name="connsiteY4-50" fmla="*/ 6858000 h 6858000"/>
              <a:gd name="connsiteX0-51" fmla="*/ 0 w 4563900"/>
              <a:gd name="connsiteY0-52" fmla="*/ 6858000 h 6858000"/>
              <a:gd name="connsiteX1-53" fmla="*/ 2732 w 4563900"/>
              <a:gd name="connsiteY1-54" fmla="*/ 3154 h 6858000"/>
              <a:gd name="connsiteX2-55" fmla="*/ 3480340 w 4563900"/>
              <a:gd name="connsiteY2-56" fmla="*/ 0 h 6858000"/>
              <a:gd name="connsiteX3-57" fmla="*/ 4563900 w 4563900"/>
              <a:gd name="connsiteY3-58" fmla="*/ 6858000 h 6858000"/>
              <a:gd name="connsiteX4-59" fmla="*/ 0 w 4563900"/>
              <a:gd name="connsiteY4-60" fmla="*/ 6858000 h 6858000"/>
              <a:gd name="connsiteX0-61" fmla="*/ 1718 w 4565618"/>
              <a:gd name="connsiteY0-62" fmla="*/ 6858000 h 6858000"/>
              <a:gd name="connsiteX1-63" fmla="*/ 2134 w 4565618"/>
              <a:gd name="connsiteY1-64" fmla="*/ 10774 h 6858000"/>
              <a:gd name="connsiteX2-65" fmla="*/ 3482058 w 4565618"/>
              <a:gd name="connsiteY2-66" fmla="*/ 0 h 6858000"/>
              <a:gd name="connsiteX3-67" fmla="*/ 4565618 w 4565618"/>
              <a:gd name="connsiteY3-68" fmla="*/ 6858000 h 6858000"/>
              <a:gd name="connsiteX4-69" fmla="*/ 1718 w 4565618"/>
              <a:gd name="connsiteY4-70" fmla="*/ 6858000 h 6858000"/>
              <a:gd name="connsiteX0-71" fmla="*/ 0 w 4563900"/>
              <a:gd name="connsiteY0-72" fmla="*/ 6858000 h 6858000"/>
              <a:gd name="connsiteX1-73" fmla="*/ 5049 w 4563900"/>
              <a:gd name="connsiteY1-74" fmla="*/ 3154 h 6858000"/>
              <a:gd name="connsiteX2-75" fmla="*/ 3480340 w 4563900"/>
              <a:gd name="connsiteY2-76" fmla="*/ 0 h 6858000"/>
              <a:gd name="connsiteX3-77" fmla="*/ 4563900 w 4563900"/>
              <a:gd name="connsiteY3-78" fmla="*/ 6858000 h 6858000"/>
              <a:gd name="connsiteX4-79" fmla="*/ 0 w 4563900"/>
              <a:gd name="connsiteY4-80" fmla="*/ 6858000 h 6858000"/>
              <a:gd name="connsiteX0-81" fmla="*/ 0 w 4563900"/>
              <a:gd name="connsiteY0-82" fmla="*/ 6858000 h 6858000"/>
              <a:gd name="connsiteX1-83" fmla="*/ 2732 w 4563900"/>
              <a:gd name="connsiteY1-84" fmla="*/ 3154 h 6858000"/>
              <a:gd name="connsiteX2-85" fmla="*/ 3480340 w 4563900"/>
              <a:gd name="connsiteY2-86" fmla="*/ 0 h 6858000"/>
              <a:gd name="connsiteX3-87" fmla="*/ 4563900 w 4563900"/>
              <a:gd name="connsiteY3-88" fmla="*/ 6858000 h 6858000"/>
              <a:gd name="connsiteX4-89" fmla="*/ 0 w 4563900"/>
              <a:gd name="connsiteY4-90" fmla="*/ 6858000 h 6858000"/>
              <a:gd name="connsiteX0-91" fmla="*/ 1718 w 4565618"/>
              <a:gd name="connsiteY0-92" fmla="*/ 6858000 h 6858000"/>
              <a:gd name="connsiteX1-93" fmla="*/ 2134 w 4565618"/>
              <a:gd name="connsiteY1-94" fmla="*/ 10774 h 6858000"/>
              <a:gd name="connsiteX2-95" fmla="*/ 3482058 w 4565618"/>
              <a:gd name="connsiteY2-96" fmla="*/ 0 h 6858000"/>
              <a:gd name="connsiteX3-97" fmla="*/ 4565618 w 4565618"/>
              <a:gd name="connsiteY3-98" fmla="*/ 6858000 h 6858000"/>
              <a:gd name="connsiteX4-99" fmla="*/ 1718 w 4565618"/>
              <a:gd name="connsiteY4-100" fmla="*/ 6858000 h 6858000"/>
              <a:gd name="connsiteX0-101" fmla="*/ 0 w 4563900"/>
              <a:gd name="connsiteY0-102" fmla="*/ 6858000 h 6858000"/>
              <a:gd name="connsiteX1-103" fmla="*/ 2733 w 4563900"/>
              <a:gd name="connsiteY1-104" fmla="*/ 5694 h 6858000"/>
              <a:gd name="connsiteX2-105" fmla="*/ 3480340 w 4563900"/>
              <a:gd name="connsiteY2-106" fmla="*/ 0 h 6858000"/>
              <a:gd name="connsiteX3-107" fmla="*/ 4563900 w 4563900"/>
              <a:gd name="connsiteY3-108" fmla="*/ 6858000 h 6858000"/>
              <a:gd name="connsiteX4-109" fmla="*/ 0 w 4563900"/>
              <a:gd name="connsiteY4-110" fmla="*/ 6858000 h 6858000"/>
              <a:gd name="connsiteX0-111" fmla="*/ 4314 w 4568214"/>
              <a:gd name="connsiteY0-112" fmla="*/ 6858000 h 6858000"/>
              <a:gd name="connsiteX1-113" fmla="*/ 1835 w 4568214"/>
              <a:gd name="connsiteY1-114" fmla="*/ 28554 h 6858000"/>
              <a:gd name="connsiteX2-115" fmla="*/ 3484654 w 4568214"/>
              <a:gd name="connsiteY2-116" fmla="*/ 0 h 6858000"/>
              <a:gd name="connsiteX3-117" fmla="*/ 4568214 w 4568214"/>
              <a:gd name="connsiteY3-118" fmla="*/ 6858000 h 6858000"/>
              <a:gd name="connsiteX4-119" fmla="*/ 4314 w 4568214"/>
              <a:gd name="connsiteY4-120" fmla="*/ 6858000 h 6858000"/>
              <a:gd name="connsiteX0-121" fmla="*/ 0 w 4563900"/>
              <a:gd name="connsiteY0-122" fmla="*/ 6858000 h 6858000"/>
              <a:gd name="connsiteX1-123" fmla="*/ 25318 w 4563900"/>
              <a:gd name="connsiteY1-124" fmla="*/ 3789 h 6858000"/>
              <a:gd name="connsiteX2-125" fmla="*/ 3480340 w 4563900"/>
              <a:gd name="connsiteY2-126" fmla="*/ 0 h 6858000"/>
              <a:gd name="connsiteX3-127" fmla="*/ 4563900 w 4563900"/>
              <a:gd name="connsiteY3-128" fmla="*/ 6858000 h 6858000"/>
              <a:gd name="connsiteX4-129" fmla="*/ 0 w 4563900"/>
              <a:gd name="connsiteY4-130" fmla="*/ 6858000 h 6858000"/>
              <a:gd name="connsiteX0-131" fmla="*/ 1212 w 4565112"/>
              <a:gd name="connsiteY0-132" fmla="*/ 6858000 h 6858000"/>
              <a:gd name="connsiteX1-133" fmla="*/ 2207 w 4565112"/>
              <a:gd name="connsiteY1-134" fmla="*/ 5694 h 6858000"/>
              <a:gd name="connsiteX2-135" fmla="*/ 3481552 w 4565112"/>
              <a:gd name="connsiteY2-136" fmla="*/ 0 h 6858000"/>
              <a:gd name="connsiteX3-137" fmla="*/ 4565112 w 4565112"/>
              <a:gd name="connsiteY3-138" fmla="*/ 6858000 h 6858000"/>
              <a:gd name="connsiteX4-139" fmla="*/ 1212 w 4565112"/>
              <a:gd name="connsiteY4-140" fmla="*/ 6858000 h 6858000"/>
              <a:gd name="connsiteX0-141" fmla="*/ 2745 w 4566645"/>
              <a:gd name="connsiteY0-142" fmla="*/ 6858000 h 6858000"/>
              <a:gd name="connsiteX1-143" fmla="*/ 2003 w 4566645"/>
              <a:gd name="connsiteY1-144" fmla="*/ 1884 h 6858000"/>
              <a:gd name="connsiteX2-145" fmla="*/ 3483085 w 4566645"/>
              <a:gd name="connsiteY2-146" fmla="*/ 0 h 6858000"/>
              <a:gd name="connsiteX3-147" fmla="*/ 4566645 w 4566645"/>
              <a:gd name="connsiteY3-148" fmla="*/ 6858000 h 6858000"/>
              <a:gd name="connsiteX4-149" fmla="*/ 2745 w 4566645"/>
              <a:gd name="connsiteY4-150" fmla="*/ 6858000 h 6858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4566645" h="6858000">
                <a:moveTo>
                  <a:pt x="2745" y="6858000"/>
                </a:moveTo>
                <a:cubicBezTo>
                  <a:pt x="9970" y="4578555"/>
                  <a:pt x="-5222" y="2281329"/>
                  <a:pt x="2003" y="1884"/>
                </a:cubicBezTo>
                <a:lnTo>
                  <a:pt x="3483085" y="0"/>
                </a:lnTo>
                <a:lnTo>
                  <a:pt x="4566645" y="6858000"/>
                </a:lnTo>
                <a:lnTo>
                  <a:pt x="2745" y="6858000"/>
                </a:lnTo>
                <a:close/>
              </a:path>
            </a:pathLst>
          </a:cu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Roboto Regular"/>
              <a:cs typeface="+mn-cs"/>
            </a:endParaRPr>
          </a:p>
        </p:txBody>
      </p:sp>
      <p:sp>
        <p:nvSpPr>
          <p:cNvPr id="8" name="文本框 7"/>
          <p:cNvSpPr txBox="1"/>
          <p:nvPr userDrawn="1"/>
        </p:nvSpPr>
        <p:spPr>
          <a:xfrm>
            <a:off x="200250" y="2626510"/>
            <a:ext cx="3834581"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w="0"/>
                <a:solidFill>
                  <a:srgbClr val="FFFFFF"/>
                </a:solidFill>
                <a:effectLst>
                  <a:outerShdw blurRad="38100" dist="25400" dir="5400000" algn="ctr" rotWithShape="0">
                    <a:srgbClr val="6E747A">
                      <a:alpha val="43000"/>
                    </a:srgbClr>
                  </a:outerShdw>
                </a:effectLst>
                <a:uLnTx/>
                <a:uFillTx/>
                <a:latin typeface="微软雅黑" panose="020B0503020204020204" pitchFamily="34" charset="-122"/>
                <a:ea typeface="微软雅黑" panose="020B0503020204020204" pitchFamily="34" charset="-122"/>
                <a:cs typeface="+mn-cs"/>
              </a:rPr>
              <a:t>本 章 内 容</a:t>
            </a:r>
            <a:endParaRPr kumimoji="0" lang="en-US" altLang="zh-CN" sz="4800" b="1" i="0" u="none" strike="noStrike" kern="1200" cap="none" spc="0" normalizeH="0" baseline="0" noProof="0" dirty="0">
              <a:ln w="0"/>
              <a:solidFill>
                <a:srgbClr val="FFFFFF"/>
              </a:solidFill>
              <a:effectLst>
                <a:outerShdw blurRad="38100" dist="25400" dir="5400000" algn="ctr" rotWithShape="0">
                  <a:srgbClr val="6E747A">
                    <a:alpha val="43000"/>
                  </a:srgbClr>
                </a:outerShdw>
              </a:effectLst>
              <a:uLnTx/>
              <a:uFillTx/>
              <a:latin typeface="微软雅黑" panose="020B0503020204020204" pitchFamily="34" charset="-122"/>
              <a:ea typeface="微软雅黑" panose="020B0503020204020204" pitchFamily="34" charset="-122"/>
              <a:cs typeface="+mn-cs"/>
            </a:endParaRPr>
          </a:p>
        </p:txBody>
      </p:sp>
      <p:sp>
        <p:nvSpPr>
          <p:cNvPr id="10" name="矩形: 圆角 9"/>
          <p:cNvSpPr/>
          <p:nvPr userDrawn="1"/>
        </p:nvSpPr>
        <p:spPr>
          <a:xfrm>
            <a:off x="5133680" y="643357"/>
            <a:ext cx="967505" cy="756730"/>
          </a:xfrm>
          <a:prstGeom prst="roundRect">
            <a:avLst>
              <a:gd name="adj" fmla="val 50000"/>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2" name="矩形: 圆角 11"/>
          <p:cNvSpPr/>
          <p:nvPr userDrawn="1"/>
        </p:nvSpPr>
        <p:spPr>
          <a:xfrm>
            <a:off x="5309554" y="1682581"/>
            <a:ext cx="967505" cy="756730"/>
          </a:xfrm>
          <a:prstGeom prst="roundRect">
            <a:avLst>
              <a:gd name="adj" fmla="val 50000"/>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14" name="矩形: 圆角 13"/>
          <p:cNvSpPr/>
          <p:nvPr userDrawn="1"/>
        </p:nvSpPr>
        <p:spPr>
          <a:xfrm>
            <a:off x="5468451" y="2721805"/>
            <a:ext cx="967505" cy="756730"/>
          </a:xfrm>
          <a:prstGeom prst="roundRect">
            <a:avLst>
              <a:gd name="adj" fmla="val 50000"/>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16" name="矩形: 圆角 15"/>
          <p:cNvSpPr/>
          <p:nvPr userDrawn="1"/>
        </p:nvSpPr>
        <p:spPr>
          <a:xfrm>
            <a:off x="5642315" y="3761029"/>
            <a:ext cx="967505" cy="756730"/>
          </a:xfrm>
          <a:prstGeom prst="roundRect">
            <a:avLst>
              <a:gd name="adj" fmla="val 50000"/>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18" name="矩形: 圆角 17"/>
          <p:cNvSpPr/>
          <p:nvPr userDrawn="1"/>
        </p:nvSpPr>
        <p:spPr>
          <a:xfrm>
            <a:off x="5805552" y="4800253"/>
            <a:ext cx="967505" cy="756730"/>
          </a:xfrm>
          <a:prstGeom prst="roundRect">
            <a:avLst>
              <a:gd name="adj" fmla="val 50000"/>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20" name="矩形: 圆角 19"/>
          <p:cNvSpPr/>
          <p:nvPr userDrawn="1"/>
        </p:nvSpPr>
        <p:spPr>
          <a:xfrm>
            <a:off x="5996143" y="5839477"/>
            <a:ext cx="967505" cy="756730"/>
          </a:xfrm>
          <a:prstGeom prst="roundRect">
            <a:avLst>
              <a:gd name="adj" fmla="val 50000"/>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22" name="1"/>
          <p:cNvSpPr>
            <a:spLocks noGrp="1"/>
          </p:cNvSpPr>
          <p:nvPr>
            <p:ph type="body" sz="quarter" idx="10" hasCustomPrompt="1"/>
          </p:nvPr>
        </p:nvSpPr>
        <p:spPr>
          <a:xfrm>
            <a:off x="6078939" y="824051"/>
            <a:ext cx="4507903" cy="461638"/>
          </a:xfrm>
          <a:prstGeom prst="rect">
            <a:avLst/>
          </a:prstGeom>
        </p:spPr>
        <p:txBody>
          <a:bodyPr>
            <a:normAutofit/>
          </a:bodyPr>
          <a:lstStyle>
            <a:lvl1pPr marL="0" indent="0" algn="ctr">
              <a:buNone/>
              <a:defRPr lang="zh-CN" altLang="en-US" sz="2800" b="1" kern="1200" dirty="0" smtClean="0">
                <a:solidFill>
                  <a:srgbClr val="0070C0"/>
                </a:solidFill>
                <a:latin typeface="微软雅黑" panose="020B0503020204020204" pitchFamily="34" charset="-122"/>
                <a:ea typeface="微软雅黑" panose="020B0503020204020204" pitchFamily="34" charset="-122"/>
                <a:cs typeface="+mn-cs"/>
              </a:defRPr>
            </a:lvl1pPr>
          </a:lstStyle>
          <a:p>
            <a:pPr lvl="0"/>
            <a:r>
              <a:rPr lang="zh-CN" altLang="en-US" dirty="0"/>
              <a:t>内容一</a:t>
            </a:r>
            <a:endParaRPr lang="zh-CN" altLang="en-US" dirty="0"/>
          </a:p>
        </p:txBody>
      </p:sp>
      <p:sp>
        <p:nvSpPr>
          <p:cNvPr id="23" name="2"/>
          <p:cNvSpPr>
            <a:spLocks noGrp="1"/>
          </p:cNvSpPr>
          <p:nvPr>
            <p:ph type="body" sz="quarter" idx="11" hasCustomPrompt="1"/>
          </p:nvPr>
        </p:nvSpPr>
        <p:spPr>
          <a:xfrm>
            <a:off x="6281775" y="1864852"/>
            <a:ext cx="4507903" cy="461638"/>
          </a:xfrm>
          <a:prstGeom prst="rect">
            <a:avLst/>
          </a:prstGeom>
        </p:spPr>
        <p:txBody>
          <a:bodyPr>
            <a:normAutofit/>
          </a:bodyPr>
          <a:lstStyle>
            <a:lvl1pPr marL="0" indent="0" algn="ctr">
              <a:buNone/>
              <a:defRPr lang="zh-CN" altLang="en-US" sz="2800" b="1" kern="1200" dirty="0" smtClean="0">
                <a:solidFill>
                  <a:srgbClr val="0070C0"/>
                </a:solidFill>
                <a:latin typeface="微软雅黑" panose="020B0503020204020204" pitchFamily="34" charset="-122"/>
                <a:ea typeface="微软雅黑" panose="020B0503020204020204" pitchFamily="34" charset="-122"/>
                <a:cs typeface="+mn-cs"/>
              </a:defRPr>
            </a:lvl1pPr>
          </a:lstStyle>
          <a:p>
            <a:pPr lvl="0"/>
            <a:r>
              <a:rPr lang="zh-CN" altLang="en-US" dirty="0"/>
              <a:t>内容二</a:t>
            </a:r>
            <a:endParaRPr lang="zh-CN" altLang="en-US" dirty="0"/>
          </a:p>
        </p:txBody>
      </p:sp>
      <p:sp>
        <p:nvSpPr>
          <p:cNvPr id="24" name="3"/>
          <p:cNvSpPr>
            <a:spLocks noGrp="1"/>
          </p:cNvSpPr>
          <p:nvPr>
            <p:ph type="body" sz="quarter" idx="12" hasCustomPrompt="1"/>
          </p:nvPr>
        </p:nvSpPr>
        <p:spPr>
          <a:xfrm>
            <a:off x="6411700" y="2899272"/>
            <a:ext cx="4507903" cy="461638"/>
          </a:xfrm>
          <a:prstGeom prst="rect">
            <a:avLst/>
          </a:prstGeom>
        </p:spPr>
        <p:txBody>
          <a:bodyPr>
            <a:normAutofit/>
          </a:bodyPr>
          <a:lstStyle>
            <a:lvl1pPr marL="0" indent="0" algn="ctr">
              <a:buNone/>
              <a:defRPr lang="zh-CN" altLang="en-US" sz="2800" b="1" kern="1200" dirty="0" smtClean="0">
                <a:solidFill>
                  <a:srgbClr val="0070C0"/>
                </a:solidFill>
                <a:latin typeface="微软雅黑" panose="020B0503020204020204" pitchFamily="34" charset="-122"/>
                <a:ea typeface="微软雅黑" panose="020B0503020204020204" pitchFamily="34" charset="-122"/>
                <a:cs typeface="+mn-cs"/>
              </a:defRPr>
            </a:lvl1pPr>
          </a:lstStyle>
          <a:p>
            <a:pPr lvl="0"/>
            <a:r>
              <a:rPr lang="zh-CN" altLang="en-US" dirty="0"/>
              <a:t>内容三</a:t>
            </a:r>
            <a:endParaRPr lang="zh-CN" altLang="en-US" dirty="0"/>
          </a:p>
        </p:txBody>
      </p:sp>
      <p:sp>
        <p:nvSpPr>
          <p:cNvPr id="25" name="4"/>
          <p:cNvSpPr>
            <a:spLocks noGrp="1"/>
          </p:cNvSpPr>
          <p:nvPr>
            <p:ph type="body" sz="quarter" idx="13" hasCustomPrompt="1"/>
          </p:nvPr>
        </p:nvSpPr>
        <p:spPr>
          <a:xfrm>
            <a:off x="6574937" y="3943300"/>
            <a:ext cx="4507903" cy="461638"/>
          </a:xfrm>
          <a:prstGeom prst="rect">
            <a:avLst/>
          </a:prstGeom>
        </p:spPr>
        <p:txBody>
          <a:bodyPr>
            <a:normAutofit/>
          </a:bodyPr>
          <a:lstStyle>
            <a:lvl1pPr marL="0" indent="0" algn="ctr">
              <a:buNone/>
              <a:defRPr lang="zh-CN" altLang="en-US" sz="2800" b="1" kern="1200" dirty="0" smtClean="0">
                <a:solidFill>
                  <a:srgbClr val="0070C0"/>
                </a:solidFill>
                <a:latin typeface="微软雅黑" panose="020B0503020204020204" pitchFamily="34" charset="-122"/>
                <a:ea typeface="微软雅黑" panose="020B0503020204020204" pitchFamily="34" charset="-122"/>
                <a:cs typeface="+mn-cs"/>
              </a:defRPr>
            </a:lvl1pPr>
          </a:lstStyle>
          <a:p>
            <a:pPr lvl="0"/>
            <a:r>
              <a:rPr lang="zh-CN" altLang="en-US" dirty="0"/>
              <a:t>内容四</a:t>
            </a:r>
            <a:endParaRPr lang="zh-CN" altLang="en-US" dirty="0"/>
          </a:p>
        </p:txBody>
      </p:sp>
      <p:sp>
        <p:nvSpPr>
          <p:cNvPr id="26" name="5"/>
          <p:cNvSpPr>
            <a:spLocks noGrp="1"/>
          </p:cNvSpPr>
          <p:nvPr>
            <p:ph type="body" sz="quarter" idx="14" hasCustomPrompt="1"/>
          </p:nvPr>
        </p:nvSpPr>
        <p:spPr>
          <a:xfrm>
            <a:off x="6765528" y="4982524"/>
            <a:ext cx="4507903" cy="461638"/>
          </a:xfrm>
          <a:prstGeom prst="rect">
            <a:avLst/>
          </a:prstGeom>
        </p:spPr>
        <p:txBody>
          <a:bodyPr>
            <a:normAutofit/>
          </a:bodyPr>
          <a:lstStyle>
            <a:lvl1pPr marL="0" indent="0" algn="ctr">
              <a:buNone/>
              <a:defRPr lang="zh-CN" altLang="en-US" sz="2800" b="1" kern="1200" dirty="0" smtClean="0">
                <a:solidFill>
                  <a:srgbClr val="0070C0"/>
                </a:solidFill>
                <a:latin typeface="微软雅黑" panose="020B0503020204020204" pitchFamily="34" charset="-122"/>
                <a:ea typeface="微软雅黑" panose="020B0503020204020204" pitchFamily="34" charset="-122"/>
                <a:cs typeface="+mn-cs"/>
              </a:defRPr>
            </a:lvl1pPr>
          </a:lstStyle>
          <a:p>
            <a:pPr lvl="0"/>
            <a:r>
              <a:rPr lang="zh-CN" altLang="en-US" dirty="0"/>
              <a:t>内容五</a:t>
            </a:r>
            <a:endParaRPr lang="zh-CN" altLang="en-US" dirty="0"/>
          </a:p>
        </p:txBody>
      </p:sp>
      <p:sp>
        <p:nvSpPr>
          <p:cNvPr id="27" name="6"/>
          <p:cNvSpPr>
            <a:spLocks noGrp="1"/>
          </p:cNvSpPr>
          <p:nvPr>
            <p:ph type="body" sz="quarter" idx="15" hasCustomPrompt="1"/>
          </p:nvPr>
        </p:nvSpPr>
        <p:spPr>
          <a:xfrm>
            <a:off x="6968637" y="6021748"/>
            <a:ext cx="4507903" cy="461638"/>
          </a:xfrm>
          <a:prstGeom prst="rect">
            <a:avLst/>
          </a:prstGeom>
        </p:spPr>
        <p:txBody>
          <a:bodyPr>
            <a:normAutofit/>
          </a:bodyPr>
          <a:lstStyle>
            <a:lvl1pPr marL="0" indent="0" algn="ctr">
              <a:buNone/>
              <a:defRPr lang="zh-CN" altLang="en-US" sz="2800" b="1" kern="1200" dirty="0" smtClean="0">
                <a:solidFill>
                  <a:srgbClr val="0070C0"/>
                </a:solidFill>
                <a:latin typeface="微软雅黑" panose="020B0503020204020204" pitchFamily="34" charset="-122"/>
                <a:ea typeface="微软雅黑" panose="020B0503020204020204" pitchFamily="34" charset="-122"/>
                <a:cs typeface="+mn-cs"/>
              </a:defRPr>
            </a:lvl1pPr>
          </a:lstStyle>
          <a:p>
            <a:pPr lvl="0"/>
            <a:r>
              <a:rPr lang="zh-CN" altLang="en-US" dirty="0"/>
              <a:t>内容六</a:t>
            </a:r>
            <a:endParaRPr lang="zh-CN" altLang="en-US" dirty="0"/>
          </a:p>
        </p:txBody>
      </p:sp>
      <p:sp>
        <p:nvSpPr>
          <p:cNvPr id="2" name="序号1"/>
          <p:cNvSpPr>
            <a:spLocks noGrp="1"/>
          </p:cNvSpPr>
          <p:nvPr>
            <p:ph type="body" sz="quarter" idx="16" hasCustomPrompt="1"/>
          </p:nvPr>
        </p:nvSpPr>
        <p:spPr>
          <a:xfrm>
            <a:off x="5239729" y="824051"/>
            <a:ext cx="755405" cy="461638"/>
          </a:xfrm>
        </p:spPr>
        <p:txBody>
          <a:bodyPr/>
          <a:lstStyle>
            <a:lvl1pPr marL="0" indent="0">
              <a:buNone/>
              <a:defRPr kumimoji="0" lang="zh-CN" altLang="en-US" sz="2800" b="1" i="0" u="none" strike="noStrike" kern="1200" cap="none" spc="0" normalizeH="0" baseline="0" dirty="0" smtClean="0">
                <a:ln>
                  <a:noFill/>
                </a:ln>
                <a:solidFill>
                  <a:srgbClr val="FFFFFF"/>
                </a:solidFill>
                <a:effectLst/>
                <a:uLnTx/>
                <a:uFillTx/>
                <a:latin typeface="微软雅黑" panose="020B0503020204020204" pitchFamily="34" charset="-122"/>
                <a:ea typeface="微软雅黑" panose="020B0503020204020204" pitchFamily="34" charset="-122"/>
                <a:cs typeface="+mn-cs"/>
              </a:defRPr>
            </a:lvl1pPr>
          </a:lstStyle>
          <a:p>
            <a:pPr lvl="0"/>
            <a:r>
              <a:rPr lang="en-US" altLang="zh-CN" dirty="0"/>
              <a:t>1.1</a:t>
            </a:r>
            <a:endParaRPr lang="zh-CN" altLang="en-US" dirty="0"/>
          </a:p>
        </p:txBody>
      </p:sp>
      <p:sp>
        <p:nvSpPr>
          <p:cNvPr id="3" name="序号2"/>
          <p:cNvSpPr>
            <a:spLocks noGrp="1"/>
          </p:cNvSpPr>
          <p:nvPr>
            <p:ph type="body" sz="quarter" idx="17" hasCustomPrompt="1"/>
          </p:nvPr>
        </p:nvSpPr>
        <p:spPr>
          <a:xfrm>
            <a:off x="5415603" y="1864852"/>
            <a:ext cx="755405" cy="461638"/>
          </a:xfrm>
        </p:spPr>
        <p:txBody>
          <a:bodyPr/>
          <a:lstStyle>
            <a:lvl1pPr marL="0" indent="0">
              <a:buNone/>
              <a:defRPr kumimoji="0" lang="zh-CN" altLang="en-US" sz="2800" b="1" i="0" u="none" strike="noStrike" kern="1200" cap="none" spc="0" normalizeH="0" baseline="0" dirty="0" smtClean="0">
                <a:ln>
                  <a:noFill/>
                </a:ln>
                <a:solidFill>
                  <a:srgbClr val="FFFFFF"/>
                </a:solidFill>
                <a:effectLst/>
                <a:uLnTx/>
                <a:uFillTx/>
                <a:latin typeface="微软雅黑" panose="020B0503020204020204" pitchFamily="34" charset="-122"/>
                <a:ea typeface="微软雅黑" panose="020B0503020204020204" pitchFamily="34" charset="-122"/>
                <a:cs typeface="+mn-cs"/>
              </a:defRPr>
            </a:lvl1pPr>
          </a:lstStyle>
          <a:p>
            <a:pPr lvl="0"/>
            <a:r>
              <a:rPr lang="en-US" altLang="zh-CN" dirty="0"/>
              <a:t>1.2</a:t>
            </a:r>
            <a:endParaRPr lang="zh-CN" altLang="en-US" dirty="0"/>
          </a:p>
        </p:txBody>
      </p:sp>
      <p:sp>
        <p:nvSpPr>
          <p:cNvPr id="4" name="序号3"/>
          <p:cNvSpPr>
            <a:spLocks noGrp="1"/>
          </p:cNvSpPr>
          <p:nvPr>
            <p:ph type="body" sz="quarter" idx="18" hasCustomPrompt="1"/>
          </p:nvPr>
        </p:nvSpPr>
        <p:spPr>
          <a:xfrm>
            <a:off x="5570165" y="2899272"/>
            <a:ext cx="755405" cy="461638"/>
          </a:xfrm>
        </p:spPr>
        <p:txBody>
          <a:bodyPr/>
          <a:lstStyle>
            <a:lvl1pPr marL="0" indent="0">
              <a:buNone/>
              <a:defRPr kumimoji="0" lang="zh-CN" altLang="en-US" sz="2800" b="1" i="0" u="none" strike="noStrike" kern="1200" cap="none" spc="0" normalizeH="0" baseline="0" dirty="0" smtClean="0">
                <a:ln>
                  <a:noFill/>
                </a:ln>
                <a:solidFill>
                  <a:srgbClr val="FFFFFF"/>
                </a:solidFill>
                <a:effectLst/>
                <a:uLnTx/>
                <a:uFillTx/>
                <a:latin typeface="微软雅黑" panose="020B0503020204020204" pitchFamily="34" charset="-122"/>
                <a:ea typeface="微软雅黑" panose="020B0503020204020204" pitchFamily="34" charset="-122"/>
                <a:cs typeface="+mn-cs"/>
              </a:defRPr>
            </a:lvl1pPr>
          </a:lstStyle>
          <a:p>
            <a:pPr lvl="0"/>
            <a:r>
              <a:rPr lang="en-US" altLang="zh-CN" dirty="0"/>
              <a:t>1.3</a:t>
            </a:r>
            <a:endParaRPr lang="zh-CN" altLang="en-US" dirty="0"/>
          </a:p>
        </p:txBody>
      </p:sp>
      <p:sp>
        <p:nvSpPr>
          <p:cNvPr id="5" name="序号4"/>
          <p:cNvSpPr>
            <a:spLocks noGrp="1"/>
          </p:cNvSpPr>
          <p:nvPr>
            <p:ph type="body" sz="quarter" idx="19" hasCustomPrompt="1"/>
          </p:nvPr>
        </p:nvSpPr>
        <p:spPr>
          <a:xfrm>
            <a:off x="5748364" y="3943300"/>
            <a:ext cx="755405" cy="461638"/>
          </a:xfrm>
        </p:spPr>
        <p:txBody>
          <a:bodyPr/>
          <a:lstStyle>
            <a:lvl1pPr marL="0" indent="0">
              <a:buNone/>
              <a:defRPr kumimoji="0" lang="zh-CN" altLang="en-US" sz="2800" b="1" i="0" u="none" strike="noStrike" kern="1200" cap="none" spc="0" normalizeH="0" baseline="0" dirty="0" smtClean="0">
                <a:ln>
                  <a:noFill/>
                </a:ln>
                <a:solidFill>
                  <a:srgbClr val="FFFFFF"/>
                </a:solidFill>
                <a:effectLst/>
                <a:uLnTx/>
                <a:uFillTx/>
                <a:latin typeface="微软雅黑" panose="020B0503020204020204" pitchFamily="34" charset="-122"/>
                <a:ea typeface="微软雅黑" panose="020B0503020204020204" pitchFamily="34" charset="-122"/>
                <a:cs typeface="+mn-cs"/>
              </a:defRPr>
            </a:lvl1pPr>
          </a:lstStyle>
          <a:p>
            <a:pPr lvl="0"/>
            <a:r>
              <a:rPr lang="en-US" altLang="zh-CN" dirty="0"/>
              <a:t>1.4</a:t>
            </a:r>
            <a:endParaRPr lang="zh-CN" altLang="en-US" dirty="0"/>
          </a:p>
        </p:txBody>
      </p:sp>
      <p:sp>
        <p:nvSpPr>
          <p:cNvPr id="6" name="序号5"/>
          <p:cNvSpPr>
            <a:spLocks noGrp="1"/>
          </p:cNvSpPr>
          <p:nvPr>
            <p:ph type="body" sz="quarter" idx="20" hasCustomPrompt="1"/>
          </p:nvPr>
        </p:nvSpPr>
        <p:spPr>
          <a:xfrm>
            <a:off x="5907838" y="4982524"/>
            <a:ext cx="755405" cy="461638"/>
          </a:xfrm>
        </p:spPr>
        <p:txBody>
          <a:bodyPr/>
          <a:lstStyle>
            <a:lvl1pPr marL="0" indent="0">
              <a:buNone/>
              <a:defRPr kumimoji="0" lang="zh-CN" altLang="en-US" sz="2800" b="1" i="0" u="none" strike="noStrike" kern="1200" cap="none" spc="0" normalizeH="0" baseline="0" dirty="0" smtClean="0">
                <a:ln>
                  <a:noFill/>
                </a:ln>
                <a:solidFill>
                  <a:srgbClr val="FFFFFF"/>
                </a:solidFill>
                <a:effectLst/>
                <a:uLnTx/>
                <a:uFillTx/>
                <a:latin typeface="微软雅黑" panose="020B0503020204020204" pitchFamily="34" charset="-122"/>
                <a:ea typeface="微软雅黑" panose="020B0503020204020204" pitchFamily="34" charset="-122"/>
                <a:cs typeface="+mn-cs"/>
              </a:defRPr>
            </a:lvl1pPr>
          </a:lstStyle>
          <a:p>
            <a:pPr lvl="0"/>
            <a:r>
              <a:rPr lang="en-US" altLang="zh-CN" dirty="0"/>
              <a:t>1.5</a:t>
            </a:r>
            <a:endParaRPr lang="zh-CN" altLang="en-US" dirty="0"/>
          </a:p>
        </p:txBody>
      </p:sp>
      <p:sp>
        <p:nvSpPr>
          <p:cNvPr id="9" name="序号6"/>
          <p:cNvSpPr>
            <a:spLocks noGrp="1"/>
          </p:cNvSpPr>
          <p:nvPr>
            <p:ph type="body" sz="quarter" idx="21" hasCustomPrompt="1"/>
          </p:nvPr>
        </p:nvSpPr>
        <p:spPr>
          <a:xfrm>
            <a:off x="6096945" y="6023696"/>
            <a:ext cx="755405" cy="461638"/>
          </a:xfrm>
        </p:spPr>
        <p:txBody>
          <a:bodyPr/>
          <a:lstStyle>
            <a:lvl1pPr marL="0" indent="0">
              <a:buNone/>
              <a:defRPr kumimoji="0" lang="zh-CN" altLang="en-US" sz="2800" b="1" i="0" u="none" strike="noStrike" kern="1200" cap="none" spc="0" normalizeH="0" baseline="0" dirty="0" smtClean="0">
                <a:ln>
                  <a:noFill/>
                </a:ln>
                <a:solidFill>
                  <a:srgbClr val="FFFFFF"/>
                </a:solidFill>
                <a:effectLst/>
                <a:uLnTx/>
                <a:uFillTx/>
                <a:latin typeface="微软雅黑" panose="020B0503020204020204" pitchFamily="34" charset="-122"/>
                <a:ea typeface="微软雅黑" panose="020B0503020204020204" pitchFamily="34" charset="-122"/>
                <a:cs typeface="+mn-cs"/>
              </a:defRPr>
            </a:lvl1pPr>
          </a:lstStyle>
          <a:p>
            <a:pPr lvl="0"/>
            <a:r>
              <a:rPr lang="en-US" altLang="zh-CN" dirty="0"/>
              <a:t>1.6</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导读">
    <p:bg>
      <p:bgPr>
        <a:solidFill>
          <a:srgbClr val="0070C0"/>
        </a:solidFill>
        <a:effectLst/>
      </p:bgPr>
    </p:bg>
    <p:spTree>
      <p:nvGrpSpPr>
        <p:cNvPr id="1" name=""/>
        <p:cNvGrpSpPr/>
        <p:nvPr/>
      </p:nvGrpSpPr>
      <p:grpSpPr>
        <a:xfrm>
          <a:off x="0" y="0"/>
          <a:ext cx="0" cy="0"/>
          <a:chOff x="0" y="0"/>
          <a:chExt cx="0" cy="0"/>
        </a:xfrm>
      </p:grpSpPr>
      <p:sp>
        <p:nvSpPr>
          <p:cNvPr id="8" name="矩形"/>
          <p:cNvSpPr/>
          <p:nvPr userDrawn="1"/>
        </p:nvSpPr>
        <p:spPr>
          <a:xfrm>
            <a:off x="198119" y="944877"/>
            <a:ext cx="11811001" cy="5695794"/>
          </a:xfrm>
          <a:prstGeom prst="rect">
            <a:avLst/>
          </a:prstGeom>
          <a:solidFill>
            <a:schemeClr val="bg1"/>
          </a:solidFill>
          <a:ln w="1270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标题"/>
          <p:cNvSpPr txBox="1"/>
          <p:nvPr userDrawn="1"/>
        </p:nvSpPr>
        <p:spPr>
          <a:xfrm>
            <a:off x="568840" y="217329"/>
            <a:ext cx="9626720" cy="5847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b="1" kern="1200" dirty="0">
                <a:solidFill>
                  <a:schemeClr val="bg1"/>
                </a:solidFill>
                <a:latin typeface="微软雅黑" panose="020B0503020204020204" pitchFamily="34" charset="-122"/>
                <a:ea typeface="微软雅黑" panose="020B0503020204020204" pitchFamily="34" charset="-122"/>
                <a:cs typeface="+mn-cs"/>
              </a:rPr>
              <a:t>本章思维导图</a:t>
            </a:r>
            <a:endParaRPr lang="zh-CN" altLang="en-US" sz="3200" b="1" kern="1200" dirty="0">
              <a:solidFill>
                <a:schemeClr val="bg1"/>
              </a:solidFill>
              <a:latin typeface="微软雅黑" panose="020B0503020204020204" pitchFamily="34" charset="-122"/>
              <a:ea typeface="微软雅黑" panose="020B0503020204020204" pitchFamily="34" charset="-122"/>
              <a:cs typeface="+mn-cs"/>
            </a:endParaRPr>
          </a:p>
        </p:txBody>
      </p:sp>
      <p:sp>
        <p:nvSpPr>
          <p:cNvPr id="7" name="图片"/>
          <p:cNvSpPr>
            <a:spLocks noGrp="1"/>
          </p:cNvSpPr>
          <p:nvPr>
            <p:ph type="pic" sz="quarter" idx="16"/>
          </p:nvPr>
        </p:nvSpPr>
        <p:spPr>
          <a:xfrm>
            <a:off x="198119" y="944877"/>
            <a:ext cx="11811000" cy="5695794"/>
          </a:xfrm>
          <a:noFill/>
          <a:ln>
            <a:noFill/>
          </a:ln>
        </p:spPr>
        <p:txBody>
          <a:bodyPr anchor="ctr" anchorCtr="1"/>
          <a:lstStyle/>
          <a:p>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小节">
    <p:spTree>
      <p:nvGrpSpPr>
        <p:cNvPr id="1" name=""/>
        <p:cNvGrpSpPr/>
        <p:nvPr/>
      </p:nvGrpSpPr>
      <p:grpSpPr>
        <a:xfrm>
          <a:off x="0" y="0"/>
          <a:ext cx="0" cy="0"/>
          <a:chOff x="0" y="0"/>
          <a:chExt cx="0" cy="0"/>
        </a:xfrm>
      </p:grpSpPr>
      <p:sp>
        <p:nvSpPr>
          <p:cNvPr id="6" name="矩形"/>
          <p:cNvSpPr/>
          <p:nvPr userDrawn="1"/>
        </p:nvSpPr>
        <p:spPr>
          <a:xfrm>
            <a:off x="0" y="3497580"/>
            <a:ext cx="12191365" cy="1347470"/>
          </a:xfrm>
          <a:prstGeom prst="rect">
            <a:avLst/>
          </a:prstGeom>
          <a:solidFill>
            <a:srgbClr val="0070C0"/>
          </a:solidFill>
          <a:ln>
            <a:noFill/>
          </a:ln>
          <a:effectLst>
            <a:outerShdw blurRad="50800" dist="38100" dir="5400000" algn="t"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solidFill>
                <a:schemeClr val="tx1">
                  <a:lumMod val="85000"/>
                  <a:lumOff val="15000"/>
                </a:schemeClr>
              </a:solidFill>
            </a:endParaRPr>
          </a:p>
        </p:txBody>
      </p:sp>
      <p:sp>
        <p:nvSpPr>
          <p:cNvPr id="2" name="标题"/>
          <p:cNvSpPr>
            <a:spLocks noGrp="1"/>
          </p:cNvSpPr>
          <p:nvPr>
            <p:ph type="title"/>
          </p:nvPr>
        </p:nvSpPr>
        <p:spPr>
          <a:xfrm>
            <a:off x="2074862" y="3658870"/>
            <a:ext cx="8041640" cy="1024890"/>
          </a:xfrm>
        </p:spPr>
        <p:txBody>
          <a:bodyPr/>
          <a:lstStyle>
            <a:lvl1pPr algn="ctr">
              <a:defRPr b="1">
                <a:solidFill>
                  <a:schemeClr val="bg1"/>
                </a:solidFill>
              </a:defRPr>
            </a:lvl1pPr>
          </a:lstStyle>
          <a:p>
            <a:r>
              <a:rPr lang="zh-CN" altLang="en-US" dirty="0"/>
              <a:t>单击此处编辑母版标题样式</a:t>
            </a:r>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文本">
    <p:spTree>
      <p:nvGrpSpPr>
        <p:cNvPr id="1" name=""/>
        <p:cNvGrpSpPr/>
        <p:nvPr/>
      </p:nvGrpSpPr>
      <p:grpSpPr>
        <a:xfrm>
          <a:off x="0" y="0"/>
          <a:ext cx="0" cy="0"/>
          <a:chOff x="0" y="0"/>
          <a:chExt cx="0" cy="0"/>
        </a:xfrm>
      </p:grpSpPr>
      <p:sp>
        <p:nvSpPr>
          <p:cNvPr id="5" name="梯形 1"/>
          <p:cNvSpPr/>
          <p:nvPr userDrawn="1"/>
        </p:nvSpPr>
        <p:spPr>
          <a:xfrm flipV="1">
            <a:off x="0" y="194324"/>
            <a:ext cx="1727080" cy="584774"/>
          </a:xfrm>
          <a:custGeom>
            <a:avLst/>
            <a:gdLst>
              <a:gd name="connsiteX0" fmla="*/ 0 w 4513006"/>
              <a:gd name="connsiteY0" fmla="*/ 589935 h 589935"/>
              <a:gd name="connsiteX1" fmla="*/ 816075 w 4513006"/>
              <a:gd name="connsiteY1" fmla="*/ 0 h 589935"/>
              <a:gd name="connsiteX2" fmla="*/ 3696931 w 4513006"/>
              <a:gd name="connsiteY2" fmla="*/ 0 h 589935"/>
              <a:gd name="connsiteX3" fmla="*/ 4513006 w 4513006"/>
              <a:gd name="connsiteY3" fmla="*/ 589935 h 589935"/>
              <a:gd name="connsiteX4" fmla="*/ 0 w 4513006"/>
              <a:gd name="connsiteY4" fmla="*/ 589935 h 589935"/>
              <a:gd name="connsiteX0-1" fmla="*/ 0 w 3699571"/>
              <a:gd name="connsiteY0-2" fmla="*/ 582315 h 589935"/>
              <a:gd name="connsiteX1-3" fmla="*/ 2640 w 3699571"/>
              <a:gd name="connsiteY1-4" fmla="*/ 0 h 589935"/>
              <a:gd name="connsiteX2-5" fmla="*/ 2883496 w 3699571"/>
              <a:gd name="connsiteY2-6" fmla="*/ 0 h 589935"/>
              <a:gd name="connsiteX3-7" fmla="*/ 3699571 w 3699571"/>
              <a:gd name="connsiteY3-8" fmla="*/ 589935 h 589935"/>
              <a:gd name="connsiteX4-9" fmla="*/ 0 w 3699571"/>
              <a:gd name="connsiteY4-10" fmla="*/ 582315 h 58993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699571" h="589935">
                <a:moveTo>
                  <a:pt x="0" y="582315"/>
                </a:moveTo>
                <a:lnTo>
                  <a:pt x="2640" y="0"/>
                </a:lnTo>
                <a:lnTo>
                  <a:pt x="2883496" y="0"/>
                </a:lnTo>
                <a:lnTo>
                  <a:pt x="3699571" y="589935"/>
                </a:lnTo>
                <a:lnTo>
                  <a:pt x="0" y="582315"/>
                </a:lnTo>
                <a:close/>
              </a:path>
            </a:pathLst>
          </a:custGeom>
          <a:solidFill>
            <a:srgbClr val="0070C0"/>
          </a:solidFill>
          <a:ln>
            <a:solidFill>
              <a:srgbClr val="0070C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4472C4"/>
              </a:solidFill>
              <a:effectLst/>
              <a:uLnTx/>
              <a:uFillTx/>
              <a:latin typeface="Calibri" panose="020F0502020204030204"/>
              <a:ea typeface="等线" panose="02010600030101010101" pitchFamily="2" charset="-122"/>
              <a:cs typeface="+mn-cs"/>
            </a:endParaRPr>
          </a:p>
        </p:txBody>
      </p:sp>
      <p:sp>
        <p:nvSpPr>
          <p:cNvPr id="12" name="序号"/>
          <p:cNvSpPr>
            <a:spLocks noGrp="1"/>
          </p:cNvSpPr>
          <p:nvPr>
            <p:ph sz="quarter" idx="13" hasCustomPrompt="1"/>
          </p:nvPr>
        </p:nvSpPr>
        <p:spPr>
          <a:xfrm>
            <a:off x="64656" y="269258"/>
            <a:ext cx="1314533" cy="535531"/>
          </a:xfrm>
          <a:prstGeom prst="rect">
            <a:avLst/>
          </a:prstGeom>
        </p:spPr>
        <p:txBody>
          <a:bodyPr>
            <a:spAutoFit/>
          </a:bodyPr>
          <a:lstStyle>
            <a:lvl1pPr marL="0" indent="0" algn="ctr">
              <a:buNone/>
              <a:defRPr kumimoji="0" lang="zh-CN" altLang="en-US" sz="3200" b="1" i="0" u="none" strike="noStrike" kern="1200" cap="none" spc="0" normalizeH="0" baseline="0" dirty="0" smtClean="0">
                <a:ln>
                  <a:noFill/>
                </a:ln>
                <a:solidFill>
                  <a:schemeClr val="bg1"/>
                </a:solidFill>
                <a:effectLst/>
                <a:uLnTx/>
                <a:uFillTx/>
                <a:latin typeface="微软雅黑" panose="020B0503020204020204" pitchFamily="34" charset="-122"/>
                <a:ea typeface="微软雅黑" panose="020B0503020204020204" pitchFamily="34" charset="-122"/>
                <a:cs typeface="Times New Roman" panose="02020603050405020304" pitchFamily="18" charset="0"/>
              </a:defRPr>
            </a:lvl1pPr>
          </a:lstStyle>
          <a:p>
            <a:pPr lvl="0"/>
            <a:r>
              <a:rPr lang="zh-CN" altLang="en-US" dirty="0"/>
              <a:t>序号</a:t>
            </a:r>
            <a:endParaRPr lang="zh-CN" altLang="en-US" dirty="0"/>
          </a:p>
        </p:txBody>
      </p:sp>
      <p:sp>
        <p:nvSpPr>
          <p:cNvPr id="2" name="标题"/>
          <p:cNvSpPr>
            <a:spLocks noGrp="1"/>
          </p:cNvSpPr>
          <p:nvPr>
            <p:ph type="title" hasCustomPrompt="1"/>
          </p:nvPr>
        </p:nvSpPr>
        <p:spPr>
          <a:xfrm>
            <a:off x="1727080" y="229049"/>
            <a:ext cx="9626720" cy="584775"/>
          </a:xfrm>
          <a:prstGeom prst="rect">
            <a:avLst/>
          </a:prstGeom>
        </p:spPr>
        <p:txBody>
          <a:bodyPr>
            <a:normAutofit/>
          </a:bodyPr>
          <a:lstStyle>
            <a:lvl1pPr>
              <a:defRPr lang="zh-CN" altLang="en-US" sz="3200" b="1" kern="1200" dirty="0">
                <a:solidFill>
                  <a:srgbClr val="0070C0"/>
                </a:solidFill>
                <a:latin typeface="微软雅黑" panose="020B0503020204020204" pitchFamily="34" charset="-122"/>
                <a:ea typeface="微软雅黑" panose="020B0503020204020204" pitchFamily="34" charset="-122"/>
                <a:cs typeface="+mn-cs"/>
              </a:defRPr>
            </a:lvl1pPr>
          </a:lstStyle>
          <a:p>
            <a:r>
              <a:rPr lang="zh-CN" altLang="en-US" dirty="0"/>
              <a:t>单击此处编辑标题</a:t>
            </a:r>
            <a:endParaRPr lang="zh-CN" altLang="en-US" dirty="0"/>
          </a:p>
        </p:txBody>
      </p:sp>
      <p:sp>
        <p:nvSpPr>
          <p:cNvPr id="4" name="文本"/>
          <p:cNvSpPr>
            <a:spLocks noGrp="1"/>
          </p:cNvSpPr>
          <p:nvPr>
            <p:ph sz="quarter" idx="15" hasCustomPrompt="1"/>
          </p:nvPr>
        </p:nvSpPr>
        <p:spPr>
          <a:xfrm>
            <a:off x="838200" y="1066800"/>
            <a:ext cx="10515600" cy="5532120"/>
          </a:xfrm>
          <a:prstGeom prst="rect">
            <a:avLst/>
          </a:prstGeom>
          <a:noFill/>
          <a:ln>
            <a:noFill/>
          </a:ln>
        </p:spPr>
        <p:txBody>
          <a:bodyPr>
            <a:normAutofit/>
          </a:bodyPr>
          <a:lstStyle>
            <a:lvl1pPr marL="0" indent="0">
              <a:buNone/>
              <a:defRPr sz="2400">
                <a:latin typeface="微软雅黑" panose="020B0503020204020204" pitchFamily="34" charset="-122"/>
                <a:ea typeface="微软雅黑" panose="020B0503020204020204" pitchFamily="34" charset="-122"/>
                <a:cs typeface="Cascadia Code" panose="020B0609020000020004" pitchFamily="49" charset="0"/>
              </a:defRPr>
            </a:lvl1pPr>
            <a:lvl2pPr>
              <a:defRPr>
                <a:latin typeface="Cascadia Code" panose="020B0609020000020004" pitchFamily="49" charset="0"/>
                <a:ea typeface="微软雅黑" panose="020B0503020204020204" pitchFamily="34" charset="-122"/>
                <a:cs typeface="Cascadia Code" panose="020B0609020000020004" pitchFamily="49" charset="0"/>
              </a:defRPr>
            </a:lvl2pPr>
            <a:lvl3pPr>
              <a:defRPr>
                <a:latin typeface="Cascadia Code" panose="020B0609020000020004" pitchFamily="49" charset="0"/>
                <a:ea typeface="微软雅黑" panose="020B0503020204020204" pitchFamily="34" charset="-122"/>
                <a:cs typeface="Cascadia Code" panose="020B0609020000020004" pitchFamily="49" charset="0"/>
              </a:defRPr>
            </a:lvl3pPr>
            <a:lvl4pPr>
              <a:defRPr>
                <a:latin typeface="Cascadia Code" panose="020B0609020000020004" pitchFamily="49" charset="0"/>
                <a:ea typeface="微软雅黑" panose="020B0503020204020204" pitchFamily="34" charset="-122"/>
                <a:cs typeface="Cascadia Code" panose="020B0609020000020004" pitchFamily="49" charset="0"/>
              </a:defRPr>
            </a:lvl4pPr>
            <a:lvl5pPr>
              <a:defRPr>
                <a:latin typeface="Cascadia Code" panose="020B0609020000020004" pitchFamily="49" charset="0"/>
                <a:ea typeface="微软雅黑" panose="020B0503020204020204" pitchFamily="34" charset="-122"/>
                <a:cs typeface="Cascadia Code" panose="020B0609020000020004" pitchFamily="49" charset="0"/>
              </a:defRPr>
            </a:lvl5pPr>
          </a:lstStyle>
          <a:p>
            <a:pPr lvl="0"/>
            <a:r>
              <a:rPr lang="zh-CN" altLang="en-US" dirty="0"/>
              <a:t>单击此处编辑文本</a:t>
            </a:r>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图片">
    <p:spTree>
      <p:nvGrpSpPr>
        <p:cNvPr id="1" name=""/>
        <p:cNvGrpSpPr/>
        <p:nvPr/>
      </p:nvGrpSpPr>
      <p:grpSpPr>
        <a:xfrm>
          <a:off x="0" y="0"/>
          <a:ext cx="0" cy="0"/>
          <a:chOff x="0" y="0"/>
          <a:chExt cx="0" cy="0"/>
        </a:xfrm>
      </p:grpSpPr>
      <p:sp>
        <p:nvSpPr>
          <p:cNvPr id="2" name="梯形 1"/>
          <p:cNvSpPr/>
          <p:nvPr userDrawn="1"/>
        </p:nvSpPr>
        <p:spPr>
          <a:xfrm flipV="1">
            <a:off x="0" y="194324"/>
            <a:ext cx="1727080" cy="584774"/>
          </a:xfrm>
          <a:custGeom>
            <a:avLst/>
            <a:gdLst>
              <a:gd name="connsiteX0" fmla="*/ 0 w 4513006"/>
              <a:gd name="connsiteY0" fmla="*/ 589935 h 589935"/>
              <a:gd name="connsiteX1" fmla="*/ 816075 w 4513006"/>
              <a:gd name="connsiteY1" fmla="*/ 0 h 589935"/>
              <a:gd name="connsiteX2" fmla="*/ 3696931 w 4513006"/>
              <a:gd name="connsiteY2" fmla="*/ 0 h 589935"/>
              <a:gd name="connsiteX3" fmla="*/ 4513006 w 4513006"/>
              <a:gd name="connsiteY3" fmla="*/ 589935 h 589935"/>
              <a:gd name="connsiteX4" fmla="*/ 0 w 4513006"/>
              <a:gd name="connsiteY4" fmla="*/ 589935 h 589935"/>
              <a:gd name="connsiteX0-1" fmla="*/ 0 w 3699571"/>
              <a:gd name="connsiteY0-2" fmla="*/ 582315 h 589935"/>
              <a:gd name="connsiteX1-3" fmla="*/ 2640 w 3699571"/>
              <a:gd name="connsiteY1-4" fmla="*/ 0 h 589935"/>
              <a:gd name="connsiteX2-5" fmla="*/ 2883496 w 3699571"/>
              <a:gd name="connsiteY2-6" fmla="*/ 0 h 589935"/>
              <a:gd name="connsiteX3-7" fmla="*/ 3699571 w 3699571"/>
              <a:gd name="connsiteY3-8" fmla="*/ 589935 h 589935"/>
              <a:gd name="connsiteX4-9" fmla="*/ 0 w 3699571"/>
              <a:gd name="connsiteY4-10" fmla="*/ 582315 h 58993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699571" h="589935">
                <a:moveTo>
                  <a:pt x="0" y="582315"/>
                </a:moveTo>
                <a:lnTo>
                  <a:pt x="2640" y="0"/>
                </a:lnTo>
                <a:lnTo>
                  <a:pt x="2883496" y="0"/>
                </a:lnTo>
                <a:lnTo>
                  <a:pt x="3699571" y="589935"/>
                </a:lnTo>
                <a:lnTo>
                  <a:pt x="0" y="582315"/>
                </a:lnTo>
                <a:close/>
              </a:path>
            </a:pathLst>
          </a:custGeom>
          <a:solidFill>
            <a:srgbClr val="0070C0"/>
          </a:solidFill>
          <a:ln>
            <a:solidFill>
              <a:srgbClr val="0070C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4472C4"/>
              </a:solidFill>
              <a:effectLst/>
              <a:uLnTx/>
              <a:uFillTx/>
              <a:latin typeface="Calibri" panose="020F0502020204030204"/>
              <a:ea typeface="等线" panose="02010600030101010101" pitchFamily="2" charset="-122"/>
              <a:cs typeface="+mn-cs"/>
            </a:endParaRPr>
          </a:p>
        </p:txBody>
      </p:sp>
      <p:sp>
        <p:nvSpPr>
          <p:cNvPr id="8" name="标题"/>
          <p:cNvSpPr>
            <a:spLocks noGrp="1"/>
          </p:cNvSpPr>
          <p:nvPr>
            <p:ph type="title" hasCustomPrompt="1"/>
          </p:nvPr>
        </p:nvSpPr>
        <p:spPr>
          <a:xfrm>
            <a:off x="1727080" y="229049"/>
            <a:ext cx="9626720" cy="584775"/>
          </a:xfrm>
          <a:prstGeom prst="rect">
            <a:avLst/>
          </a:prstGeom>
        </p:spPr>
        <p:txBody>
          <a:bodyPr>
            <a:normAutofit/>
          </a:bodyPr>
          <a:lstStyle>
            <a:lvl1pPr>
              <a:defRPr lang="zh-CN" altLang="en-US" sz="3200" b="1" kern="1200" dirty="0">
                <a:solidFill>
                  <a:srgbClr val="0070C0"/>
                </a:solidFill>
                <a:latin typeface="微软雅黑" panose="020B0503020204020204" pitchFamily="34" charset="-122"/>
                <a:ea typeface="微软雅黑" panose="020B0503020204020204" pitchFamily="34" charset="-122"/>
                <a:cs typeface="+mn-cs"/>
              </a:defRPr>
            </a:lvl1pPr>
          </a:lstStyle>
          <a:p>
            <a:r>
              <a:rPr lang="zh-CN" altLang="en-US" dirty="0"/>
              <a:t>单击此处编辑标题</a:t>
            </a:r>
            <a:endParaRPr lang="zh-CN" altLang="en-US" dirty="0"/>
          </a:p>
        </p:txBody>
      </p:sp>
      <p:sp>
        <p:nvSpPr>
          <p:cNvPr id="9" name="图片"/>
          <p:cNvSpPr>
            <a:spLocks noGrp="1"/>
          </p:cNvSpPr>
          <p:nvPr>
            <p:ph type="pic" sz="quarter" idx="16"/>
          </p:nvPr>
        </p:nvSpPr>
        <p:spPr>
          <a:xfrm>
            <a:off x="854847" y="1371600"/>
            <a:ext cx="10482306" cy="5032101"/>
          </a:xfrm>
          <a:noFill/>
        </p:spPr>
        <p:txBody>
          <a:bodyPr anchor="ctr" anchorCtr="1"/>
          <a:lstStyle/>
          <a:p>
            <a:endParaRPr lang="zh-CN" altLang="en-US" dirty="0"/>
          </a:p>
        </p:txBody>
      </p:sp>
      <p:sp>
        <p:nvSpPr>
          <p:cNvPr id="4" name="序号"/>
          <p:cNvSpPr>
            <a:spLocks noGrp="1"/>
          </p:cNvSpPr>
          <p:nvPr>
            <p:ph sz="quarter" idx="13" hasCustomPrompt="1"/>
          </p:nvPr>
        </p:nvSpPr>
        <p:spPr>
          <a:xfrm>
            <a:off x="64656" y="269258"/>
            <a:ext cx="1314533" cy="535531"/>
          </a:xfrm>
          <a:prstGeom prst="rect">
            <a:avLst/>
          </a:prstGeom>
        </p:spPr>
        <p:txBody>
          <a:bodyPr>
            <a:spAutoFit/>
          </a:bodyPr>
          <a:lstStyle>
            <a:lvl1pPr marL="0" indent="0" algn="ctr">
              <a:buNone/>
              <a:defRPr kumimoji="0" lang="zh-CN" altLang="en-US" sz="3200" b="1" i="0" u="none" strike="noStrike" kern="1200" cap="none" spc="0" normalizeH="0" baseline="0" dirty="0" smtClean="0">
                <a:ln>
                  <a:noFill/>
                </a:ln>
                <a:solidFill>
                  <a:schemeClr val="bg1"/>
                </a:solidFill>
                <a:effectLst/>
                <a:uLnTx/>
                <a:uFillTx/>
                <a:latin typeface="微软雅黑" panose="020B0503020204020204" pitchFamily="34" charset="-122"/>
                <a:ea typeface="微软雅黑" panose="020B0503020204020204" pitchFamily="34" charset="-122"/>
                <a:cs typeface="Times New Roman" panose="02020603050405020304" pitchFamily="18" charset="0"/>
              </a:defRPr>
            </a:lvl1pPr>
          </a:lstStyle>
          <a:p>
            <a:pPr lvl="0"/>
            <a:r>
              <a:rPr lang="zh-CN" altLang="en-US" dirty="0"/>
              <a:t>序号</a:t>
            </a:r>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文本+图片">
    <p:spTree>
      <p:nvGrpSpPr>
        <p:cNvPr id="1" name=""/>
        <p:cNvGrpSpPr/>
        <p:nvPr/>
      </p:nvGrpSpPr>
      <p:grpSpPr>
        <a:xfrm>
          <a:off x="0" y="0"/>
          <a:ext cx="0" cy="0"/>
          <a:chOff x="0" y="0"/>
          <a:chExt cx="0" cy="0"/>
        </a:xfrm>
      </p:grpSpPr>
      <p:sp>
        <p:nvSpPr>
          <p:cNvPr id="3" name="梯形 1"/>
          <p:cNvSpPr/>
          <p:nvPr userDrawn="1"/>
        </p:nvSpPr>
        <p:spPr>
          <a:xfrm flipV="1">
            <a:off x="0" y="194324"/>
            <a:ext cx="1727080" cy="584774"/>
          </a:xfrm>
          <a:custGeom>
            <a:avLst/>
            <a:gdLst>
              <a:gd name="connsiteX0" fmla="*/ 0 w 4513006"/>
              <a:gd name="connsiteY0" fmla="*/ 589935 h 589935"/>
              <a:gd name="connsiteX1" fmla="*/ 816075 w 4513006"/>
              <a:gd name="connsiteY1" fmla="*/ 0 h 589935"/>
              <a:gd name="connsiteX2" fmla="*/ 3696931 w 4513006"/>
              <a:gd name="connsiteY2" fmla="*/ 0 h 589935"/>
              <a:gd name="connsiteX3" fmla="*/ 4513006 w 4513006"/>
              <a:gd name="connsiteY3" fmla="*/ 589935 h 589935"/>
              <a:gd name="connsiteX4" fmla="*/ 0 w 4513006"/>
              <a:gd name="connsiteY4" fmla="*/ 589935 h 589935"/>
              <a:gd name="connsiteX0-1" fmla="*/ 0 w 3699571"/>
              <a:gd name="connsiteY0-2" fmla="*/ 582315 h 589935"/>
              <a:gd name="connsiteX1-3" fmla="*/ 2640 w 3699571"/>
              <a:gd name="connsiteY1-4" fmla="*/ 0 h 589935"/>
              <a:gd name="connsiteX2-5" fmla="*/ 2883496 w 3699571"/>
              <a:gd name="connsiteY2-6" fmla="*/ 0 h 589935"/>
              <a:gd name="connsiteX3-7" fmla="*/ 3699571 w 3699571"/>
              <a:gd name="connsiteY3-8" fmla="*/ 589935 h 589935"/>
              <a:gd name="connsiteX4-9" fmla="*/ 0 w 3699571"/>
              <a:gd name="connsiteY4-10" fmla="*/ 582315 h 58993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699571" h="589935">
                <a:moveTo>
                  <a:pt x="0" y="582315"/>
                </a:moveTo>
                <a:lnTo>
                  <a:pt x="2640" y="0"/>
                </a:lnTo>
                <a:lnTo>
                  <a:pt x="2883496" y="0"/>
                </a:lnTo>
                <a:lnTo>
                  <a:pt x="3699571" y="589935"/>
                </a:lnTo>
                <a:lnTo>
                  <a:pt x="0" y="582315"/>
                </a:lnTo>
                <a:close/>
              </a:path>
            </a:pathLst>
          </a:custGeom>
          <a:solidFill>
            <a:srgbClr val="0070C0"/>
          </a:solidFill>
          <a:ln>
            <a:solidFill>
              <a:srgbClr val="0070C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4472C4"/>
              </a:solidFill>
              <a:effectLst/>
              <a:uLnTx/>
              <a:uFillTx/>
              <a:latin typeface="Calibri" panose="020F0502020204030204"/>
              <a:ea typeface="等线" panose="02010600030101010101" pitchFamily="2" charset="-122"/>
              <a:cs typeface="+mn-cs"/>
            </a:endParaRPr>
          </a:p>
        </p:txBody>
      </p:sp>
      <p:sp>
        <p:nvSpPr>
          <p:cNvPr id="2" name="标题"/>
          <p:cNvSpPr>
            <a:spLocks noGrp="1"/>
          </p:cNvSpPr>
          <p:nvPr>
            <p:ph type="title" hasCustomPrompt="1"/>
          </p:nvPr>
        </p:nvSpPr>
        <p:spPr>
          <a:xfrm>
            <a:off x="1727080" y="229049"/>
            <a:ext cx="9626720" cy="584775"/>
          </a:xfrm>
          <a:prstGeom prst="rect">
            <a:avLst/>
          </a:prstGeom>
        </p:spPr>
        <p:txBody>
          <a:bodyPr>
            <a:normAutofit/>
          </a:bodyPr>
          <a:lstStyle>
            <a:lvl1pPr>
              <a:defRPr lang="zh-CN" altLang="en-US" sz="3200" b="1" kern="1200" dirty="0">
                <a:solidFill>
                  <a:srgbClr val="0070C0"/>
                </a:solidFill>
                <a:latin typeface="微软雅黑" panose="020B0503020204020204" pitchFamily="34" charset="-122"/>
                <a:ea typeface="微软雅黑" panose="020B0503020204020204" pitchFamily="34" charset="-122"/>
                <a:cs typeface="+mn-cs"/>
              </a:defRPr>
            </a:lvl1pPr>
          </a:lstStyle>
          <a:p>
            <a:r>
              <a:rPr lang="zh-CN" altLang="en-US" dirty="0"/>
              <a:t>单击此处编辑标题</a:t>
            </a:r>
            <a:endParaRPr lang="zh-CN" altLang="en-US" dirty="0"/>
          </a:p>
        </p:txBody>
      </p:sp>
      <p:sp>
        <p:nvSpPr>
          <p:cNvPr id="4" name="文本"/>
          <p:cNvSpPr>
            <a:spLocks noGrp="1"/>
          </p:cNvSpPr>
          <p:nvPr>
            <p:ph sz="quarter" idx="15" hasCustomPrompt="1"/>
          </p:nvPr>
        </p:nvSpPr>
        <p:spPr>
          <a:xfrm>
            <a:off x="838200" y="1066801"/>
            <a:ext cx="10515600" cy="2362200"/>
          </a:xfrm>
          <a:prstGeom prst="rect">
            <a:avLst/>
          </a:prstGeom>
          <a:noFill/>
          <a:ln>
            <a:noFill/>
          </a:ln>
        </p:spPr>
        <p:txBody>
          <a:bodyPr anchor="ctr">
            <a:normAutofit/>
          </a:bodyPr>
          <a:lstStyle>
            <a:lvl1pPr marL="0" indent="0" algn="l">
              <a:buNone/>
              <a:defRPr sz="2400">
                <a:latin typeface="微软雅黑" panose="020B0503020204020204" pitchFamily="34" charset="-122"/>
                <a:ea typeface="微软雅黑" panose="020B0503020204020204" pitchFamily="34" charset="-122"/>
                <a:cs typeface="Cascadia Code" panose="020B0609020000020004" pitchFamily="49" charset="0"/>
              </a:defRPr>
            </a:lvl1pPr>
            <a:lvl2pPr>
              <a:defRPr>
                <a:latin typeface="Cascadia Code" panose="020B0609020000020004" pitchFamily="49" charset="0"/>
                <a:ea typeface="微软雅黑" panose="020B0503020204020204" pitchFamily="34" charset="-122"/>
                <a:cs typeface="Cascadia Code" panose="020B0609020000020004" pitchFamily="49" charset="0"/>
              </a:defRPr>
            </a:lvl2pPr>
            <a:lvl3pPr>
              <a:defRPr>
                <a:latin typeface="Cascadia Code" panose="020B0609020000020004" pitchFamily="49" charset="0"/>
                <a:ea typeface="微软雅黑" panose="020B0503020204020204" pitchFamily="34" charset="-122"/>
                <a:cs typeface="Cascadia Code" panose="020B0609020000020004" pitchFamily="49" charset="0"/>
              </a:defRPr>
            </a:lvl3pPr>
            <a:lvl4pPr>
              <a:defRPr>
                <a:latin typeface="Cascadia Code" panose="020B0609020000020004" pitchFamily="49" charset="0"/>
                <a:ea typeface="微软雅黑" panose="020B0503020204020204" pitchFamily="34" charset="-122"/>
                <a:cs typeface="Cascadia Code" panose="020B0609020000020004" pitchFamily="49" charset="0"/>
              </a:defRPr>
            </a:lvl4pPr>
            <a:lvl5pPr>
              <a:defRPr>
                <a:latin typeface="Cascadia Code" panose="020B0609020000020004" pitchFamily="49" charset="0"/>
                <a:ea typeface="微软雅黑" panose="020B0503020204020204" pitchFamily="34" charset="-122"/>
                <a:cs typeface="Cascadia Code" panose="020B0609020000020004" pitchFamily="49" charset="0"/>
              </a:defRPr>
            </a:lvl5pPr>
          </a:lstStyle>
          <a:p>
            <a:pPr lvl="0"/>
            <a:r>
              <a:rPr lang="zh-CN" altLang="en-US" dirty="0"/>
              <a:t>单击此处编辑文本</a:t>
            </a:r>
            <a:endParaRPr lang="zh-CN" altLang="en-US" dirty="0"/>
          </a:p>
        </p:txBody>
      </p:sp>
      <p:sp>
        <p:nvSpPr>
          <p:cNvPr id="5" name="图片"/>
          <p:cNvSpPr>
            <a:spLocks noGrp="1"/>
          </p:cNvSpPr>
          <p:nvPr>
            <p:ph type="pic" sz="quarter" idx="16"/>
          </p:nvPr>
        </p:nvSpPr>
        <p:spPr>
          <a:xfrm>
            <a:off x="2604654" y="3716704"/>
            <a:ext cx="6982691" cy="2859717"/>
          </a:xfrm>
          <a:noFill/>
        </p:spPr>
        <p:txBody>
          <a:bodyPr anchor="ctr" anchorCtr="1"/>
          <a:lstStyle/>
          <a:p>
            <a:endParaRPr lang="zh-CN" altLang="en-US" dirty="0"/>
          </a:p>
        </p:txBody>
      </p:sp>
      <p:sp>
        <p:nvSpPr>
          <p:cNvPr id="7" name="序号"/>
          <p:cNvSpPr>
            <a:spLocks noGrp="1"/>
          </p:cNvSpPr>
          <p:nvPr>
            <p:ph sz="quarter" idx="13" hasCustomPrompt="1"/>
          </p:nvPr>
        </p:nvSpPr>
        <p:spPr>
          <a:xfrm>
            <a:off x="64656" y="269258"/>
            <a:ext cx="1314533" cy="535531"/>
          </a:xfrm>
          <a:prstGeom prst="rect">
            <a:avLst/>
          </a:prstGeom>
        </p:spPr>
        <p:txBody>
          <a:bodyPr>
            <a:spAutoFit/>
          </a:bodyPr>
          <a:lstStyle>
            <a:lvl1pPr marL="0" indent="0" algn="ctr">
              <a:buNone/>
              <a:defRPr kumimoji="0" lang="zh-CN" altLang="en-US" sz="3200" b="1" i="0" u="none" strike="noStrike" kern="1200" cap="none" spc="0" normalizeH="0" baseline="0" dirty="0" smtClean="0">
                <a:ln>
                  <a:noFill/>
                </a:ln>
                <a:solidFill>
                  <a:schemeClr val="bg1"/>
                </a:solidFill>
                <a:effectLst/>
                <a:uLnTx/>
                <a:uFillTx/>
                <a:latin typeface="微软雅黑" panose="020B0503020204020204" pitchFamily="34" charset="-122"/>
                <a:ea typeface="微软雅黑" panose="020B0503020204020204" pitchFamily="34" charset="-122"/>
                <a:cs typeface="Times New Roman" panose="02020603050405020304" pitchFamily="18" charset="0"/>
              </a:defRPr>
            </a:lvl1pPr>
          </a:lstStyle>
          <a:p>
            <a:pPr lvl="0"/>
            <a:r>
              <a:rPr lang="zh-CN" altLang="en-US" dirty="0"/>
              <a:t>序号</a:t>
            </a:r>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文本+代码">
    <p:spTree>
      <p:nvGrpSpPr>
        <p:cNvPr id="1" name=""/>
        <p:cNvGrpSpPr/>
        <p:nvPr/>
      </p:nvGrpSpPr>
      <p:grpSpPr>
        <a:xfrm>
          <a:off x="0" y="0"/>
          <a:ext cx="0" cy="0"/>
          <a:chOff x="0" y="0"/>
          <a:chExt cx="0" cy="0"/>
        </a:xfrm>
      </p:grpSpPr>
      <p:sp>
        <p:nvSpPr>
          <p:cNvPr id="2" name="梯形 1"/>
          <p:cNvSpPr/>
          <p:nvPr userDrawn="1"/>
        </p:nvSpPr>
        <p:spPr>
          <a:xfrm flipV="1">
            <a:off x="0" y="194324"/>
            <a:ext cx="1727080" cy="584774"/>
          </a:xfrm>
          <a:custGeom>
            <a:avLst/>
            <a:gdLst>
              <a:gd name="connsiteX0" fmla="*/ 0 w 4513006"/>
              <a:gd name="connsiteY0" fmla="*/ 589935 h 589935"/>
              <a:gd name="connsiteX1" fmla="*/ 816075 w 4513006"/>
              <a:gd name="connsiteY1" fmla="*/ 0 h 589935"/>
              <a:gd name="connsiteX2" fmla="*/ 3696931 w 4513006"/>
              <a:gd name="connsiteY2" fmla="*/ 0 h 589935"/>
              <a:gd name="connsiteX3" fmla="*/ 4513006 w 4513006"/>
              <a:gd name="connsiteY3" fmla="*/ 589935 h 589935"/>
              <a:gd name="connsiteX4" fmla="*/ 0 w 4513006"/>
              <a:gd name="connsiteY4" fmla="*/ 589935 h 589935"/>
              <a:gd name="connsiteX0-1" fmla="*/ 0 w 3699571"/>
              <a:gd name="connsiteY0-2" fmla="*/ 582315 h 589935"/>
              <a:gd name="connsiteX1-3" fmla="*/ 2640 w 3699571"/>
              <a:gd name="connsiteY1-4" fmla="*/ 0 h 589935"/>
              <a:gd name="connsiteX2-5" fmla="*/ 2883496 w 3699571"/>
              <a:gd name="connsiteY2-6" fmla="*/ 0 h 589935"/>
              <a:gd name="connsiteX3-7" fmla="*/ 3699571 w 3699571"/>
              <a:gd name="connsiteY3-8" fmla="*/ 589935 h 589935"/>
              <a:gd name="connsiteX4-9" fmla="*/ 0 w 3699571"/>
              <a:gd name="connsiteY4-10" fmla="*/ 582315 h 58993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699571" h="589935">
                <a:moveTo>
                  <a:pt x="0" y="582315"/>
                </a:moveTo>
                <a:lnTo>
                  <a:pt x="2640" y="0"/>
                </a:lnTo>
                <a:lnTo>
                  <a:pt x="2883496" y="0"/>
                </a:lnTo>
                <a:lnTo>
                  <a:pt x="3699571" y="589935"/>
                </a:lnTo>
                <a:lnTo>
                  <a:pt x="0" y="582315"/>
                </a:lnTo>
                <a:close/>
              </a:path>
            </a:pathLst>
          </a:custGeom>
          <a:solidFill>
            <a:srgbClr val="0070C0"/>
          </a:solidFill>
          <a:ln>
            <a:solidFill>
              <a:srgbClr val="0070C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4472C4"/>
              </a:solidFill>
              <a:effectLst/>
              <a:uLnTx/>
              <a:uFillTx/>
              <a:latin typeface="Calibri" panose="020F0502020204030204"/>
              <a:ea typeface="等线" panose="02010600030101010101" pitchFamily="2" charset="-122"/>
              <a:cs typeface="+mn-cs"/>
            </a:endParaRPr>
          </a:p>
        </p:txBody>
      </p:sp>
      <p:sp>
        <p:nvSpPr>
          <p:cNvPr id="16" name="标题"/>
          <p:cNvSpPr>
            <a:spLocks noGrp="1"/>
          </p:cNvSpPr>
          <p:nvPr>
            <p:ph type="title" hasCustomPrompt="1"/>
          </p:nvPr>
        </p:nvSpPr>
        <p:spPr>
          <a:xfrm>
            <a:off x="1727080" y="229049"/>
            <a:ext cx="9626720" cy="584775"/>
          </a:xfrm>
          <a:prstGeom prst="rect">
            <a:avLst/>
          </a:prstGeom>
        </p:spPr>
        <p:txBody>
          <a:bodyPr>
            <a:normAutofit/>
          </a:bodyPr>
          <a:lstStyle>
            <a:lvl1pPr>
              <a:defRPr lang="zh-CN" altLang="en-US" sz="3200" b="1" kern="1200" dirty="0">
                <a:solidFill>
                  <a:srgbClr val="0070C0"/>
                </a:solidFill>
                <a:latin typeface="微软雅黑" panose="020B0503020204020204" pitchFamily="34" charset="-122"/>
                <a:ea typeface="微软雅黑" panose="020B0503020204020204" pitchFamily="34" charset="-122"/>
                <a:cs typeface="+mn-cs"/>
              </a:defRPr>
            </a:lvl1pPr>
          </a:lstStyle>
          <a:p>
            <a:r>
              <a:rPr lang="zh-CN" altLang="en-US" dirty="0"/>
              <a:t>单击此处编辑标题</a:t>
            </a:r>
            <a:endParaRPr lang="zh-CN" altLang="en-US" dirty="0"/>
          </a:p>
        </p:txBody>
      </p:sp>
      <p:sp>
        <p:nvSpPr>
          <p:cNvPr id="3" name="文本"/>
          <p:cNvSpPr>
            <a:spLocks noGrp="1"/>
          </p:cNvSpPr>
          <p:nvPr>
            <p:ph sz="quarter" idx="15" hasCustomPrompt="1"/>
          </p:nvPr>
        </p:nvSpPr>
        <p:spPr>
          <a:xfrm>
            <a:off x="838200" y="1066801"/>
            <a:ext cx="10515599" cy="1196108"/>
          </a:xfrm>
          <a:prstGeom prst="rect">
            <a:avLst/>
          </a:prstGeom>
          <a:noFill/>
          <a:ln>
            <a:noFill/>
          </a:ln>
        </p:spPr>
        <p:txBody>
          <a:bodyPr anchor="ctr">
            <a:normAutofit/>
          </a:bodyPr>
          <a:lstStyle>
            <a:lvl1pPr marL="0" indent="0" algn="l">
              <a:buNone/>
              <a:defRPr sz="2400">
                <a:latin typeface="微软雅黑" panose="020B0503020204020204" pitchFamily="34" charset="-122"/>
                <a:ea typeface="微软雅黑" panose="020B0503020204020204" pitchFamily="34" charset="-122"/>
                <a:cs typeface="Cascadia Code" panose="020B0609020000020004" pitchFamily="49" charset="0"/>
              </a:defRPr>
            </a:lvl1pPr>
            <a:lvl2pPr>
              <a:defRPr>
                <a:latin typeface="Cascadia Code" panose="020B0609020000020004" pitchFamily="49" charset="0"/>
                <a:ea typeface="微软雅黑" panose="020B0503020204020204" pitchFamily="34" charset="-122"/>
                <a:cs typeface="Cascadia Code" panose="020B0609020000020004" pitchFamily="49" charset="0"/>
              </a:defRPr>
            </a:lvl2pPr>
            <a:lvl3pPr>
              <a:defRPr>
                <a:latin typeface="Cascadia Code" panose="020B0609020000020004" pitchFamily="49" charset="0"/>
                <a:ea typeface="微软雅黑" panose="020B0503020204020204" pitchFamily="34" charset="-122"/>
                <a:cs typeface="Cascadia Code" panose="020B0609020000020004" pitchFamily="49" charset="0"/>
              </a:defRPr>
            </a:lvl3pPr>
            <a:lvl4pPr>
              <a:defRPr>
                <a:latin typeface="Cascadia Code" panose="020B0609020000020004" pitchFamily="49" charset="0"/>
                <a:ea typeface="微软雅黑" panose="020B0503020204020204" pitchFamily="34" charset="-122"/>
                <a:cs typeface="Cascadia Code" panose="020B0609020000020004" pitchFamily="49" charset="0"/>
              </a:defRPr>
            </a:lvl4pPr>
            <a:lvl5pPr>
              <a:defRPr>
                <a:latin typeface="Cascadia Code" panose="020B0609020000020004" pitchFamily="49" charset="0"/>
                <a:ea typeface="微软雅黑" panose="020B0503020204020204" pitchFamily="34" charset="-122"/>
                <a:cs typeface="Cascadia Code" panose="020B0609020000020004" pitchFamily="49" charset="0"/>
              </a:defRPr>
            </a:lvl5pPr>
          </a:lstStyle>
          <a:p>
            <a:pPr lvl="0"/>
            <a:r>
              <a:rPr lang="zh-CN" altLang="en-US" dirty="0"/>
              <a:t>单击此处编辑文本</a:t>
            </a:r>
            <a:endParaRPr lang="zh-CN" altLang="en-US" dirty="0"/>
          </a:p>
        </p:txBody>
      </p:sp>
      <p:sp>
        <p:nvSpPr>
          <p:cNvPr id="9" name="代码"/>
          <p:cNvSpPr>
            <a:spLocks noGrp="1"/>
          </p:cNvSpPr>
          <p:nvPr>
            <p:ph sz="quarter" idx="13" hasCustomPrompt="1"/>
          </p:nvPr>
        </p:nvSpPr>
        <p:spPr>
          <a:xfrm>
            <a:off x="206476" y="2550612"/>
            <a:ext cx="11769213" cy="4048310"/>
          </a:xfrm>
          <a:prstGeom prst="roundRect">
            <a:avLst>
              <a:gd name="adj" fmla="val 17304"/>
            </a:avLst>
          </a:prstGeom>
          <a:solidFill>
            <a:schemeClr val="bg1">
              <a:lumMod val="95000"/>
            </a:schemeClr>
          </a:solidFill>
          <a:ln>
            <a:noFill/>
          </a:ln>
        </p:spPr>
        <p:txBody>
          <a:bodyPr anchor="ctr">
            <a:normAutofit/>
          </a:bodyPr>
          <a:lstStyle>
            <a:lvl1pPr marL="0" indent="0" algn="l">
              <a:buNone/>
              <a:defRPr sz="2000" baseline="0">
                <a:latin typeface="(使用中文字体)"/>
                <a:ea typeface="微软雅黑" panose="020B0503020204020204" pitchFamily="34" charset="-122"/>
                <a:cs typeface="Cascadia Code" panose="020B0609020000020004" pitchFamily="49" charset="0"/>
              </a:defRPr>
            </a:lvl1pPr>
            <a:lvl2pPr>
              <a:defRPr>
                <a:latin typeface="Cascadia Code" panose="020B0609020000020004" pitchFamily="49" charset="0"/>
                <a:ea typeface="微软雅黑" panose="020B0503020204020204" pitchFamily="34" charset="-122"/>
                <a:cs typeface="Cascadia Code" panose="020B0609020000020004" pitchFamily="49" charset="0"/>
              </a:defRPr>
            </a:lvl2pPr>
            <a:lvl3pPr>
              <a:defRPr>
                <a:latin typeface="Cascadia Code" panose="020B0609020000020004" pitchFamily="49" charset="0"/>
                <a:ea typeface="微软雅黑" panose="020B0503020204020204" pitchFamily="34" charset="-122"/>
                <a:cs typeface="Cascadia Code" panose="020B0609020000020004" pitchFamily="49" charset="0"/>
              </a:defRPr>
            </a:lvl3pPr>
            <a:lvl4pPr>
              <a:defRPr>
                <a:latin typeface="Cascadia Code" panose="020B0609020000020004" pitchFamily="49" charset="0"/>
                <a:ea typeface="微软雅黑" panose="020B0503020204020204" pitchFamily="34" charset="-122"/>
                <a:cs typeface="Cascadia Code" panose="020B0609020000020004" pitchFamily="49" charset="0"/>
              </a:defRPr>
            </a:lvl4pPr>
            <a:lvl5pPr>
              <a:defRPr>
                <a:latin typeface="Cascadia Code" panose="020B0609020000020004" pitchFamily="49" charset="0"/>
                <a:ea typeface="微软雅黑" panose="020B0503020204020204" pitchFamily="34" charset="-122"/>
                <a:cs typeface="Cascadia Code" panose="020B0609020000020004" pitchFamily="49" charset="0"/>
              </a:defRPr>
            </a:lvl5pPr>
          </a:lstStyle>
          <a:p>
            <a:pPr lvl="0"/>
            <a:r>
              <a:rPr lang="en-US" altLang="zh-CN" dirty="0"/>
              <a:t>Code</a:t>
            </a:r>
            <a:endParaRPr lang="zh-CN" altLang="en-US" dirty="0"/>
          </a:p>
        </p:txBody>
      </p:sp>
      <p:sp>
        <p:nvSpPr>
          <p:cNvPr id="5" name="序号"/>
          <p:cNvSpPr>
            <a:spLocks noGrp="1"/>
          </p:cNvSpPr>
          <p:nvPr>
            <p:ph sz="quarter" idx="16" hasCustomPrompt="1"/>
          </p:nvPr>
        </p:nvSpPr>
        <p:spPr>
          <a:xfrm>
            <a:off x="64656" y="269258"/>
            <a:ext cx="1314533" cy="535531"/>
          </a:xfrm>
          <a:prstGeom prst="rect">
            <a:avLst/>
          </a:prstGeom>
        </p:spPr>
        <p:txBody>
          <a:bodyPr>
            <a:spAutoFit/>
          </a:bodyPr>
          <a:lstStyle>
            <a:lvl1pPr marL="0" indent="0" algn="ctr">
              <a:buNone/>
              <a:defRPr kumimoji="0" lang="zh-CN" altLang="en-US" sz="3200" b="1" i="0" u="none" strike="noStrike" kern="1200" cap="none" spc="0" normalizeH="0" baseline="0" dirty="0" smtClean="0">
                <a:ln>
                  <a:noFill/>
                </a:ln>
                <a:solidFill>
                  <a:schemeClr val="bg1"/>
                </a:solidFill>
                <a:effectLst/>
                <a:uLnTx/>
                <a:uFillTx/>
                <a:latin typeface="微软雅黑" panose="020B0503020204020204" pitchFamily="34" charset="-122"/>
                <a:ea typeface="微软雅黑" panose="020B0503020204020204" pitchFamily="34" charset="-122"/>
                <a:cs typeface="Times New Roman" panose="02020603050405020304" pitchFamily="18" charset="0"/>
              </a:defRPr>
            </a:lvl1pPr>
          </a:lstStyle>
          <a:p>
            <a:pPr lvl="0"/>
            <a:r>
              <a:rPr lang="zh-CN" altLang="en-US" dirty="0"/>
              <a:t>序号</a:t>
            </a:r>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文本+图片+代码">
    <p:spTree>
      <p:nvGrpSpPr>
        <p:cNvPr id="1" name=""/>
        <p:cNvGrpSpPr/>
        <p:nvPr/>
      </p:nvGrpSpPr>
      <p:grpSpPr>
        <a:xfrm>
          <a:off x="0" y="0"/>
          <a:ext cx="0" cy="0"/>
          <a:chOff x="0" y="0"/>
          <a:chExt cx="0" cy="0"/>
        </a:xfrm>
      </p:grpSpPr>
      <p:sp>
        <p:nvSpPr>
          <p:cNvPr id="2" name="梯形 1"/>
          <p:cNvSpPr/>
          <p:nvPr userDrawn="1"/>
        </p:nvSpPr>
        <p:spPr>
          <a:xfrm flipV="1">
            <a:off x="0" y="194324"/>
            <a:ext cx="1727080" cy="584774"/>
          </a:xfrm>
          <a:custGeom>
            <a:avLst/>
            <a:gdLst>
              <a:gd name="connsiteX0" fmla="*/ 0 w 4513006"/>
              <a:gd name="connsiteY0" fmla="*/ 589935 h 589935"/>
              <a:gd name="connsiteX1" fmla="*/ 816075 w 4513006"/>
              <a:gd name="connsiteY1" fmla="*/ 0 h 589935"/>
              <a:gd name="connsiteX2" fmla="*/ 3696931 w 4513006"/>
              <a:gd name="connsiteY2" fmla="*/ 0 h 589935"/>
              <a:gd name="connsiteX3" fmla="*/ 4513006 w 4513006"/>
              <a:gd name="connsiteY3" fmla="*/ 589935 h 589935"/>
              <a:gd name="connsiteX4" fmla="*/ 0 w 4513006"/>
              <a:gd name="connsiteY4" fmla="*/ 589935 h 589935"/>
              <a:gd name="connsiteX0-1" fmla="*/ 0 w 3699571"/>
              <a:gd name="connsiteY0-2" fmla="*/ 582315 h 589935"/>
              <a:gd name="connsiteX1-3" fmla="*/ 2640 w 3699571"/>
              <a:gd name="connsiteY1-4" fmla="*/ 0 h 589935"/>
              <a:gd name="connsiteX2-5" fmla="*/ 2883496 w 3699571"/>
              <a:gd name="connsiteY2-6" fmla="*/ 0 h 589935"/>
              <a:gd name="connsiteX3-7" fmla="*/ 3699571 w 3699571"/>
              <a:gd name="connsiteY3-8" fmla="*/ 589935 h 589935"/>
              <a:gd name="connsiteX4-9" fmla="*/ 0 w 3699571"/>
              <a:gd name="connsiteY4-10" fmla="*/ 582315 h 58993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699571" h="589935">
                <a:moveTo>
                  <a:pt x="0" y="582315"/>
                </a:moveTo>
                <a:lnTo>
                  <a:pt x="2640" y="0"/>
                </a:lnTo>
                <a:lnTo>
                  <a:pt x="2883496" y="0"/>
                </a:lnTo>
                <a:lnTo>
                  <a:pt x="3699571" y="589935"/>
                </a:lnTo>
                <a:lnTo>
                  <a:pt x="0" y="582315"/>
                </a:lnTo>
                <a:close/>
              </a:path>
            </a:pathLst>
          </a:custGeom>
          <a:solidFill>
            <a:srgbClr val="0070C0"/>
          </a:solidFill>
          <a:ln>
            <a:solidFill>
              <a:srgbClr val="0070C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4472C4"/>
              </a:solidFill>
              <a:effectLst/>
              <a:uLnTx/>
              <a:uFillTx/>
              <a:latin typeface="Calibri" panose="020F0502020204030204"/>
              <a:ea typeface="等线" panose="02010600030101010101" pitchFamily="2" charset="-122"/>
              <a:cs typeface="+mn-cs"/>
            </a:endParaRPr>
          </a:p>
        </p:txBody>
      </p:sp>
      <p:sp>
        <p:nvSpPr>
          <p:cNvPr id="16" name="标题"/>
          <p:cNvSpPr>
            <a:spLocks noGrp="1"/>
          </p:cNvSpPr>
          <p:nvPr>
            <p:ph type="title" hasCustomPrompt="1"/>
          </p:nvPr>
        </p:nvSpPr>
        <p:spPr>
          <a:xfrm>
            <a:off x="1727080" y="229049"/>
            <a:ext cx="9626720" cy="584775"/>
          </a:xfrm>
          <a:prstGeom prst="rect">
            <a:avLst/>
          </a:prstGeom>
        </p:spPr>
        <p:txBody>
          <a:bodyPr>
            <a:normAutofit/>
          </a:bodyPr>
          <a:lstStyle>
            <a:lvl1pPr>
              <a:defRPr lang="zh-CN" altLang="en-US" sz="3200" b="1" kern="1200" dirty="0">
                <a:solidFill>
                  <a:srgbClr val="0070C0"/>
                </a:solidFill>
                <a:latin typeface="微软雅黑" panose="020B0503020204020204" pitchFamily="34" charset="-122"/>
                <a:ea typeface="微软雅黑" panose="020B0503020204020204" pitchFamily="34" charset="-122"/>
                <a:cs typeface="+mn-cs"/>
              </a:defRPr>
            </a:lvl1pPr>
          </a:lstStyle>
          <a:p>
            <a:r>
              <a:rPr lang="zh-CN" altLang="en-US" dirty="0"/>
              <a:t>单击此处编辑标题</a:t>
            </a:r>
            <a:endParaRPr lang="zh-CN" altLang="en-US" dirty="0"/>
          </a:p>
        </p:txBody>
      </p:sp>
      <p:sp>
        <p:nvSpPr>
          <p:cNvPr id="3" name="文本"/>
          <p:cNvSpPr>
            <a:spLocks noGrp="1"/>
          </p:cNvSpPr>
          <p:nvPr>
            <p:ph sz="quarter" idx="15" hasCustomPrompt="1"/>
          </p:nvPr>
        </p:nvSpPr>
        <p:spPr>
          <a:xfrm>
            <a:off x="838200" y="1066801"/>
            <a:ext cx="10515599" cy="706581"/>
          </a:xfrm>
          <a:prstGeom prst="rect">
            <a:avLst/>
          </a:prstGeom>
          <a:noFill/>
          <a:ln>
            <a:noFill/>
          </a:ln>
        </p:spPr>
        <p:txBody>
          <a:bodyPr anchor="ctr"/>
          <a:lstStyle>
            <a:lvl1pPr marL="0" indent="0" algn="l">
              <a:buNone/>
              <a:defRPr sz="2400">
                <a:latin typeface="微软雅黑" panose="020B0503020204020204" pitchFamily="34" charset="-122"/>
                <a:ea typeface="微软雅黑" panose="020B0503020204020204" pitchFamily="34" charset="-122"/>
                <a:cs typeface="Cascadia Code" panose="020B0609020000020004" pitchFamily="49" charset="0"/>
              </a:defRPr>
            </a:lvl1pPr>
            <a:lvl2pPr>
              <a:defRPr>
                <a:latin typeface="Cascadia Code" panose="020B0609020000020004" pitchFamily="49" charset="0"/>
                <a:ea typeface="微软雅黑" panose="020B0503020204020204" pitchFamily="34" charset="-122"/>
                <a:cs typeface="Cascadia Code" panose="020B0609020000020004" pitchFamily="49" charset="0"/>
              </a:defRPr>
            </a:lvl2pPr>
            <a:lvl3pPr>
              <a:defRPr>
                <a:latin typeface="Cascadia Code" panose="020B0609020000020004" pitchFamily="49" charset="0"/>
                <a:ea typeface="微软雅黑" panose="020B0503020204020204" pitchFamily="34" charset="-122"/>
                <a:cs typeface="Cascadia Code" panose="020B0609020000020004" pitchFamily="49" charset="0"/>
              </a:defRPr>
            </a:lvl3pPr>
            <a:lvl4pPr>
              <a:defRPr>
                <a:latin typeface="Cascadia Code" panose="020B0609020000020004" pitchFamily="49" charset="0"/>
                <a:ea typeface="微软雅黑" panose="020B0503020204020204" pitchFamily="34" charset="-122"/>
                <a:cs typeface="Cascadia Code" panose="020B0609020000020004" pitchFamily="49" charset="0"/>
              </a:defRPr>
            </a:lvl4pPr>
            <a:lvl5pPr>
              <a:defRPr>
                <a:latin typeface="Cascadia Code" panose="020B0609020000020004" pitchFamily="49" charset="0"/>
                <a:ea typeface="微软雅黑" panose="020B0503020204020204" pitchFamily="34" charset="-122"/>
                <a:cs typeface="Cascadia Code" panose="020B0609020000020004" pitchFamily="49" charset="0"/>
              </a:defRPr>
            </a:lvl5pPr>
          </a:lstStyle>
          <a:p>
            <a:pPr lvl="0"/>
            <a:r>
              <a:rPr lang="zh-CN" altLang="en-US" dirty="0"/>
              <a:t>单击此处编辑文本</a:t>
            </a:r>
            <a:endParaRPr lang="zh-CN" altLang="en-US" dirty="0"/>
          </a:p>
        </p:txBody>
      </p:sp>
      <p:sp>
        <p:nvSpPr>
          <p:cNvPr id="4" name="图片"/>
          <p:cNvSpPr>
            <a:spLocks noGrp="1"/>
          </p:cNvSpPr>
          <p:nvPr>
            <p:ph type="pic" sz="quarter" idx="16"/>
          </p:nvPr>
        </p:nvSpPr>
        <p:spPr>
          <a:xfrm>
            <a:off x="3338645" y="1996781"/>
            <a:ext cx="5504873" cy="2048746"/>
          </a:xfrm>
          <a:noFill/>
        </p:spPr>
        <p:txBody>
          <a:bodyPr anchor="ctr" anchorCtr="1"/>
          <a:lstStyle/>
          <a:p>
            <a:endParaRPr lang="zh-CN" altLang="en-US" dirty="0"/>
          </a:p>
        </p:txBody>
      </p:sp>
      <p:sp>
        <p:nvSpPr>
          <p:cNvPr id="9" name="代码"/>
          <p:cNvSpPr>
            <a:spLocks noGrp="1"/>
          </p:cNvSpPr>
          <p:nvPr>
            <p:ph sz="quarter" idx="13" hasCustomPrompt="1"/>
          </p:nvPr>
        </p:nvSpPr>
        <p:spPr>
          <a:xfrm>
            <a:off x="838200" y="4294910"/>
            <a:ext cx="10515599" cy="2304012"/>
          </a:xfrm>
          <a:prstGeom prst="roundRect">
            <a:avLst>
              <a:gd name="adj" fmla="val 17304"/>
            </a:avLst>
          </a:prstGeom>
          <a:solidFill>
            <a:schemeClr val="bg1">
              <a:lumMod val="95000"/>
            </a:schemeClr>
          </a:solidFill>
          <a:ln>
            <a:noFill/>
          </a:ln>
        </p:spPr>
        <p:txBody>
          <a:bodyPr anchor="ctr">
            <a:normAutofit/>
          </a:bodyPr>
          <a:lstStyle>
            <a:lvl1pPr marL="0" indent="0" algn="l">
              <a:buNone/>
              <a:defRPr sz="2000">
                <a:latin typeface="+mj-lt"/>
                <a:ea typeface="微软雅黑" panose="020B0503020204020204" pitchFamily="34" charset="-122"/>
                <a:cs typeface="Cascadia Code" panose="020B0609020000020004" pitchFamily="49" charset="0"/>
              </a:defRPr>
            </a:lvl1pPr>
            <a:lvl2pPr>
              <a:defRPr>
                <a:latin typeface="Cascadia Code" panose="020B0609020000020004" pitchFamily="49" charset="0"/>
                <a:ea typeface="微软雅黑" panose="020B0503020204020204" pitchFamily="34" charset="-122"/>
                <a:cs typeface="Cascadia Code" panose="020B0609020000020004" pitchFamily="49" charset="0"/>
              </a:defRPr>
            </a:lvl2pPr>
            <a:lvl3pPr>
              <a:defRPr>
                <a:latin typeface="Cascadia Code" panose="020B0609020000020004" pitchFamily="49" charset="0"/>
                <a:ea typeface="微软雅黑" panose="020B0503020204020204" pitchFamily="34" charset="-122"/>
                <a:cs typeface="Cascadia Code" panose="020B0609020000020004" pitchFamily="49" charset="0"/>
              </a:defRPr>
            </a:lvl3pPr>
            <a:lvl4pPr>
              <a:defRPr>
                <a:latin typeface="Cascadia Code" panose="020B0609020000020004" pitchFamily="49" charset="0"/>
                <a:ea typeface="微软雅黑" panose="020B0503020204020204" pitchFamily="34" charset="-122"/>
                <a:cs typeface="Cascadia Code" panose="020B0609020000020004" pitchFamily="49" charset="0"/>
              </a:defRPr>
            </a:lvl4pPr>
            <a:lvl5pPr>
              <a:defRPr>
                <a:latin typeface="Cascadia Code" panose="020B0609020000020004" pitchFamily="49" charset="0"/>
                <a:ea typeface="微软雅黑" panose="020B0503020204020204" pitchFamily="34" charset="-122"/>
                <a:cs typeface="Cascadia Code" panose="020B0609020000020004" pitchFamily="49" charset="0"/>
              </a:defRPr>
            </a:lvl5pPr>
          </a:lstStyle>
          <a:p>
            <a:pPr lvl="0"/>
            <a:r>
              <a:rPr lang="en-US" altLang="zh-CN" dirty="0"/>
              <a:t>Code</a:t>
            </a:r>
            <a:endParaRPr lang="zh-CN" altLang="en-US" dirty="0"/>
          </a:p>
        </p:txBody>
      </p:sp>
      <p:sp>
        <p:nvSpPr>
          <p:cNvPr id="6" name="序号"/>
          <p:cNvSpPr>
            <a:spLocks noGrp="1"/>
          </p:cNvSpPr>
          <p:nvPr>
            <p:ph sz="quarter" idx="17" hasCustomPrompt="1"/>
          </p:nvPr>
        </p:nvSpPr>
        <p:spPr>
          <a:xfrm>
            <a:off x="64656" y="269258"/>
            <a:ext cx="1314533" cy="535531"/>
          </a:xfrm>
          <a:prstGeom prst="rect">
            <a:avLst/>
          </a:prstGeom>
        </p:spPr>
        <p:txBody>
          <a:bodyPr>
            <a:spAutoFit/>
          </a:bodyPr>
          <a:lstStyle>
            <a:lvl1pPr marL="0" indent="0" algn="ctr">
              <a:buNone/>
              <a:defRPr kumimoji="0" lang="zh-CN" altLang="en-US" sz="3200" b="1" i="0" u="none" strike="noStrike" kern="1200" cap="none" spc="0" normalizeH="0" baseline="0" dirty="0" smtClean="0">
                <a:ln>
                  <a:noFill/>
                </a:ln>
                <a:solidFill>
                  <a:schemeClr val="bg1"/>
                </a:solidFill>
                <a:effectLst/>
                <a:uLnTx/>
                <a:uFillTx/>
                <a:latin typeface="微软雅黑" panose="020B0503020204020204" pitchFamily="34" charset="-122"/>
                <a:ea typeface="微软雅黑" panose="020B0503020204020204" pitchFamily="34" charset="-122"/>
                <a:cs typeface="Times New Roman" panose="02020603050405020304" pitchFamily="18" charset="0"/>
              </a:defRPr>
            </a:lvl1pPr>
          </a:lstStyle>
          <a:p>
            <a:pPr lvl="0"/>
            <a:r>
              <a:rPr lang="zh-CN" altLang="en-US" dirty="0"/>
              <a:t>序号</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代码">
    <p:spTree>
      <p:nvGrpSpPr>
        <p:cNvPr id="1" name=""/>
        <p:cNvGrpSpPr/>
        <p:nvPr/>
      </p:nvGrpSpPr>
      <p:grpSpPr>
        <a:xfrm>
          <a:off x="0" y="0"/>
          <a:ext cx="0" cy="0"/>
          <a:chOff x="0" y="0"/>
          <a:chExt cx="0" cy="0"/>
        </a:xfrm>
      </p:grpSpPr>
      <p:sp>
        <p:nvSpPr>
          <p:cNvPr id="2" name="梯形 1"/>
          <p:cNvSpPr/>
          <p:nvPr userDrawn="1"/>
        </p:nvSpPr>
        <p:spPr>
          <a:xfrm flipV="1">
            <a:off x="0" y="194324"/>
            <a:ext cx="1727080" cy="584774"/>
          </a:xfrm>
          <a:custGeom>
            <a:avLst/>
            <a:gdLst>
              <a:gd name="connsiteX0" fmla="*/ 0 w 4513006"/>
              <a:gd name="connsiteY0" fmla="*/ 589935 h 589935"/>
              <a:gd name="connsiteX1" fmla="*/ 816075 w 4513006"/>
              <a:gd name="connsiteY1" fmla="*/ 0 h 589935"/>
              <a:gd name="connsiteX2" fmla="*/ 3696931 w 4513006"/>
              <a:gd name="connsiteY2" fmla="*/ 0 h 589935"/>
              <a:gd name="connsiteX3" fmla="*/ 4513006 w 4513006"/>
              <a:gd name="connsiteY3" fmla="*/ 589935 h 589935"/>
              <a:gd name="connsiteX4" fmla="*/ 0 w 4513006"/>
              <a:gd name="connsiteY4" fmla="*/ 589935 h 589935"/>
              <a:gd name="connsiteX0-1" fmla="*/ 0 w 3699571"/>
              <a:gd name="connsiteY0-2" fmla="*/ 582315 h 589935"/>
              <a:gd name="connsiteX1-3" fmla="*/ 2640 w 3699571"/>
              <a:gd name="connsiteY1-4" fmla="*/ 0 h 589935"/>
              <a:gd name="connsiteX2-5" fmla="*/ 2883496 w 3699571"/>
              <a:gd name="connsiteY2-6" fmla="*/ 0 h 589935"/>
              <a:gd name="connsiteX3-7" fmla="*/ 3699571 w 3699571"/>
              <a:gd name="connsiteY3-8" fmla="*/ 589935 h 589935"/>
              <a:gd name="connsiteX4-9" fmla="*/ 0 w 3699571"/>
              <a:gd name="connsiteY4-10" fmla="*/ 582315 h 58993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699571" h="589935">
                <a:moveTo>
                  <a:pt x="0" y="582315"/>
                </a:moveTo>
                <a:lnTo>
                  <a:pt x="2640" y="0"/>
                </a:lnTo>
                <a:lnTo>
                  <a:pt x="2883496" y="0"/>
                </a:lnTo>
                <a:lnTo>
                  <a:pt x="3699571" y="589935"/>
                </a:lnTo>
                <a:lnTo>
                  <a:pt x="0" y="582315"/>
                </a:lnTo>
                <a:close/>
              </a:path>
            </a:pathLst>
          </a:custGeom>
          <a:solidFill>
            <a:srgbClr val="0070C0"/>
          </a:solidFill>
          <a:ln>
            <a:solidFill>
              <a:srgbClr val="0070C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4472C4"/>
              </a:solidFill>
              <a:effectLst/>
              <a:uLnTx/>
              <a:uFillTx/>
              <a:latin typeface="Calibri" panose="020F0502020204030204"/>
              <a:ea typeface="等线" panose="02010600030101010101" pitchFamily="2" charset="-122"/>
              <a:cs typeface="+mn-cs"/>
            </a:endParaRPr>
          </a:p>
        </p:txBody>
      </p:sp>
      <p:sp>
        <p:nvSpPr>
          <p:cNvPr id="16" name="标题"/>
          <p:cNvSpPr>
            <a:spLocks noGrp="1"/>
          </p:cNvSpPr>
          <p:nvPr>
            <p:ph type="title" hasCustomPrompt="1"/>
          </p:nvPr>
        </p:nvSpPr>
        <p:spPr>
          <a:xfrm>
            <a:off x="1727080" y="229049"/>
            <a:ext cx="9626720" cy="584775"/>
          </a:xfrm>
          <a:prstGeom prst="rect">
            <a:avLst/>
          </a:prstGeom>
        </p:spPr>
        <p:txBody>
          <a:bodyPr>
            <a:normAutofit/>
          </a:bodyPr>
          <a:lstStyle>
            <a:lvl1pPr>
              <a:defRPr lang="zh-CN" altLang="en-US" sz="3200" b="1" kern="1200" dirty="0">
                <a:solidFill>
                  <a:srgbClr val="0070C0"/>
                </a:solidFill>
                <a:latin typeface="微软雅黑" panose="020B0503020204020204" pitchFamily="34" charset="-122"/>
                <a:ea typeface="微软雅黑" panose="020B0503020204020204" pitchFamily="34" charset="-122"/>
                <a:cs typeface="+mn-cs"/>
              </a:defRPr>
            </a:lvl1pPr>
          </a:lstStyle>
          <a:p>
            <a:r>
              <a:rPr lang="zh-CN" altLang="en-US" dirty="0"/>
              <a:t>单击此处编辑标题</a:t>
            </a:r>
            <a:endParaRPr lang="zh-CN" altLang="en-US" dirty="0"/>
          </a:p>
        </p:txBody>
      </p:sp>
      <p:sp>
        <p:nvSpPr>
          <p:cNvPr id="9" name="代码"/>
          <p:cNvSpPr>
            <a:spLocks noGrp="1"/>
          </p:cNvSpPr>
          <p:nvPr>
            <p:ph sz="quarter" idx="13" hasCustomPrompt="1"/>
          </p:nvPr>
        </p:nvSpPr>
        <p:spPr>
          <a:xfrm>
            <a:off x="206476" y="925974"/>
            <a:ext cx="11769213" cy="5672948"/>
          </a:xfrm>
          <a:prstGeom prst="roundRect">
            <a:avLst>
              <a:gd name="adj" fmla="val 17304"/>
            </a:avLst>
          </a:prstGeom>
          <a:solidFill>
            <a:schemeClr val="bg1">
              <a:lumMod val="95000"/>
            </a:schemeClr>
          </a:solidFill>
          <a:ln>
            <a:noFill/>
          </a:ln>
        </p:spPr>
        <p:txBody>
          <a:bodyPr anchor="ctr">
            <a:normAutofit/>
          </a:bodyPr>
          <a:lstStyle>
            <a:lvl1pPr marL="0" indent="0">
              <a:buNone/>
              <a:defRPr sz="2000" baseline="0">
                <a:latin typeface="(使用中文字体)"/>
                <a:ea typeface="微软雅黑" panose="020B0503020204020204" pitchFamily="34" charset="-122"/>
                <a:cs typeface="Cascadia Code" panose="020B0609020000020004" pitchFamily="49" charset="0"/>
              </a:defRPr>
            </a:lvl1pPr>
            <a:lvl2pPr>
              <a:defRPr>
                <a:latin typeface="Cascadia Code" panose="020B0609020000020004" pitchFamily="49" charset="0"/>
                <a:ea typeface="微软雅黑" panose="020B0503020204020204" pitchFamily="34" charset="-122"/>
                <a:cs typeface="Cascadia Code" panose="020B0609020000020004" pitchFamily="49" charset="0"/>
              </a:defRPr>
            </a:lvl2pPr>
            <a:lvl3pPr>
              <a:defRPr>
                <a:latin typeface="Cascadia Code" panose="020B0609020000020004" pitchFamily="49" charset="0"/>
                <a:ea typeface="微软雅黑" panose="020B0503020204020204" pitchFamily="34" charset="-122"/>
                <a:cs typeface="Cascadia Code" panose="020B0609020000020004" pitchFamily="49" charset="0"/>
              </a:defRPr>
            </a:lvl3pPr>
            <a:lvl4pPr>
              <a:defRPr>
                <a:latin typeface="Cascadia Code" panose="020B0609020000020004" pitchFamily="49" charset="0"/>
                <a:ea typeface="微软雅黑" panose="020B0503020204020204" pitchFamily="34" charset="-122"/>
                <a:cs typeface="Cascadia Code" panose="020B0609020000020004" pitchFamily="49" charset="0"/>
              </a:defRPr>
            </a:lvl4pPr>
            <a:lvl5pPr>
              <a:defRPr>
                <a:latin typeface="Cascadia Code" panose="020B0609020000020004" pitchFamily="49" charset="0"/>
                <a:ea typeface="微软雅黑" panose="020B0503020204020204" pitchFamily="34" charset="-122"/>
                <a:cs typeface="Cascadia Code" panose="020B0609020000020004" pitchFamily="49" charset="0"/>
              </a:defRPr>
            </a:lvl5pPr>
          </a:lstStyle>
          <a:p>
            <a:pPr lvl="0"/>
            <a:r>
              <a:rPr lang="en-US" altLang="zh-CN" dirty="0"/>
              <a:t>Code</a:t>
            </a:r>
            <a:endParaRPr lang="zh-CN" altLang="en-US" dirty="0"/>
          </a:p>
        </p:txBody>
      </p:sp>
      <p:sp>
        <p:nvSpPr>
          <p:cNvPr id="4" name="序号"/>
          <p:cNvSpPr>
            <a:spLocks noGrp="1"/>
          </p:cNvSpPr>
          <p:nvPr>
            <p:ph sz="quarter" idx="14" hasCustomPrompt="1"/>
          </p:nvPr>
        </p:nvSpPr>
        <p:spPr>
          <a:xfrm>
            <a:off x="64656" y="269258"/>
            <a:ext cx="1314533" cy="535531"/>
          </a:xfrm>
          <a:prstGeom prst="rect">
            <a:avLst/>
          </a:prstGeom>
        </p:spPr>
        <p:txBody>
          <a:bodyPr>
            <a:spAutoFit/>
          </a:bodyPr>
          <a:lstStyle>
            <a:lvl1pPr marL="0" indent="0" algn="ctr">
              <a:buNone/>
              <a:defRPr kumimoji="0" lang="zh-CN" altLang="en-US" sz="3200" b="1" i="0" u="none" strike="noStrike" kern="1200" cap="none" spc="0" normalizeH="0" baseline="0" dirty="0" smtClean="0">
                <a:ln>
                  <a:noFill/>
                </a:ln>
                <a:solidFill>
                  <a:schemeClr val="bg1"/>
                </a:solidFill>
                <a:effectLst/>
                <a:uLnTx/>
                <a:uFillTx/>
                <a:latin typeface="微软雅黑" panose="020B0503020204020204" pitchFamily="34" charset="-122"/>
                <a:ea typeface="微软雅黑" panose="020B0503020204020204" pitchFamily="34" charset="-122"/>
                <a:cs typeface="Times New Roman" panose="02020603050405020304" pitchFamily="18" charset="0"/>
              </a:defRPr>
            </a:lvl1pPr>
          </a:lstStyle>
          <a:p>
            <a:pPr lvl="0"/>
            <a:r>
              <a:rPr lang="zh-CN" altLang="en-US" dirty="0"/>
              <a:t>序号</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实例">
    <p:bg>
      <p:bgPr>
        <a:solidFill>
          <a:srgbClr val="0070C0"/>
        </a:solidFill>
        <a:effectLst/>
      </p:bgPr>
    </p:bg>
    <p:spTree>
      <p:nvGrpSpPr>
        <p:cNvPr id="1" name=""/>
        <p:cNvGrpSpPr/>
        <p:nvPr/>
      </p:nvGrpSpPr>
      <p:grpSpPr>
        <a:xfrm>
          <a:off x="0" y="0"/>
          <a:ext cx="0" cy="0"/>
          <a:chOff x="0" y="0"/>
          <a:chExt cx="0" cy="0"/>
        </a:xfrm>
      </p:grpSpPr>
      <p:sp>
        <p:nvSpPr>
          <p:cNvPr id="5" name="梯形 1"/>
          <p:cNvSpPr/>
          <p:nvPr userDrawn="1"/>
        </p:nvSpPr>
        <p:spPr>
          <a:xfrm flipV="1">
            <a:off x="0" y="194324"/>
            <a:ext cx="1727080" cy="584774"/>
          </a:xfrm>
          <a:custGeom>
            <a:avLst/>
            <a:gdLst>
              <a:gd name="connsiteX0" fmla="*/ 0 w 4513006"/>
              <a:gd name="connsiteY0" fmla="*/ 589935 h 589935"/>
              <a:gd name="connsiteX1" fmla="*/ 816075 w 4513006"/>
              <a:gd name="connsiteY1" fmla="*/ 0 h 589935"/>
              <a:gd name="connsiteX2" fmla="*/ 3696931 w 4513006"/>
              <a:gd name="connsiteY2" fmla="*/ 0 h 589935"/>
              <a:gd name="connsiteX3" fmla="*/ 4513006 w 4513006"/>
              <a:gd name="connsiteY3" fmla="*/ 589935 h 589935"/>
              <a:gd name="connsiteX4" fmla="*/ 0 w 4513006"/>
              <a:gd name="connsiteY4" fmla="*/ 589935 h 589935"/>
              <a:gd name="connsiteX0-1" fmla="*/ 0 w 3699571"/>
              <a:gd name="connsiteY0-2" fmla="*/ 582315 h 589935"/>
              <a:gd name="connsiteX1-3" fmla="*/ 2640 w 3699571"/>
              <a:gd name="connsiteY1-4" fmla="*/ 0 h 589935"/>
              <a:gd name="connsiteX2-5" fmla="*/ 2883496 w 3699571"/>
              <a:gd name="connsiteY2-6" fmla="*/ 0 h 589935"/>
              <a:gd name="connsiteX3-7" fmla="*/ 3699571 w 3699571"/>
              <a:gd name="connsiteY3-8" fmla="*/ 589935 h 589935"/>
              <a:gd name="connsiteX4-9" fmla="*/ 0 w 3699571"/>
              <a:gd name="connsiteY4-10" fmla="*/ 582315 h 58993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699571" h="589935">
                <a:moveTo>
                  <a:pt x="0" y="582315"/>
                </a:moveTo>
                <a:lnTo>
                  <a:pt x="2640" y="0"/>
                </a:lnTo>
                <a:lnTo>
                  <a:pt x="2883496" y="0"/>
                </a:lnTo>
                <a:lnTo>
                  <a:pt x="3699571" y="589935"/>
                </a:lnTo>
                <a:lnTo>
                  <a:pt x="0" y="582315"/>
                </a:lnTo>
                <a:close/>
              </a:path>
            </a:pathLst>
          </a:custGeom>
          <a:solidFill>
            <a:schemeClr val="bg1"/>
          </a:solidFill>
          <a:ln>
            <a:solidFill>
              <a:srgbClr val="0070C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4472C4"/>
              </a:solidFill>
              <a:effectLst/>
              <a:uLnTx/>
              <a:uFillTx/>
              <a:latin typeface="Calibri" panose="020F0502020204030204"/>
              <a:ea typeface="等线" panose="02010600030101010101" pitchFamily="2" charset="-122"/>
              <a:cs typeface="+mn-cs"/>
            </a:endParaRPr>
          </a:p>
        </p:txBody>
      </p:sp>
      <p:sp>
        <p:nvSpPr>
          <p:cNvPr id="9" name="流程图: 数据 8"/>
          <p:cNvSpPr/>
          <p:nvPr/>
        </p:nvSpPr>
        <p:spPr>
          <a:xfrm rot="660872" flipH="1">
            <a:off x="10745751" y="5284169"/>
            <a:ext cx="1383792" cy="1364446"/>
          </a:xfrm>
          <a:prstGeom prst="flowChartInputOutpu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2" name="标题"/>
          <p:cNvSpPr>
            <a:spLocks noGrp="1"/>
          </p:cNvSpPr>
          <p:nvPr>
            <p:ph type="title" hasCustomPrompt="1"/>
          </p:nvPr>
        </p:nvSpPr>
        <p:spPr>
          <a:xfrm>
            <a:off x="1727521" y="229049"/>
            <a:ext cx="10515600" cy="584775"/>
          </a:xfrm>
          <a:prstGeom prst="rect">
            <a:avLst/>
          </a:prstGeom>
        </p:spPr>
        <p:txBody>
          <a:bodyPr>
            <a:normAutofit/>
          </a:bodyPr>
          <a:lstStyle>
            <a:lvl1pPr marL="0" algn="l" defTabSz="914400" rtl="0" eaLnBrk="1" latinLnBrk="0" hangingPunct="1">
              <a:lnSpc>
                <a:spcPct val="90000"/>
              </a:lnSpc>
              <a:spcBef>
                <a:spcPct val="0"/>
              </a:spcBef>
              <a:buNone/>
              <a:defRPr lang="zh-CN" altLang="en-US" sz="3200" b="1" kern="1200" dirty="0">
                <a:solidFill>
                  <a:schemeClr val="bg1"/>
                </a:solidFill>
                <a:latin typeface="微软雅黑" panose="020B0503020204020204" pitchFamily="34" charset="-122"/>
                <a:ea typeface="微软雅黑" panose="020B0503020204020204" pitchFamily="34" charset="-122"/>
                <a:cs typeface="+mn-cs"/>
              </a:defRPr>
            </a:lvl1pPr>
          </a:lstStyle>
          <a:p>
            <a:r>
              <a:rPr lang="zh-CN" altLang="en-US" dirty="0"/>
              <a:t>单击此处编辑标题</a:t>
            </a:r>
            <a:endParaRPr lang="zh-CN" altLang="en-US" dirty="0"/>
          </a:p>
        </p:txBody>
      </p:sp>
      <p:sp>
        <p:nvSpPr>
          <p:cNvPr id="4" name="文本"/>
          <p:cNvSpPr>
            <a:spLocks noGrp="1"/>
          </p:cNvSpPr>
          <p:nvPr>
            <p:ph sz="quarter" idx="15" hasCustomPrompt="1"/>
          </p:nvPr>
        </p:nvSpPr>
        <p:spPr>
          <a:xfrm>
            <a:off x="206475" y="925973"/>
            <a:ext cx="11769213" cy="5672948"/>
          </a:xfrm>
          <a:prstGeom prst="roundRect">
            <a:avLst>
              <a:gd name="adj" fmla="val 17304"/>
            </a:avLst>
          </a:prstGeom>
          <a:solidFill>
            <a:schemeClr val="bg1"/>
          </a:solidFill>
          <a:ln>
            <a:noFill/>
          </a:ln>
        </p:spPr>
        <p:txBody>
          <a:bodyPr>
            <a:normAutofit/>
          </a:bodyPr>
          <a:lstStyle>
            <a:lvl1pPr marL="0" indent="0">
              <a:buNone/>
              <a:defRPr sz="2400">
                <a:latin typeface="微软雅黑" panose="020B0503020204020204" pitchFamily="34" charset="-122"/>
                <a:ea typeface="微软雅黑" panose="020B0503020204020204" pitchFamily="34" charset="-122"/>
                <a:cs typeface="Cascadia Code" panose="020B0609020000020004" pitchFamily="49" charset="0"/>
              </a:defRPr>
            </a:lvl1pPr>
            <a:lvl2pPr>
              <a:defRPr>
                <a:latin typeface="Cascadia Code" panose="020B0609020000020004" pitchFamily="49" charset="0"/>
                <a:ea typeface="微软雅黑" panose="020B0503020204020204" pitchFamily="34" charset="-122"/>
                <a:cs typeface="Cascadia Code" panose="020B0609020000020004" pitchFamily="49" charset="0"/>
              </a:defRPr>
            </a:lvl2pPr>
            <a:lvl3pPr>
              <a:defRPr>
                <a:latin typeface="Cascadia Code" panose="020B0609020000020004" pitchFamily="49" charset="0"/>
                <a:ea typeface="微软雅黑" panose="020B0503020204020204" pitchFamily="34" charset="-122"/>
                <a:cs typeface="Cascadia Code" panose="020B0609020000020004" pitchFamily="49" charset="0"/>
              </a:defRPr>
            </a:lvl3pPr>
            <a:lvl4pPr>
              <a:defRPr>
                <a:latin typeface="Cascadia Code" panose="020B0609020000020004" pitchFamily="49" charset="0"/>
                <a:ea typeface="微软雅黑" panose="020B0503020204020204" pitchFamily="34" charset="-122"/>
                <a:cs typeface="Cascadia Code" panose="020B0609020000020004" pitchFamily="49" charset="0"/>
              </a:defRPr>
            </a:lvl4pPr>
            <a:lvl5pPr>
              <a:defRPr>
                <a:latin typeface="Cascadia Code" panose="020B0609020000020004" pitchFamily="49" charset="0"/>
                <a:ea typeface="微软雅黑" panose="020B0503020204020204" pitchFamily="34" charset="-122"/>
                <a:cs typeface="Cascadia Code" panose="020B0609020000020004" pitchFamily="49" charset="0"/>
              </a:defRPr>
            </a:lvl5pPr>
          </a:lstStyle>
          <a:p>
            <a:pPr lvl="0"/>
            <a:r>
              <a:rPr lang="zh-CN" altLang="en-US" dirty="0"/>
              <a:t>单击此处编辑文本</a:t>
            </a:r>
            <a:endParaRPr lang="zh-CN" altLang="en-US" dirty="0"/>
          </a:p>
        </p:txBody>
      </p:sp>
      <p:sp>
        <p:nvSpPr>
          <p:cNvPr id="6" name="序号"/>
          <p:cNvSpPr>
            <a:spLocks noGrp="1"/>
          </p:cNvSpPr>
          <p:nvPr>
            <p:ph sz="quarter" idx="13" hasCustomPrompt="1"/>
          </p:nvPr>
        </p:nvSpPr>
        <p:spPr>
          <a:xfrm>
            <a:off x="64656" y="269258"/>
            <a:ext cx="1314533" cy="535531"/>
          </a:xfrm>
          <a:prstGeom prst="rect">
            <a:avLst/>
          </a:prstGeom>
        </p:spPr>
        <p:txBody>
          <a:bodyPr>
            <a:spAutoFit/>
          </a:bodyPr>
          <a:lstStyle>
            <a:lvl1pPr marL="0" indent="0" algn="ctr">
              <a:buNone/>
              <a:defRPr kumimoji="0" lang="zh-CN" altLang="en-US" sz="3200" b="1" i="0" u="none" strike="noStrike" kern="1200" cap="none" spc="0" normalizeH="0" baseline="0" dirty="0" smtClean="0">
                <a:ln>
                  <a:noFill/>
                </a:ln>
                <a:solidFill>
                  <a:srgbClr val="0070C0"/>
                </a:solidFill>
                <a:effectLst/>
                <a:uLnTx/>
                <a:uFillTx/>
                <a:latin typeface="微软雅黑" panose="020B0503020204020204" pitchFamily="34" charset="-122"/>
                <a:ea typeface="微软雅黑" panose="020B0503020204020204" pitchFamily="34" charset="-122"/>
                <a:cs typeface="Times New Roman" panose="02020603050405020304" pitchFamily="18" charset="0"/>
              </a:defRPr>
            </a:lvl1pPr>
          </a:lstStyle>
          <a:p>
            <a:pPr lvl="0"/>
            <a:r>
              <a:rPr lang="zh-CN" altLang="en-US" dirty="0"/>
              <a:t>序号</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封底">
    <p:spTree>
      <p:nvGrpSpPr>
        <p:cNvPr id="1" name=""/>
        <p:cNvGrpSpPr/>
        <p:nvPr/>
      </p:nvGrpSpPr>
      <p:grpSpPr>
        <a:xfrm>
          <a:off x="0" y="0"/>
          <a:ext cx="0" cy="0"/>
          <a:chOff x="0" y="0"/>
          <a:chExt cx="0" cy="0"/>
        </a:xfrm>
      </p:grpSpPr>
      <p:sp>
        <p:nvSpPr>
          <p:cNvPr id="10" name="矩形 9"/>
          <p:cNvSpPr/>
          <p:nvPr userDrawn="1"/>
        </p:nvSpPr>
        <p:spPr>
          <a:xfrm>
            <a:off x="1109510" y="820450"/>
            <a:ext cx="10677237" cy="5524499"/>
          </a:xfrm>
          <a:prstGeom prst="rect">
            <a:avLst/>
          </a:prstGeom>
          <a:noFill/>
          <a:ln w="1270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矩形 8"/>
          <p:cNvSpPr/>
          <p:nvPr userDrawn="1"/>
        </p:nvSpPr>
        <p:spPr>
          <a:xfrm>
            <a:off x="591127" y="423719"/>
            <a:ext cx="10677237" cy="5524499"/>
          </a:xfrm>
          <a:prstGeom prst="rect">
            <a:avLst/>
          </a:prstGeom>
          <a:solidFill>
            <a:schemeClr val="bg1"/>
          </a:solidFill>
          <a:ln w="1270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矩形: 圆角 10"/>
          <p:cNvSpPr/>
          <p:nvPr userDrawn="1"/>
        </p:nvSpPr>
        <p:spPr>
          <a:xfrm>
            <a:off x="890388" y="698157"/>
            <a:ext cx="3838630" cy="641927"/>
          </a:xfrm>
          <a:prstGeom prst="roundRect">
            <a:avLst>
              <a:gd name="adj" fmla="val 50000"/>
            </a:avLst>
          </a:prstGeom>
          <a:solidFill>
            <a:srgbClr val="0070C0"/>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b="1" dirty="0">
                <a:latin typeface="微软雅黑" panose="020B0503020204020204" pitchFamily="34" charset="-122"/>
                <a:ea typeface="微软雅黑" panose="020B0503020204020204" pitchFamily="34" charset="-122"/>
              </a:rPr>
              <a:t>Python </a:t>
            </a:r>
            <a:r>
              <a:rPr lang="zh-CN" altLang="en-US" sz="2400" b="1" dirty="0">
                <a:latin typeface="微软雅黑" panose="020B0503020204020204" pitchFamily="34" charset="-122"/>
                <a:ea typeface="微软雅黑" panose="020B0503020204020204" pitchFamily="34" charset="-122"/>
              </a:rPr>
              <a:t>程序设计基础</a:t>
            </a:r>
            <a:endParaRPr lang="zh-CN" altLang="en-US" sz="2400" b="1" dirty="0">
              <a:latin typeface="微软雅黑" panose="020B0503020204020204" pitchFamily="34" charset="-122"/>
              <a:ea typeface="微软雅黑" panose="020B0503020204020204" pitchFamily="34" charset="-122"/>
            </a:endParaRPr>
          </a:p>
        </p:txBody>
      </p:sp>
      <p:sp>
        <p:nvSpPr>
          <p:cNvPr id="3" name="文本框 2"/>
          <p:cNvSpPr txBox="1"/>
          <p:nvPr userDrawn="1"/>
        </p:nvSpPr>
        <p:spPr>
          <a:xfrm>
            <a:off x="3419850" y="2659399"/>
            <a:ext cx="5019787" cy="101566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w="0"/>
                <a:solidFill>
                  <a:srgbClr val="0070C0"/>
                </a:solidFill>
                <a:effectLst>
                  <a:outerShdw blurRad="38100" dist="25400" dir="5400000" algn="ctr" rotWithShape="0">
                    <a:srgbClr val="6E747A">
                      <a:alpha val="43000"/>
                    </a:srgbClr>
                  </a:outerShdw>
                </a:effectLst>
                <a:uLnTx/>
                <a:uFillTx/>
                <a:latin typeface="微软雅黑" panose="020B0503020204020204" pitchFamily="34" charset="-122"/>
                <a:ea typeface="微软雅黑" panose="020B0503020204020204" pitchFamily="34" charset="-122"/>
                <a:cs typeface="+mn-cs"/>
              </a:rPr>
              <a:t>感 谢 观 看</a:t>
            </a:r>
            <a:endParaRPr kumimoji="0" lang="en-US" altLang="zh-CN" sz="6000" b="1" i="0" u="none" strike="noStrike" kern="1200" cap="none" spc="0" normalizeH="0" baseline="0" noProof="0" dirty="0">
              <a:ln w="0"/>
              <a:solidFill>
                <a:srgbClr val="0070C0"/>
              </a:solidFill>
              <a:effectLst>
                <a:outerShdw blurRad="38100" dist="25400" dir="5400000" algn="ctr" rotWithShape="0">
                  <a:srgbClr val="6E747A">
                    <a:alpha val="43000"/>
                  </a:srgbClr>
                </a:outerShdw>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sp>
        <p:nvSpPr>
          <p:cNvPr id="10" name="矩形 9"/>
          <p:cNvSpPr/>
          <p:nvPr userDrawn="1"/>
        </p:nvSpPr>
        <p:spPr>
          <a:xfrm>
            <a:off x="1109510" y="820450"/>
            <a:ext cx="10677237" cy="5524499"/>
          </a:xfrm>
          <a:prstGeom prst="rect">
            <a:avLst/>
          </a:prstGeom>
          <a:noFill/>
          <a:ln w="1270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矩形 8"/>
          <p:cNvSpPr/>
          <p:nvPr userDrawn="1"/>
        </p:nvSpPr>
        <p:spPr>
          <a:xfrm>
            <a:off x="591127" y="423719"/>
            <a:ext cx="10677237" cy="5524499"/>
          </a:xfrm>
          <a:prstGeom prst="rect">
            <a:avLst/>
          </a:prstGeom>
          <a:solidFill>
            <a:schemeClr val="bg1"/>
          </a:solidFill>
          <a:ln w="1270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矩形: 圆角 10"/>
          <p:cNvSpPr/>
          <p:nvPr userDrawn="1"/>
        </p:nvSpPr>
        <p:spPr>
          <a:xfrm>
            <a:off x="890388" y="698157"/>
            <a:ext cx="3838630" cy="641927"/>
          </a:xfrm>
          <a:prstGeom prst="roundRect">
            <a:avLst>
              <a:gd name="adj" fmla="val 50000"/>
            </a:avLst>
          </a:prstGeom>
          <a:solidFill>
            <a:srgbClr val="0070C0"/>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b="1" dirty="0">
                <a:latin typeface="微软雅黑" panose="020B0503020204020204" pitchFamily="34" charset="-122"/>
                <a:ea typeface="微软雅黑" panose="020B0503020204020204" pitchFamily="34" charset="-122"/>
              </a:rPr>
              <a:t>Python </a:t>
            </a:r>
            <a:r>
              <a:rPr lang="zh-CN" altLang="en-US" sz="2400" b="1" dirty="0">
                <a:latin typeface="微软雅黑" panose="020B0503020204020204" pitchFamily="34" charset="-122"/>
                <a:ea typeface="微软雅黑" panose="020B0503020204020204" pitchFamily="34" charset="-122"/>
              </a:rPr>
              <a:t>程序设计基础</a:t>
            </a:r>
            <a:endParaRPr lang="zh-CN" altLang="en-US" sz="2400" b="1" dirty="0">
              <a:latin typeface="微软雅黑" panose="020B0503020204020204" pitchFamily="34" charset="-122"/>
              <a:ea typeface="微软雅黑" panose="020B0503020204020204" pitchFamily="34" charset="-122"/>
            </a:endParaRPr>
          </a:p>
        </p:txBody>
      </p:sp>
      <p:sp>
        <p:nvSpPr>
          <p:cNvPr id="2" name="标题"/>
          <p:cNvSpPr>
            <a:spLocks noGrp="1"/>
          </p:cNvSpPr>
          <p:nvPr>
            <p:ph type="ctrTitle" hasCustomPrompt="1"/>
          </p:nvPr>
        </p:nvSpPr>
        <p:spPr>
          <a:xfrm>
            <a:off x="1126836" y="2667144"/>
            <a:ext cx="9605817" cy="1007918"/>
          </a:xfrm>
          <a:prstGeom prst="rect">
            <a:avLst/>
          </a:prstGeom>
        </p:spPr>
        <p:txBody>
          <a:bodyPr anchor="b">
            <a:normAutofit/>
          </a:bodyPr>
          <a:lstStyle>
            <a:lvl1pPr algn="ctr">
              <a:defRPr sz="6000" b="1">
                <a:solidFill>
                  <a:srgbClr val="0070C0"/>
                </a:solidFill>
                <a:latin typeface="微软雅黑" panose="020B0503020204020204" pitchFamily="34" charset="-122"/>
                <a:ea typeface="微软雅黑" panose="020B0503020204020204" pitchFamily="34" charset="-122"/>
              </a:defRPr>
            </a:lvl1pPr>
          </a:lstStyle>
          <a:p>
            <a:r>
              <a:rPr lang="zh-CN" altLang="en-US" dirty="0"/>
              <a:t>单击此处编辑标题</a:t>
            </a:r>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目录_4">
    <p:spTree>
      <p:nvGrpSpPr>
        <p:cNvPr id="1" name=""/>
        <p:cNvGrpSpPr/>
        <p:nvPr/>
      </p:nvGrpSpPr>
      <p:grpSpPr>
        <a:xfrm>
          <a:off x="0" y="0"/>
          <a:ext cx="0" cy="0"/>
          <a:chOff x="0" y="0"/>
          <a:chExt cx="0" cy="0"/>
        </a:xfrm>
      </p:grpSpPr>
      <p:sp>
        <p:nvSpPr>
          <p:cNvPr id="7" name="梯形 2"/>
          <p:cNvSpPr/>
          <p:nvPr userDrawn="1"/>
        </p:nvSpPr>
        <p:spPr>
          <a:xfrm>
            <a:off x="0" y="0"/>
            <a:ext cx="5007350" cy="6858000"/>
          </a:xfrm>
          <a:custGeom>
            <a:avLst/>
            <a:gdLst>
              <a:gd name="connsiteX0" fmla="*/ 0 w 4584749"/>
              <a:gd name="connsiteY0" fmla="*/ 6858000 h 6858000"/>
              <a:gd name="connsiteX1" fmla="*/ 1083560 w 4584749"/>
              <a:gd name="connsiteY1" fmla="*/ 0 h 6858000"/>
              <a:gd name="connsiteX2" fmla="*/ 3501189 w 4584749"/>
              <a:gd name="connsiteY2" fmla="*/ 0 h 6858000"/>
              <a:gd name="connsiteX3" fmla="*/ 4584749 w 4584749"/>
              <a:gd name="connsiteY3" fmla="*/ 6858000 h 6858000"/>
              <a:gd name="connsiteX4" fmla="*/ 0 w 4584749"/>
              <a:gd name="connsiteY4" fmla="*/ 6858000 h 6858000"/>
              <a:gd name="connsiteX0-1" fmla="*/ 0 w 4584749"/>
              <a:gd name="connsiteY0-2" fmla="*/ 6858000 h 6858000"/>
              <a:gd name="connsiteX1-3" fmla="*/ 21676 w 4584749"/>
              <a:gd name="connsiteY1-4" fmla="*/ 19664 h 6858000"/>
              <a:gd name="connsiteX2-5" fmla="*/ 3501189 w 4584749"/>
              <a:gd name="connsiteY2-6" fmla="*/ 0 h 6858000"/>
              <a:gd name="connsiteX3-7" fmla="*/ 4584749 w 4584749"/>
              <a:gd name="connsiteY3-8" fmla="*/ 6858000 h 6858000"/>
              <a:gd name="connsiteX4-9" fmla="*/ 0 w 4584749"/>
              <a:gd name="connsiteY4-10" fmla="*/ 6858000 h 6858000"/>
              <a:gd name="connsiteX0-11" fmla="*/ 0 w 4584749"/>
              <a:gd name="connsiteY0-12" fmla="*/ 6858000 h 6858000"/>
              <a:gd name="connsiteX1-13" fmla="*/ 21676 w 4584749"/>
              <a:gd name="connsiteY1-14" fmla="*/ 6964 h 6858000"/>
              <a:gd name="connsiteX2-15" fmla="*/ 3501189 w 4584749"/>
              <a:gd name="connsiteY2-16" fmla="*/ 0 h 6858000"/>
              <a:gd name="connsiteX3-17" fmla="*/ 4584749 w 4584749"/>
              <a:gd name="connsiteY3-18" fmla="*/ 6858000 h 6858000"/>
              <a:gd name="connsiteX4-19" fmla="*/ 0 w 4584749"/>
              <a:gd name="connsiteY4-20" fmla="*/ 6858000 h 6858000"/>
              <a:gd name="connsiteX0-21" fmla="*/ 0 w 4584749"/>
              <a:gd name="connsiteY0-22" fmla="*/ 6858000 h 6858000"/>
              <a:gd name="connsiteX1-23" fmla="*/ 31201 w 4584749"/>
              <a:gd name="connsiteY1-24" fmla="*/ 3154 h 6858000"/>
              <a:gd name="connsiteX2-25" fmla="*/ 3501189 w 4584749"/>
              <a:gd name="connsiteY2-26" fmla="*/ 0 h 6858000"/>
              <a:gd name="connsiteX3-27" fmla="*/ 4584749 w 4584749"/>
              <a:gd name="connsiteY3-28" fmla="*/ 6858000 h 6858000"/>
              <a:gd name="connsiteX4-29" fmla="*/ 0 w 4584749"/>
              <a:gd name="connsiteY4-30" fmla="*/ 6858000 h 6858000"/>
              <a:gd name="connsiteX0-31" fmla="*/ 0 w 4584749"/>
              <a:gd name="connsiteY0-32" fmla="*/ 6858000 h 6858000"/>
              <a:gd name="connsiteX1-33" fmla="*/ 23581 w 4584749"/>
              <a:gd name="connsiteY1-34" fmla="*/ 3154 h 6858000"/>
              <a:gd name="connsiteX2-35" fmla="*/ 3501189 w 4584749"/>
              <a:gd name="connsiteY2-36" fmla="*/ 0 h 6858000"/>
              <a:gd name="connsiteX3-37" fmla="*/ 4584749 w 4584749"/>
              <a:gd name="connsiteY3-38" fmla="*/ 6858000 h 6858000"/>
              <a:gd name="connsiteX4-39" fmla="*/ 0 w 4584749"/>
              <a:gd name="connsiteY4-40" fmla="*/ 6858000 h 6858000"/>
              <a:gd name="connsiteX0-41" fmla="*/ 21424 w 4562160"/>
              <a:gd name="connsiteY0-42" fmla="*/ 6858000 h 6858000"/>
              <a:gd name="connsiteX1-43" fmla="*/ 992 w 4562160"/>
              <a:gd name="connsiteY1-44" fmla="*/ 3154 h 6858000"/>
              <a:gd name="connsiteX2-45" fmla="*/ 3478600 w 4562160"/>
              <a:gd name="connsiteY2-46" fmla="*/ 0 h 6858000"/>
              <a:gd name="connsiteX3-47" fmla="*/ 4562160 w 4562160"/>
              <a:gd name="connsiteY3-48" fmla="*/ 6858000 h 6858000"/>
              <a:gd name="connsiteX4-49" fmla="*/ 21424 w 4562160"/>
              <a:gd name="connsiteY4-50" fmla="*/ 6858000 h 6858000"/>
              <a:gd name="connsiteX0-51" fmla="*/ 0 w 4563900"/>
              <a:gd name="connsiteY0-52" fmla="*/ 6858000 h 6858000"/>
              <a:gd name="connsiteX1-53" fmla="*/ 2732 w 4563900"/>
              <a:gd name="connsiteY1-54" fmla="*/ 3154 h 6858000"/>
              <a:gd name="connsiteX2-55" fmla="*/ 3480340 w 4563900"/>
              <a:gd name="connsiteY2-56" fmla="*/ 0 h 6858000"/>
              <a:gd name="connsiteX3-57" fmla="*/ 4563900 w 4563900"/>
              <a:gd name="connsiteY3-58" fmla="*/ 6858000 h 6858000"/>
              <a:gd name="connsiteX4-59" fmla="*/ 0 w 4563900"/>
              <a:gd name="connsiteY4-60" fmla="*/ 6858000 h 6858000"/>
              <a:gd name="connsiteX0-61" fmla="*/ 1718 w 4565618"/>
              <a:gd name="connsiteY0-62" fmla="*/ 6858000 h 6858000"/>
              <a:gd name="connsiteX1-63" fmla="*/ 2134 w 4565618"/>
              <a:gd name="connsiteY1-64" fmla="*/ 10774 h 6858000"/>
              <a:gd name="connsiteX2-65" fmla="*/ 3482058 w 4565618"/>
              <a:gd name="connsiteY2-66" fmla="*/ 0 h 6858000"/>
              <a:gd name="connsiteX3-67" fmla="*/ 4565618 w 4565618"/>
              <a:gd name="connsiteY3-68" fmla="*/ 6858000 h 6858000"/>
              <a:gd name="connsiteX4-69" fmla="*/ 1718 w 4565618"/>
              <a:gd name="connsiteY4-70" fmla="*/ 6858000 h 6858000"/>
              <a:gd name="connsiteX0-71" fmla="*/ 0 w 4563900"/>
              <a:gd name="connsiteY0-72" fmla="*/ 6858000 h 6858000"/>
              <a:gd name="connsiteX1-73" fmla="*/ 5049 w 4563900"/>
              <a:gd name="connsiteY1-74" fmla="*/ 3154 h 6858000"/>
              <a:gd name="connsiteX2-75" fmla="*/ 3480340 w 4563900"/>
              <a:gd name="connsiteY2-76" fmla="*/ 0 h 6858000"/>
              <a:gd name="connsiteX3-77" fmla="*/ 4563900 w 4563900"/>
              <a:gd name="connsiteY3-78" fmla="*/ 6858000 h 6858000"/>
              <a:gd name="connsiteX4-79" fmla="*/ 0 w 4563900"/>
              <a:gd name="connsiteY4-80" fmla="*/ 6858000 h 6858000"/>
              <a:gd name="connsiteX0-81" fmla="*/ 0 w 4563900"/>
              <a:gd name="connsiteY0-82" fmla="*/ 6858000 h 6858000"/>
              <a:gd name="connsiteX1-83" fmla="*/ 2732 w 4563900"/>
              <a:gd name="connsiteY1-84" fmla="*/ 3154 h 6858000"/>
              <a:gd name="connsiteX2-85" fmla="*/ 3480340 w 4563900"/>
              <a:gd name="connsiteY2-86" fmla="*/ 0 h 6858000"/>
              <a:gd name="connsiteX3-87" fmla="*/ 4563900 w 4563900"/>
              <a:gd name="connsiteY3-88" fmla="*/ 6858000 h 6858000"/>
              <a:gd name="connsiteX4-89" fmla="*/ 0 w 4563900"/>
              <a:gd name="connsiteY4-90" fmla="*/ 6858000 h 6858000"/>
              <a:gd name="connsiteX0-91" fmla="*/ 1718 w 4565618"/>
              <a:gd name="connsiteY0-92" fmla="*/ 6858000 h 6858000"/>
              <a:gd name="connsiteX1-93" fmla="*/ 2134 w 4565618"/>
              <a:gd name="connsiteY1-94" fmla="*/ 10774 h 6858000"/>
              <a:gd name="connsiteX2-95" fmla="*/ 3482058 w 4565618"/>
              <a:gd name="connsiteY2-96" fmla="*/ 0 h 6858000"/>
              <a:gd name="connsiteX3-97" fmla="*/ 4565618 w 4565618"/>
              <a:gd name="connsiteY3-98" fmla="*/ 6858000 h 6858000"/>
              <a:gd name="connsiteX4-99" fmla="*/ 1718 w 4565618"/>
              <a:gd name="connsiteY4-100" fmla="*/ 6858000 h 6858000"/>
              <a:gd name="connsiteX0-101" fmla="*/ 0 w 4563900"/>
              <a:gd name="connsiteY0-102" fmla="*/ 6858000 h 6858000"/>
              <a:gd name="connsiteX1-103" fmla="*/ 2733 w 4563900"/>
              <a:gd name="connsiteY1-104" fmla="*/ 5694 h 6858000"/>
              <a:gd name="connsiteX2-105" fmla="*/ 3480340 w 4563900"/>
              <a:gd name="connsiteY2-106" fmla="*/ 0 h 6858000"/>
              <a:gd name="connsiteX3-107" fmla="*/ 4563900 w 4563900"/>
              <a:gd name="connsiteY3-108" fmla="*/ 6858000 h 6858000"/>
              <a:gd name="connsiteX4-109" fmla="*/ 0 w 4563900"/>
              <a:gd name="connsiteY4-110" fmla="*/ 6858000 h 6858000"/>
              <a:gd name="connsiteX0-111" fmla="*/ 4314 w 4568214"/>
              <a:gd name="connsiteY0-112" fmla="*/ 6858000 h 6858000"/>
              <a:gd name="connsiteX1-113" fmla="*/ 1835 w 4568214"/>
              <a:gd name="connsiteY1-114" fmla="*/ 28554 h 6858000"/>
              <a:gd name="connsiteX2-115" fmla="*/ 3484654 w 4568214"/>
              <a:gd name="connsiteY2-116" fmla="*/ 0 h 6858000"/>
              <a:gd name="connsiteX3-117" fmla="*/ 4568214 w 4568214"/>
              <a:gd name="connsiteY3-118" fmla="*/ 6858000 h 6858000"/>
              <a:gd name="connsiteX4-119" fmla="*/ 4314 w 4568214"/>
              <a:gd name="connsiteY4-120" fmla="*/ 6858000 h 6858000"/>
              <a:gd name="connsiteX0-121" fmla="*/ 0 w 4563900"/>
              <a:gd name="connsiteY0-122" fmla="*/ 6858000 h 6858000"/>
              <a:gd name="connsiteX1-123" fmla="*/ 25318 w 4563900"/>
              <a:gd name="connsiteY1-124" fmla="*/ 3789 h 6858000"/>
              <a:gd name="connsiteX2-125" fmla="*/ 3480340 w 4563900"/>
              <a:gd name="connsiteY2-126" fmla="*/ 0 h 6858000"/>
              <a:gd name="connsiteX3-127" fmla="*/ 4563900 w 4563900"/>
              <a:gd name="connsiteY3-128" fmla="*/ 6858000 h 6858000"/>
              <a:gd name="connsiteX4-129" fmla="*/ 0 w 4563900"/>
              <a:gd name="connsiteY4-130" fmla="*/ 6858000 h 6858000"/>
              <a:gd name="connsiteX0-131" fmla="*/ 1212 w 4565112"/>
              <a:gd name="connsiteY0-132" fmla="*/ 6858000 h 6858000"/>
              <a:gd name="connsiteX1-133" fmla="*/ 2207 w 4565112"/>
              <a:gd name="connsiteY1-134" fmla="*/ 5694 h 6858000"/>
              <a:gd name="connsiteX2-135" fmla="*/ 3481552 w 4565112"/>
              <a:gd name="connsiteY2-136" fmla="*/ 0 h 6858000"/>
              <a:gd name="connsiteX3-137" fmla="*/ 4565112 w 4565112"/>
              <a:gd name="connsiteY3-138" fmla="*/ 6858000 h 6858000"/>
              <a:gd name="connsiteX4-139" fmla="*/ 1212 w 4565112"/>
              <a:gd name="connsiteY4-140" fmla="*/ 6858000 h 6858000"/>
              <a:gd name="connsiteX0-141" fmla="*/ 2745 w 4566645"/>
              <a:gd name="connsiteY0-142" fmla="*/ 6858000 h 6858000"/>
              <a:gd name="connsiteX1-143" fmla="*/ 2003 w 4566645"/>
              <a:gd name="connsiteY1-144" fmla="*/ 1884 h 6858000"/>
              <a:gd name="connsiteX2-145" fmla="*/ 3483085 w 4566645"/>
              <a:gd name="connsiteY2-146" fmla="*/ 0 h 6858000"/>
              <a:gd name="connsiteX3-147" fmla="*/ 4566645 w 4566645"/>
              <a:gd name="connsiteY3-148" fmla="*/ 6858000 h 6858000"/>
              <a:gd name="connsiteX4-149" fmla="*/ 2745 w 4566645"/>
              <a:gd name="connsiteY4-150" fmla="*/ 6858000 h 6858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4566645" h="6858000">
                <a:moveTo>
                  <a:pt x="2745" y="6858000"/>
                </a:moveTo>
                <a:cubicBezTo>
                  <a:pt x="9970" y="4578555"/>
                  <a:pt x="-5222" y="2281329"/>
                  <a:pt x="2003" y="1884"/>
                </a:cubicBezTo>
                <a:lnTo>
                  <a:pt x="3483085" y="0"/>
                </a:lnTo>
                <a:lnTo>
                  <a:pt x="4566645" y="6858000"/>
                </a:lnTo>
                <a:lnTo>
                  <a:pt x="2745" y="6858000"/>
                </a:lnTo>
                <a:close/>
              </a:path>
            </a:pathLst>
          </a:cu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Roboto Regular"/>
              <a:cs typeface="+mn-cs"/>
            </a:endParaRPr>
          </a:p>
        </p:txBody>
      </p:sp>
      <p:sp>
        <p:nvSpPr>
          <p:cNvPr id="8" name="文本框 7"/>
          <p:cNvSpPr txBox="1"/>
          <p:nvPr userDrawn="1"/>
        </p:nvSpPr>
        <p:spPr>
          <a:xfrm>
            <a:off x="200250" y="2626510"/>
            <a:ext cx="3834581"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w="0"/>
                <a:solidFill>
                  <a:srgbClr val="FFFFFF"/>
                </a:solidFill>
                <a:effectLst>
                  <a:outerShdw blurRad="38100" dist="25400" dir="5400000" algn="ctr" rotWithShape="0">
                    <a:srgbClr val="6E747A">
                      <a:alpha val="43000"/>
                    </a:srgbClr>
                  </a:outerShdw>
                </a:effectLst>
                <a:uLnTx/>
                <a:uFillTx/>
                <a:latin typeface="微软雅黑" panose="020B0503020204020204" pitchFamily="34" charset="-122"/>
                <a:ea typeface="微软雅黑" panose="020B0503020204020204" pitchFamily="34" charset="-122"/>
                <a:cs typeface="+mn-cs"/>
              </a:rPr>
              <a:t>本 章 内 容</a:t>
            </a:r>
            <a:endParaRPr kumimoji="0" lang="en-US" altLang="zh-CN" sz="4800" b="1" i="0" u="none" strike="noStrike" kern="1200" cap="none" spc="0" normalizeH="0" baseline="0" noProof="0" dirty="0">
              <a:ln w="0"/>
              <a:solidFill>
                <a:srgbClr val="FFFFFF"/>
              </a:solidFill>
              <a:effectLst>
                <a:outerShdw blurRad="38100" dist="25400" dir="5400000" algn="ctr" rotWithShape="0">
                  <a:srgbClr val="6E747A">
                    <a:alpha val="43000"/>
                  </a:srgbClr>
                </a:outerShdw>
              </a:effectLst>
              <a:uLnTx/>
              <a:uFillTx/>
              <a:latin typeface="微软雅黑" panose="020B0503020204020204" pitchFamily="34" charset="-122"/>
              <a:ea typeface="微软雅黑" panose="020B0503020204020204" pitchFamily="34" charset="-122"/>
              <a:cs typeface="+mn-cs"/>
            </a:endParaRPr>
          </a:p>
        </p:txBody>
      </p:sp>
      <p:sp>
        <p:nvSpPr>
          <p:cNvPr id="10" name="矩形: 圆角 9"/>
          <p:cNvSpPr/>
          <p:nvPr userDrawn="1"/>
        </p:nvSpPr>
        <p:spPr>
          <a:xfrm>
            <a:off x="5280536" y="1437680"/>
            <a:ext cx="967505" cy="756730"/>
          </a:xfrm>
          <a:prstGeom prst="roundRect">
            <a:avLst>
              <a:gd name="adj" fmla="val 50000"/>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2" name="矩形: 圆角 11"/>
          <p:cNvSpPr/>
          <p:nvPr userDrawn="1"/>
        </p:nvSpPr>
        <p:spPr>
          <a:xfrm>
            <a:off x="5456410" y="2476904"/>
            <a:ext cx="967505" cy="756730"/>
          </a:xfrm>
          <a:prstGeom prst="roundRect">
            <a:avLst>
              <a:gd name="adj" fmla="val 50000"/>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14" name="矩形: 圆角 13"/>
          <p:cNvSpPr/>
          <p:nvPr userDrawn="1"/>
        </p:nvSpPr>
        <p:spPr>
          <a:xfrm>
            <a:off x="5640707" y="3516128"/>
            <a:ext cx="967505" cy="756730"/>
          </a:xfrm>
          <a:prstGeom prst="roundRect">
            <a:avLst>
              <a:gd name="adj" fmla="val 50000"/>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16" name="矩形: 圆角 15"/>
          <p:cNvSpPr/>
          <p:nvPr userDrawn="1"/>
        </p:nvSpPr>
        <p:spPr>
          <a:xfrm>
            <a:off x="5814571" y="4555352"/>
            <a:ext cx="967505" cy="756730"/>
          </a:xfrm>
          <a:prstGeom prst="roundRect">
            <a:avLst>
              <a:gd name="adj" fmla="val 50000"/>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22" name="1"/>
          <p:cNvSpPr>
            <a:spLocks noGrp="1"/>
          </p:cNvSpPr>
          <p:nvPr>
            <p:ph type="body" sz="quarter" idx="10" hasCustomPrompt="1"/>
          </p:nvPr>
        </p:nvSpPr>
        <p:spPr>
          <a:xfrm>
            <a:off x="6225795" y="1618374"/>
            <a:ext cx="4507903" cy="461638"/>
          </a:xfrm>
          <a:prstGeom prst="rect">
            <a:avLst/>
          </a:prstGeom>
        </p:spPr>
        <p:txBody>
          <a:bodyPr>
            <a:normAutofit/>
          </a:bodyPr>
          <a:lstStyle>
            <a:lvl1pPr marL="0" indent="0" algn="ctr">
              <a:buNone/>
              <a:defRPr lang="zh-CN" altLang="en-US" sz="2800" b="1" kern="1200" dirty="0" smtClean="0">
                <a:solidFill>
                  <a:srgbClr val="0070C0"/>
                </a:solidFill>
                <a:latin typeface="微软雅黑" panose="020B0503020204020204" pitchFamily="34" charset="-122"/>
                <a:ea typeface="微软雅黑" panose="020B0503020204020204" pitchFamily="34" charset="-122"/>
                <a:cs typeface="+mn-cs"/>
              </a:defRPr>
            </a:lvl1pPr>
          </a:lstStyle>
          <a:p>
            <a:pPr lvl="0"/>
            <a:r>
              <a:rPr lang="zh-CN" altLang="en-US" dirty="0"/>
              <a:t>内容一</a:t>
            </a:r>
            <a:endParaRPr lang="zh-CN" altLang="en-US" dirty="0"/>
          </a:p>
        </p:txBody>
      </p:sp>
      <p:sp>
        <p:nvSpPr>
          <p:cNvPr id="23" name="2"/>
          <p:cNvSpPr>
            <a:spLocks noGrp="1"/>
          </p:cNvSpPr>
          <p:nvPr>
            <p:ph type="body" sz="quarter" idx="11" hasCustomPrompt="1"/>
          </p:nvPr>
        </p:nvSpPr>
        <p:spPr>
          <a:xfrm>
            <a:off x="6428631" y="2659175"/>
            <a:ext cx="4507903" cy="461638"/>
          </a:xfrm>
          <a:prstGeom prst="rect">
            <a:avLst/>
          </a:prstGeom>
        </p:spPr>
        <p:txBody>
          <a:bodyPr>
            <a:normAutofit/>
          </a:bodyPr>
          <a:lstStyle>
            <a:lvl1pPr marL="0" indent="0" algn="ctr">
              <a:buNone/>
              <a:defRPr lang="zh-CN" altLang="en-US" sz="2800" b="1" kern="1200" dirty="0" smtClean="0">
                <a:solidFill>
                  <a:srgbClr val="0070C0"/>
                </a:solidFill>
                <a:latin typeface="微软雅黑" panose="020B0503020204020204" pitchFamily="34" charset="-122"/>
                <a:ea typeface="微软雅黑" panose="020B0503020204020204" pitchFamily="34" charset="-122"/>
                <a:cs typeface="+mn-cs"/>
              </a:defRPr>
            </a:lvl1pPr>
          </a:lstStyle>
          <a:p>
            <a:pPr lvl="0"/>
            <a:r>
              <a:rPr lang="zh-CN" altLang="en-US" dirty="0"/>
              <a:t>内容二</a:t>
            </a:r>
            <a:endParaRPr lang="zh-CN" altLang="en-US" dirty="0"/>
          </a:p>
        </p:txBody>
      </p:sp>
      <p:sp>
        <p:nvSpPr>
          <p:cNvPr id="24" name="3"/>
          <p:cNvSpPr>
            <a:spLocks noGrp="1"/>
          </p:cNvSpPr>
          <p:nvPr>
            <p:ph type="body" sz="quarter" idx="12" hasCustomPrompt="1"/>
          </p:nvPr>
        </p:nvSpPr>
        <p:spPr>
          <a:xfrm>
            <a:off x="6583956" y="3693595"/>
            <a:ext cx="4507903" cy="461638"/>
          </a:xfrm>
          <a:prstGeom prst="rect">
            <a:avLst/>
          </a:prstGeom>
        </p:spPr>
        <p:txBody>
          <a:bodyPr>
            <a:normAutofit/>
          </a:bodyPr>
          <a:lstStyle>
            <a:lvl1pPr marL="0" indent="0" algn="ctr">
              <a:buNone/>
              <a:defRPr lang="zh-CN" altLang="en-US" sz="2800" b="1" kern="1200" dirty="0" smtClean="0">
                <a:solidFill>
                  <a:srgbClr val="0070C0"/>
                </a:solidFill>
                <a:latin typeface="微软雅黑" panose="020B0503020204020204" pitchFamily="34" charset="-122"/>
                <a:ea typeface="微软雅黑" panose="020B0503020204020204" pitchFamily="34" charset="-122"/>
                <a:cs typeface="+mn-cs"/>
              </a:defRPr>
            </a:lvl1pPr>
          </a:lstStyle>
          <a:p>
            <a:pPr lvl="0"/>
            <a:r>
              <a:rPr lang="zh-CN" altLang="en-US" dirty="0"/>
              <a:t>内容三</a:t>
            </a:r>
            <a:endParaRPr lang="zh-CN" altLang="en-US" dirty="0"/>
          </a:p>
        </p:txBody>
      </p:sp>
      <p:sp>
        <p:nvSpPr>
          <p:cNvPr id="25" name="4"/>
          <p:cNvSpPr>
            <a:spLocks noGrp="1"/>
          </p:cNvSpPr>
          <p:nvPr>
            <p:ph type="body" sz="quarter" idx="13" hasCustomPrompt="1"/>
          </p:nvPr>
        </p:nvSpPr>
        <p:spPr>
          <a:xfrm>
            <a:off x="6747193" y="4737623"/>
            <a:ext cx="4507903" cy="461638"/>
          </a:xfrm>
          <a:prstGeom prst="rect">
            <a:avLst/>
          </a:prstGeom>
        </p:spPr>
        <p:txBody>
          <a:bodyPr>
            <a:normAutofit/>
          </a:bodyPr>
          <a:lstStyle>
            <a:lvl1pPr marL="0" indent="0" algn="ctr">
              <a:buNone/>
              <a:defRPr lang="zh-CN" altLang="en-US" sz="2800" b="1" kern="1200" dirty="0" smtClean="0">
                <a:solidFill>
                  <a:srgbClr val="0070C0"/>
                </a:solidFill>
                <a:latin typeface="微软雅黑" panose="020B0503020204020204" pitchFamily="34" charset="-122"/>
                <a:ea typeface="微软雅黑" panose="020B0503020204020204" pitchFamily="34" charset="-122"/>
                <a:cs typeface="+mn-cs"/>
              </a:defRPr>
            </a:lvl1pPr>
          </a:lstStyle>
          <a:p>
            <a:pPr lvl="0"/>
            <a:r>
              <a:rPr lang="zh-CN" altLang="en-US" dirty="0"/>
              <a:t>内容四</a:t>
            </a:r>
            <a:endParaRPr lang="zh-CN" altLang="en-US" dirty="0"/>
          </a:p>
        </p:txBody>
      </p:sp>
      <p:sp>
        <p:nvSpPr>
          <p:cNvPr id="3" name="序号1"/>
          <p:cNvSpPr>
            <a:spLocks noGrp="1"/>
          </p:cNvSpPr>
          <p:nvPr>
            <p:ph type="body" sz="quarter" idx="15" hasCustomPrompt="1"/>
          </p:nvPr>
        </p:nvSpPr>
        <p:spPr>
          <a:xfrm>
            <a:off x="5386585" y="1618374"/>
            <a:ext cx="755405" cy="461638"/>
          </a:xfrm>
        </p:spPr>
        <p:txBody>
          <a:bodyPr/>
          <a:lstStyle>
            <a:lvl1pPr marL="0" indent="0">
              <a:buNone/>
              <a:defRPr kumimoji="0" lang="zh-CN" altLang="en-US" sz="2800" b="1" i="0" u="none" strike="noStrike" kern="1200" cap="none" spc="0" normalizeH="0" baseline="0" dirty="0" smtClean="0">
                <a:ln>
                  <a:noFill/>
                </a:ln>
                <a:solidFill>
                  <a:srgbClr val="FFFFFF"/>
                </a:solidFill>
                <a:effectLst/>
                <a:uLnTx/>
                <a:uFillTx/>
                <a:latin typeface="微软雅黑" panose="020B0503020204020204" pitchFamily="34" charset="-122"/>
                <a:ea typeface="微软雅黑" panose="020B0503020204020204" pitchFamily="34" charset="-122"/>
                <a:cs typeface="+mn-cs"/>
              </a:defRPr>
            </a:lvl1pPr>
          </a:lstStyle>
          <a:p>
            <a:pPr lvl="0"/>
            <a:r>
              <a:rPr lang="en-US" altLang="zh-CN" dirty="0"/>
              <a:t>1.1</a:t>
            </a:r>
            <a:endParaRPr lang="zh-CN" altLang="en-US" dirty="0"/>
          </a:p>
        </p:txBody>
      </p:sp>
      <p:sp>
        <p:nvSpPr>
          <p:cNvPr id="4" name="序号2"/>
          <p:cNvSpPr>
            <a:spLocks noGrp="1"/>
          </p:cNvSpPr>
          <p:nvPr>
            <p:ph type="body" sz="quarter" idx="16" hasCustomPrompt="1"/>
          </p:nvPr>
        </p:nvSpPr>
        <p:spPr>
          <a:xfrm>
            <a:off x="5562459" y="2654307"/>
            <a:ext cx="755405" cy="461638"/>
          </a:xfrm>
        </p:spPr>
        <p:txBody>
          <a:bodyPr/>
          <a:lstStyle>
            <a:lvl1pPr marL="0" indent="0">
              <a:buNone/>
              <a:defRPr kumimoji="0" lang="zh-CN" altLang="en-US" sz="2800" b="1" i="0" u="none" strike="noStrike" kern="1200" cap="none" spc="0" normalizeH="0" baseline="0" dirty="0" smtClean="0">
                <a:ln>
                  <a:noFill/>
                </a:ln>
                <a:solidFill>
                  <a:srgbClr val="FFFFFF"/>
                </a:solidFill>
                <a:effectLst/>
                <a:uLnTx/>
                <a:uFillTx/>
                <a:latin typeface="微软雅黑" panose="020B0503020204020204" pitchFamily="34" charset="-122"/>
                <a:ea typeface="微软雅黑" panose="020B0503020204020204" pitchFamily="34" charset="-122"/>
                <a:cs typeface="+mn-cs"/>
              </a:defRPr>
            </a:lvl1pPr>
          </a:lstStyle>
          <a:p>
            <a:pPr lvl="0"/>
            <a:r>
              <a:rPr lang="en-US" altLang="zh-CN" dirty="0"/>
              <a:t>1.2</a:t>
            </a:r>
            <a:endParaRPr lang="zh-CN" altLang="en-US" dirty="0"/>
          </a:p>
        </p:txBody>
      </p:sp>
      <p:sp>
        <p:nvSpPr>
          <p:cNvPr id="5" name="序号3"/>
          <p:cNvSpPr>
            <a:spLocks noGrp="1"/>
          </p:cNvSpPr>
          <p:nvPr>
            <p:ph type="body" sz="quarter" idx="17" hasCustomPrompt="1"/>
          </p:nvPr>
        </p:nvSpPr>
        <p:spPr>
          <a:xfrm>
            <a:off x="5746756" y="3687616"/>
            <a:ext cx="755405" cy="461638"/>
          </a:xfrm>
        </p:spPr>
        <p:txBody>
          <a:bodyPr/>
          <a:lstStyle>
            <a:lvl1pPr marL="0" indent="0">
              <a:buNone/>
              <a:defRPr kumimoji="0" lang="zh-CN" altLang="en-US" sz="2800" b="1" i="0" u="none" strike="noStrike" kern="1200" cap="none" spc="0" normalizeH="0" baseline="0" dirty="0" smtClean="0">
                <a:ln>
                  <a:noFill/>
                </a:ln>
                <a:solidFill>
                  <a:srgbClr val="FFFFFF"/>
                </a:solidFill>
                <a:effectLst/>
                <a:uLnTx/>
                <a:uFillTx/>
                <a:latin typeface="微软雅黑" panose="020B0503020204020204" pitchFamily="34" charset="-122"/>
                <a:ea typeface="微软雅黑" panose="020B0503020204020204" pitchFamily="34" charset="-122"/>
                <a:cs typeface="+mn-cs"/>
              </a:defRPr>
            </a:lvl1pPr>
          </a:lstStyle>
          <a:p>
            <a:pPr lvl="0"/>
            <a:r>
              <a:rPr lang="en-US" altLang="zh-CN" dirty="0"/>
              <a:t>1.3</a:t>
            </a:r>
            <a:endParaRPr lang="zh-CN" altLang="en-US" dirty="0"/>
          </a:p>
        </p:txBody>
      </p:sp>
      <p:sp>
        <p:nvSpPr>
          <p:cNvPr id="6" name="序号4"/>
          <p:cNvSpPr>
            <a:spLocks noGrp="1"/>
          </p:cNvSpPr>
          <p:nvPr>
            <p:ph type="body" sz="quarter" idx="18" hasCustomPrompt="1"/>
          </p:nvPr>
        </p:nvSpPr>
        <p:spPr>
          <a:xfrm>
            <a:off x="5920620" y="4737623"/>
            <a:ext cx="755405" cy="461638"/>
          </a:xfrm>
        </p:spPr>
        <p:txBody>
          <a:bodyPr/>
          <a:lstStyle>
            <a:lvl1pPr marL="0" indent="0">
              <a:buNone/>
              <a:defRPr kumimoji="0" lang="zh-CN" altLang="en-US" sz="2800" b="1" i="0" u="none" strike="noStrike" kern="1200" cap="none" spc="0" normalizeH="0" baseline="0" dirty="0" smtClean="0">
                <a:ln>
                  <a:noFill/>
                </a:ln>
                <a:solidFill>
                  <a:srgbClr val="FFFFFF"/>
                </a:solidFill>
                <a:effectLst/>
                <a:uLnTx/>
                <a:uFillTx/>
                <a:latin typeface="微软雅黑" panose="020B0503020204020204" pitchFamily="34" charset="-122"/>
                <a:ea typeface="微软雅黑" panose="020B0503020204020204" pitchFamily="34" charset="-122"/>
                <a:cs typeface="+mn-cs"/>
              </a:defRPr>
            </a:lvl1pPr>
          </a:lstStyle>
          <a:p>
            <a:pPr lvl="0"/>
            <a:r>
              <a:rPr lang="en-US" altLang="zh-CN" dirty="0"/>
              <a:t>1.4</a:t>
            </a:r>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目录_5">
    <p:spTree>
      <p:nvGrpSpPr>
        <p:cNvPr id="1" name=""/>
        <p:cNvGrpSpPr/>
        <p:nvPr/>
      </p:nvGrpSpPr>
      <p:grpSpPr>
        <a:xfrm>
          <a:off x="0" y="0"/>
          <a:ext cx="0" cy="0"/>
          <a:chOff x="0" y="0"/>
          <a:chExt cx="0" cy="0"/>
        </a:xfrm>
      </p:grpSpPr>
      <p:sp>
        <p:nvSpPr>
          <p:cNvPr id="7" name="梯形 2"/>
          <p:cNvSpPr/>
          <p:nvPr userDrawn="1"/>
        </p:nvSpPr>
        <p:spPr>
          <a:xfrm>
            <a:off x="0" y="0"/>
            <a:ext cx="5007350" cy="6858000"/>
          </a:xfrm>
          <a:custGeom>
            <a:avLst/>
            <a:gdLst>
              <a:gd name="connsiteX0" fmla="*/ 0 w 4584749"/>
              <a:gd name="connsiteY0" fmla="*/ 6858000 h 6858000"/>
              <a:gd name="connsiteX1" fmla="*/ 1083560 w 4584749"/>
              <a:gd name="connsiteY1" fmla="*/ 0 h 6858000"/>
              <a:gd name="connsiteX2" fmla="*/ 3501189 w 4584749"/>
              <a:gd name="connsiteY2" fmla="*/ 0 h 6858000"/>
              <a:gd name="connsiteX3" fmla="*/ 4584749 w 4584749"/>
              <a:gd name="connsiteY3" fmla="*/ 6858000 h 6858000"/>
              <a:gd name="connsiteX4" fmla="*/ 0 w 4584749"/>
              <a:gd name="connsiteY4" fmla="*/ 6858000 h 6858000"/>
              <a:gd name="connsiteX0-1" fmla="*/ 0 w 4584749"/>
              <a:gd name="connsiteY0-2" fmla="*/ 6858000 h 6858000"/>
              <a:gd name="connsiteX1-3" fmla="*/ 21676 w 4584749"/>
              <a:gd name="connsiteY1-4" fmla="*/ 19664 h 6858000"/>
              <a:gd name="connsiteX2-5" fmla="*/ 3501189 w 4584749"/>
              <a:gd name="connsiteY2-6" fmla="*/ 0 h 6858000"/>
              <a:gd name="connsiteX3-7" fmla="*/ 4584749 w 4584749"/>
              <a:gd name="connsiteY3-8" fmla="*/ 6858000 h 6858000"/>
              <a:gd name="connsiteX4-9" fmla="*/ 0 w 4584749"/>
              <a:gd name="connsiteY4-10" fmla="*/ 6858000 h 6858000"/>
              <a:gd name="connsiteX0-11" fmla="*/ 0 w 4584749"/>
              <a:gd name="connsiteY0-12" fmla="*/ 6858000 h 6858000"/>
              <a:gd name="connsiteX1-13" fmla="*/ 21676 w 4584749"/>
              <a:gd name="connsiteY1-14" fmla="*/ 6964 h 6858000"/>
              <a:gd name="connsiteX2-15" fmla="*/ 3501189 w 4584749"/>
              <a:gd name="connsiteY2-16" fmla="*/ 0 h 6858000"/>
              <a:gd name="connsiteX3-17" fmla="*/ 4584749 w 4584749"/>
              <a:gd name="connsiteY3-18" fmla="*/ 6858000 h 6858000"/>
              <a:gd name="connsiteX4-19" fmla="*/ 0 w 4584749"/>
              <a:gd name="connsiteY4-20" fmla="*/ 6858000 h 6858000"/>
              <a:gd name="connsiteX0-21" fmla="*/ 0 w 4584749"/>
              <a:gd name="connsiteY0-22" fmla="*/ 6858000 h 6858000"/>
              <a:gd name="connsiteX1-23" fmla="*/ 31201 w 4584749"/>
              <a:gd name="connsiteY1-24" fmla="*/ 3154 h 6858000"/>
              <a:gd name="connsiteX2-25" fmla="*/ 3501189 w 4584749"/>
              <a:gd name="connsiteY2-26" fmla="*/ 0 h 6858000"/>
              <a:gd name="connsiteX3-27" fmla="*/ 4584749 w 4584749"/>
              <a:gd name="connsiteY3-28" fmla="*/ 6858000 h 6858000"/>
              <a:gd name="connsiteX4-29" fmla="*/ 0 w 4584749"/>
              <a:gd name="connsiteY4-30" fmla="*/ 6858000 h 6858000"/>
              <a:gd name="connsiteX0-31" fmla="*/ 0 w 4584749"/>
              <a:gd name="connsiteY0-32" fmla="*/ 6858000 h 6858000"/>
              <a:gd name="connsiteX1-33" fmla="*/ 23581 w 4584749"/>
              <a:gd name="connsiteY1-34" fmla="*/ 3154 h 6858000"/>
              <a:gd name="connsiteX2-35" fmla="*/ 3501189 w 4584749"/>
              <a:gd name="connsiteY2-36" fmla="*/ 0 h 6858000"/>
              <a:gd name="connsiteX3-37" fmla="*/ 4584749 w 4584749"/>
              <a:gd name="connsiteY3-38" fmla="*/ 6858000 h 6858000"/>
              <a:gd name="connsiteX4-39" fmla="*/ 0 w 4584749"/>
              <a:gd name="connsiteY4-40" fmla="*/ 6858000 h 6858000"/>
              <a:gd name="connsiteX0-41" fmla="*/ 21424 w 4562160"/>
              <a:gd name="connsiteY0-42" fmla="*/ 6858000 h 6858000"/>
              <a:gd name="connsiteX1-43" fmla="*/ 992 w 4562160"/>
              <a:gd name="connsiteY1-44" fmla="*/ 3154 h 6858000"/>
              <a:gd name="connsiteX2-45" fmla="*/ 3478600 w 4562160"/>
              <a:gd name="connsiteY2-46" fmla="*/ 0 h 6858000"/>
              <a:gd name="connsiteX3-47" fmla="*/ 4562160 w 4562160"/>
              <a:gd name="connsiteY3-48" fmla="*/ 6858000 h 6858000"/>
              <a:gd name="connsiteX4-49" fmla="*/ 21424 w 4562160"/>
              <a:gd name="connsiteY4-50" fmla="*/ 6858000 h 6858000"/>
              <a:gd name="connsiteX0-51" fmla="*/ 0 w 4563900"/>
              <a:gd name="connsiteY0-52" fmla="*/ 6858000 h 6858000"/>
              <a:gd name="connsiteX1-53" fmla="*/ 2732 w 4563900"/>
              <a:gd name="connsiteY1-54" fmla="*/ 3154 h 6858000"/>
              <a:gd name="connsiteX2-55" fmla="*/ 3480340 w 4563900"/>
              <a:gd name="connsiteY2-56" fmla="*/ 0 h 6858000"/>
              <a:gd name="connsiteX3-57" fmla="*/ 4563900 w 4563900"/>
              <a:gd name="connsiteY3-58" fmla="*/ 6858000 h 6858000"/>
              <a:gd name="connsiteX4-59" fmla="*/ 0 w 4563900"/>
              <a:gd name="connsiteY4-60" fmla="*/ 6858000 h 6858000"/>
              <a:gd name="connsiteX0-61" fmla="*/ 1718 w 4565618"/>
              <a:gd name="connsiteY0-62" fmla="*/ 6858000 h 6858000"/>
              <a:gd name="connsiteX1-63" fmla="*/ 2134 w 4565618"/>
              <a:gd name="connsiteY1-64" fmla="*/ 10774 h 6858000"/>
              <a:gd name="connsiteX2-65" fmla="*/ 3482058 w 4565618"/>
              <a:gd name="connsiteY2-66" fmla="*/ 0 h 6858000"/>
              <a:gd name="connsiteX3-67" fmla="*/ 4565618 w 4565618"/>
              <a:gd name="connsiteY3-68" fmla="*/ 6858000 h 6858000"/>
              <a:gd name="connsiteX4-69" fmla="*/ 1718 w 4565618"/>
              <a:gd name="connsiteY4-70" fmla="*/ 6858000 h 6858000"/>
              <a:gd name="connsiteX0-71" fmla="*/ 0 w 4563900"/>
              <a:gd name="connsiteY0-72" fmla="*/ 6858000 h 6858000"/>
              <a:gd name="connsiteX1-73" fmla="*/ 5049 w 4563900"/>
              <a:gd name="connsiteY1-74" fmla="*/ 3154 h 6858000"/>
              <a:gd name="connsiteX2-75" fmla="*/ 3480340 w 4563900"/>
              <a:gd name="connsiteY2-76" fmla="*/ 0 h 6858000"/>
              <a:gd name="connsiteX3-77" fmla="*/ 4563900 w 4563900"/>
              <a:gd name="connsiteY3-78" fmla="*/ 6858000 h 6858000"/>
              <a:gd name="connsiteX4-79" fmla="*/ 0 w 4563900"/>
              <a:gd name="connsiteY4-80" fmla="*/ 6858000 h 6858000"/>
              <a:gd name="connsiteX0-81" fmla="*/ 0 w 4563900"/>
              <a:gd name="connsiteY0-82" fmla="*/ 6858000 h 6858000"/>
              <a:gd name="connsiteX1-83" fmla="*/ 2732 w 4563900"/>
              <a:gd name="connsiteY1-84" fmla="*/ 3154 h 6858000"/>
              <a:gd name="connsiteX2-85" fmla="*/ 3480340 w 4563900"/>
              <a:gd name="connsiteY2-86" fmla="*/ 0 h 6858000"/>
              <a:gd name="connsiteX3-87" fmla="*/ 4563900 w 4563900"/>
              <a:gd name="connsiteY3-88" fmla="*/ 6858000 h 6858000"/>
              <a:gd name="connsiteX4-89" fmla="*/ 0 w 4563900"/>
              <a:gd name="connsiteY4-90" fmla="*/ 6858000 h 6858000"/>
              <a:gd name="connsiteX0-91" fmla="*/ 1718 w 4565618"/>
              <a:gd name="connsiteY0-92" fmla="*/ 6858000 h 6858000"/>
              <a:gd name="connsiteX1-93" fmla="*/ 2134 w 4565618"/>
              <a:gd name="connsiteY1-94" fmla="*/ 10774 h 6858000"/>
              <a:gd name="connsiteX2-95" fmla="*/ 3482058 w 4565618"/>
              <a:gd name="connsiteY2-96" fmla="*/ 0 h 6858000"/>
              <a:gd name="connsiteX3-97" fmla="*/ 4565618 w 4565618"/>
              <a:gd name="connsiteY3-98" fmla="*/ 6858000 h 6858000"/>
              <a:gd name="connsiteX4-99" fmla="*/ 1718 w 4565618"/>
              <a:gd name="connsiteY4-100" fmla="*/ 6858000 h 6858000"/>
              <a:gd name="connsiteX0-101" fmla="*/ 0 w 4563900"/>
              <a:gd name="connsiteY0-102" fmla="*/ 6858000 h 6858000"/>
              <a:gd name="connsiteX1-103" fmla="*/ 2733 w 4563900"/>
              <a:gd name="connsiteY1-104" fmla="*/ 5694 h 6858000"/>
              <a:gd name="connsiteX2-105" fmla="*/ 3480340 w 4563900"/>
              <a:gd name="connsiteY2-106" fmla="*/ 0 h 6858000"/>
              <a:gd name="connsiteX3-107" fmla="*/ 4563900 w 4563900"/>
              <a:gd name="connsiteY3-108" fmla="*/ 6858000 h 6858000"/>
              <a:gd name="connsiteX4-109" fmla="*/ 0 w 4563900"/>
              <a:gd name="connsiteY4-110" fmla="*/ 6858000 h 6858000"/>
              <a:gd name="connsiteX0-111" fmla="*/ 4314 w 4568214"/>
              <a:gd name="connsiteY0-112" fmla="*/ 6858000 h 6858000"/>
              <a:gd name="connsiteX1-113" fmla="*/ 1835 w 4568214"/>
              <a:gd name="connsiteY1-114" fmla="*/ 28554 h 6858000"/>
              <a:gd name="connsiteX2-115" fmla="*/ 3484654 w 4568214"/>
              <a:gd name="connsiteY2-116" fmla="*/ 0 h 6858000"/>
              <a:gd name="connsiteX3-117" fmla="*/ 4568214 w 4568214"/>
              <a:gd name="connsiteY3-118" fmla="*/ 6858000 h 6858000"/>
              <a:gd name="connsiteX4-119" fmla="*/ 4314 w 4568214"/>
              <a:gd name="connsiteY4-120" fmla="*/ 6858000 h 6858000"/>
              <a:gd name="connsiteX0-121" fmla="*/ 0 w 4563900"/>
              <a:gd name="connsiteY0-122" fmla="*/ 6858000 h 6858000"/>
              <a:gd name="connsiteX1-123" fmla="*/ 25318 w 4563900"/>
              <a:gd name="connsiteY1-124" fmla="*/ 3789 h 6858000"/>
              <a:gd name="connsiteX2-125" fmla="*/ 3480340 w 4563900"/>
              <a:gd name="connsiteY2-126" fmla="*/ 0 h 6858000"/>
              <a:gd name="connsiteX3-127" fmla="*/ 4563900 w 4563900"/>
              <a:gd name="connsiteY3-128" fmla="*/ 6858000 h 6858000"/>
              <a:gd name="connsiteX4-129" fmla="*/ 0 w 4563900"/>
              <a:gd name="connsiteY4-130" fmla="*/ 6858000 h 6858000"/>
              <a:gd name="connsiteX0-131" fmla="*/ 1212 w 4565112"/>
              <a:gd name="connsiteY0-132" fmla="*/ 6858000 h 6858000"/>
              <a:gd name="connsiteX1-133" fmla="*/ 2207 w 4565112"/>
              <a:gd name="connsiteY1-134" fmla="*/ 5694 h 6858000"/>
              <a:gd name="connsiteX2-135" fmla="*/ 3481552 w 4565112"/>
              <a:gd name="connsiteY2-136" fmla="*/ 0 h 6858000"/>
              <a:gd name="connsiteX3-137" fmla="*/ 4565112 w 4565112"/>
              <a:gd name="connsiteY3-138" fmla="*/ 6858000 h 6858000"/>
              <a:gd name="connsiteX4-139" fmla="*/ 1212 w 4565112"/>
              <a:gd name="connsiteY4-140" fmla="*/ 6858000 h 6858000"/>
              <a:gd name="connsiteX0-141" fmla="*/ 2745 w 4566645"/>
              <a:gd name="connsiteY0-142" fmla="*/ 6858000 h 6858000"/>
              <a:gd name="connsiteX1-143" fmla="*/ 2003 w 4566645"/>
              <a:gd name="connsiteY1-144" fmla="*/ 1884 h 6858000"/>
              <a:gd name="connsiteX2-145" fmla="*/ 3483085 w 4566645"/>
              <a:gd name="connsiteY2-146" fmla="*/ 0 h 6858000"/>
              <a:gd name="connsiteX3-147" fmla="*/ 4566645 w 4566645"/>
              <a:gd name="connsiteY3-148" fmla="*/ 6858000 h 6858000"/>
              <a:gd name="connsiteX4-149" fmla="*/ 2745 w 4566645"/>
              <a:gd name="connsiteY4-150" fmla="*/ 6858000 h 6858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4566645" h="6858000">
                <a:moveTo>
                  <a:pt x="2745" y="6858000"/>
                </a:moveTo>
                <a:cubicBezTo>
                  <a:pt x="9970" y="4578555"/>
                  <a:pt x="-5222" y="2281329"/>
                  <a:pt x="2003" y="1884"/>
                </a:cubicBezTo>
                <a:lnTo>
                  <a:pt x="3483085" y="0"/>
                </a:lnTo>
                <a:lnTo>
                  <a:pt x="4566645" y="6858000"/>
                </a:lnTo>
                <a:lnTo>
                  <a:pt x="2745" y="6858000"/>
                </a:lnTo>
                <a:close/>
              </a:path>
            </a:pathLst>
          </a:cu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Roboto Regular"/>
              <a:cs typeface="+mn-cs"/>
            </a:endParaRPr>
          </a:p>
        </p:txBody>
      </p:sp>
      <p:sp>
        <p:nvSpPr>
          <p:cNvPr id="8" name="文本框 7"/>
          <p:cNvSpPr txBox="1"/>
          <p:nvPr userDrawn="1"/>
        </p:nvSpPr>
        <p:spPr>
          <a:xfrm>
            <a:off x="200250" y="2626510"/>
            <a:ext cx="3834581"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w="0"/>
                <a:solidFill>
                  <a:srgbClr val="FFFFFF"/>
                </a:solidFill>
                <a:effectLst>
                  <a:outerShdw blurRad="38100" dist="25400" dir="5400000" algn="ctr" rotWithShape="0">
                    <a:srgbClr val="6E747A">
                      <a:alpha val="43000"/>
                    </a:srgbClr>
                  </a:outerShdw>
                </a:effectLst>
                <a:uLnTx/>
                <a:uFillTx/>
                <a:latin typeface="微软雅黑" panose="020B0503020204020204" pitchFamily="34" charset="-122"/>
                <a:ea typeface="微软雅黑" panose="020B0503020204020204" pitchFamily="34" charset="-122"/>
                <a:cs typeface="+mn-cs"/>
              </a:rPr>
              <a:t>本 章 内 容</a:t>
            </a:r>
            <a:endParaRPr kumimoji="0" lang="en-US" altLang="zh-CN" sz="4800" b="1" i="0" u="none" strike="noStrike" kern="1200" cap="none" spc="0" normalizeH="0" baseline="0" noProof="0" dirty="0">
              <a:ln w="0"/>
              <a:solidFill>
                <a:srgbClr val="FFFFFF"/>
              </a:solidFill>
              <a:effectLst>
                <a:outerShdw blurRad="38100" dist="25400" dir="5400000" algn="ctr" rotWithShape="0">
                  <a:srgbClr val="6E747A">
                    <a:alpha val="43000"/>
                  </a:srgbClr>
                </a:outerShdw>
              </a:effectLst>
              <a:uLnTx/>
              <a:uFillTx/>
              <a:latin typeface="微软雅黑" panose="020B0503020204020204" pitchFamily="34" charset="-122"/>
              <a:ea typeface="微软雅黑" panose="020B0503020204020204" pitchFamily="34" charset="-122"/>
              <a:cs typeface="+mn-cs"/>
            </a:endParaRPr>
          </a:p>
        </p:txBody>
      </p:sp>
      <p:sp>
        <p:nvSpPr>
          <p:cNvPr id="10" name="矩形: 圆角 9"/>
          <p:cNvSpPr/>
          <p:nvPr userDrawn="1"/>
        </p:nvSpPr>
        <p:spPr>
          <a:xfrm>
            <a:off x="5209880" y="1179064"/>
            <a:ext cx="967505" cy="756730"/>
          </a:xfrm>
          <a:prstGeom prst="roundRect">
            <a:avLst>
              <a:gd name="adj" fmla="val 50000"/>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2" name="矩形: 圆角 11"/>
          <p:cNvSpPr/>
          <p:nvPr userDrawn="1"/>
        </p:nvSpPr>
        <p:spPr>
          <a:xfrm>
            <a:off x="5385754" y="2218288"/>
            <a:ext cx="967505" cy="756730"/>
          </a:xfrm>
          <a:prstGeom prst="roundRect">
            <a:avLst>
              <a:gd name="adj" fmla="val 50000"/>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14" name="矩形: 圆角 13"/>
          <p:cNvSpPr/>
          <p:nvPr userDrawn="1"/>
        </p:nvSpPr>
        <p:spPr>
          <a:xfrm>
            <a:off x="5575131" y="3257512"/>
            <a:ext cx="967505" cy="756730"/>
          </a:xfrm>
          <a:prstGeom prst="roundRect">
            <a:avLst>
              <a:gd name="adj" fmla="val 50000"/>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16" name="矩形: 圆角 15"/>
          <p:cNvSpPr/>
          <p:nvPr userDrawn="1"/>
        </p:nvSpPr>
        <p:spPr>
          <a:xfrm>
            <a:off x="5759155" y="4296736"/>
            <a:ext cx="967505" cy="756730"/>
          </a:xfrm>
          <a:prstGeom prst="roundRect">
            <a:avLst>
              <a:gd name="adj" fmla="val 50000"/>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18" name="矩形: 圆角 17"/>
          <p:cNvSpPr/>
          <p:nvPr userDrawn="1"/>
        </p:nvSpPr>
        <p:spPr>
          <a:xfrm>
            <a:off x="5932552" y="5335960"/>
            <a:ext cx="967505" cy="756730"/>
          </a:xfrm>
          <a:prstGeom prst="roundRect">
            <a:avLst>
              <a:gd name="adj" fmla="val 50000"/>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22" name="1"/>
          <p:cNvSpPr>
            <a:spLocks noGrp="1"/>
          </p:cNvSpPr>
          <p:nvPr>
            <p:ph type="body" sz="quarter" idx="10" hasCustomPrompt="1"/>
          </p:nvPr>
        </p:nvSpPr>
        <p:spPr>
          <a:xfrm>
            <a:off x="6155139" y="1359758"/>
            <a:ext cx="4507903" cy="461638"/>
          </a:xfrm>
          <a:prstGeom prst="rect">
            <a:avLst/>
          </a:prstGeom>
        </p:spPr>
        <p:txBody>
          <a:bodyPr>
            <a:normAutofit/>
          </a:bodyPr>
          <a:lstStyle>
            <a:lvl1pPr marL="0" indent="0" algn="ctr">
              <a:buNone/>
              <a:defRPr lang="zh-CN" altLang="en-US" sz="2800" b="1" kern="1200" dirty="0" smtClean="0">
                <a:solidFill>
                  <a:srgbClr val="0070C0"/>
                </a:solidFill>
                <a:latin typeface="微软雅黑" panose="020B0503020204020204" pitchFamily="34" charset="-122"/>
                <a:ea typeface="微软雅黑" panose="020B0503020204020204" pitchFamily="34" charset="-122"/>
                <a:cs typeface="+mn-cs"/>
              </a:defRPr>
            </a:lvl1pPr>
          </a:lstStyle>
          <a:p>
            <a:pPr lvl="0"/>
            <a:r>
              <a:rPr lang="zh-CN" altLang="en-US" dirty="0"/>
              <a:t>内容一</a:t>
            </a:r>
            <a:endParaRPr lang="zh-CN" altLang="en-US" dirty="0"/>
          </a:p>
        </p:txBody>
      </p:sp>
      <p:sp>
        <p:nvSpPr>
          <p:cNvPr id="23" name="2"/>
          <p:cNvSpPr>
            <a:spLocks noGrp="1"/>
          </p:cNvSpPr>
          <p:nvPr>
            <p:ph type="body" sz="quarter" idx="11" hasCustomPrompt="1"/>
          </p:nvPr>
        </p:nvSpPr>
        <p:spPr>
          <a:xfrm>
            <a:off x="6357975" y="2400559"/>
            <a:ext cx="4507903" cy="461638"/>
          </a:xfrm>
          <a:prstGeom prst="rect">
            <a:avLst/>
          </a:prstGeom>
        </p:spPr>
        <p:txBody>
          <a:bodyPr>
            <a:normAutofit/>
          </a:bodyPr>
          <a:lstStyle>
            <a:lvl1pPr marL="0" indent="0" algn="ctr">
              <a:buNone/>
              <a:defRPr lang="zh-CN" altLang="en-US" sz="2800" b="1" kern="1200" dirty="0" smtClean="0">
                <a:solidFill>
                  <a:srgbClr val="0070C0"/>
                </a:solidFill>
                <a:latin typeface="微软雅黑" panose="020B0503020204020204" pitchFamily="34" charset="-122"/>
                <a:ea typeface="微软雅黑" panose="020B0503020204020204" pitchFamily="34" charset="-122"/>
                <a:cs typeface="+mn-cs"/>
              </a:defRPr>
            </a:lvl1pPr>
          </a:lstStyle>
          <a:p>
            <a:pPr lvl="0"/>
            <a:r>
              <a:rPr lang="zh-CN" altLang="en-US" dirty="0"/>
              <a:t>内容二</a:t>
            </a:r>
            <a:endParaRPr lang="zh-CN" altLang="en-US" dirty="0"/>
          </a:p>
        </p:txBody>
      </p:sp>
      <p:sp>
        <p:nvSpPr>
          <p:cNvPr id="24" name="3"/>
          <p:cNvSpPr>
            <a:spLocks noGrp="1"/>
          </p:cNvSpPr>
          <p:nvPr>
            <p:ph type="body" sz="quarter" idx="12" hasCustomPrompt="1"/>
          </p:nvPr>
        </p:nvSpPr>
        <p:spPr>
          <a:xfrm>
            <a:off x="6518380" y="3434979"/>
            <a:ext cx="4507903" cy="461638"/>
          </a:xfrm>
          <a:prstGeom prst="rect">
            <a:avLst/>
          </a:prstGeom>
        </p:spPr>
        <p:txBody>
          <a:bodyPr>
            <a:normAutofit/>
          </a:bodyPr>
          <a:lstStyle>
            <a:lvl1pPr marL="0" indent="0" algn="ctr">
              <a:buNone/>
              <a:defRPr lang="zh-CN" altLang="en-US" sz="2800" b="1" kern="1200" dirty="0" smtClean="0">
                <a:solidFill>
                  <a:srgbClr val="0070C0"/>
                </a:solidFill>
                <a:latin typeface="微软雅黑" panose="020B0503020204020204" pitchFamily="34" charset="-122"/>
                <a:ea typeface="微软雅黑" panose="020B0503020204020204" pitchFamily="34" charset="-122"/>
                <a:cs typeface="+mn-cs"/>
              </a:defRPr>
            </a:lvl1pPr>
          </a:lstStyle>
          <a:p>
            <a:pPr lvl="0"/>
            <a:r>
              <a:rPr lang="zh-CN" altLang="en-US" dirty="0"/>
              <a:t>内容三</a:t>
            </a:r>
            <a:endParaRPr lang="zh-CN" altLang="en-US" dirty="0"/>
          </a:p>
        </p:txBody>
      </p:sp>
      <p:sp>
        <p:nvSpPr>
          <p:cNvPr id="25" name="4"/>
          <p:cNvSpPr>
            <a:spLocks noGrp="1"/>
          </p:cNvSpPr>
          <p:nvPr>
            <p:ph type="body" sz="quarter" idx="13" hasCustomPrompt="1"/>
          </p:nvPr>
        </p:nvSpPr>
        <p:spPr>
          <a:xfrm>
            <a:off x="6691777" y="4479007"/>
            <a:ext cx="4507903" cy="461638"/>
          </a:xfrm>
          <a:prstGeom prst="rect">
            <a:avLst/>
          </a:prstGeom>
        </p:spPr>
        <p:txBody>
          <a:bodyPr>
            <a:normAutofit/>
          </a:bodyPr>
          <a:lstStyle>
            <a:lvl1pPr marL="0" indent="0" algn="ctr">
              <a:buNone/>
              <a:defRPr lang="zh-CN" altLang="en-US" sz="2800" b="1" kern="1200" dirty="0" smtClean="0">
                <a:solidFill>
                  <a:srgbClr val="0070C0"/>
                </a:solidFill>
                <a:latin typeface="微软雅黑" panose="020B0503020204020204" pitchFamily="34" charset="-122"/>
                <a:ea typeface="微软雅黑" panose="020B0503020204020204" pitchFamily="34" charset="-122"/>
                <a:cs typeface="+mn-cs"/>
              </a:defRPr>
            </a:lvl1pPr>
          </a:lstStyle>
          <a:p>
            <a:pPr lvl="0"/>
            <a:r>
              <a:rPr lang="zh-CN" altLang="en-US" dirty="0"/>
              <a:t>内容四</a:t>
            </a:r>
            <a:endParaRPr lang="zh-CN" altLang="en-US" dirty="0"/>
          </a:p>
        </p:txBody>
      </p:sp>
      <p:sp>
        <p:nvSpPr>
          <p:cNvPr id="26" name="5"/>
          <p:cNvSpPr>
            <a:spLocks noGrp="1"/>
          </p:cNvSpPr>
          <p:nvPr>
            <p:ph type="body" sz="quarter" idx="14" hasCustomPrompt="1"/>
          </p:nvPr>
        </p:nvSpPr>
        <p:spPr>
          <a:xfrm>
            <a:off x="6892528" y="5518231"/>
            <a:ext cx="4507903" cy="461638"/>
          </a:xfrm>
          <a:prstGeom prst="rect">
            <a:avLst/>
          </a:prstGeom>
        </p:spPr>
        <p:txBody>
          <a:bodyPr>
            <a:normAutofit/>
          </a:bodyPr>
          <a:lstStyle>
            <a:lvl1pPr marL="0" indent="0" algn="ctr">
              <a:buNone/>
              <a:defRPr lang="zh-CN" altLang="en-US" sz="2800" b="1" kern="1200" dirty="0" smtClean="0">
                <a:solidFill>
                  <a:srgbClr val="0070C0"/>
                </a:solidFill>
                <a:latin typeface="微软雅黑" panose="020B0503020204020204" pitchFamily="34" charset="-122"/>
                <a:ea typeface="微软雅黑" panose="020B0503020204020204" pitchFamily="34" charset="-122"/>
                <a:cs typeface="+mn-cs"/>
              </a:defRPr>
            </a:lvl1pPr>
          </a:lstStyle>
          <a:p>
            <a:pPr lvl="0"/>
            <a:r>
              <a:rPr lang="zh-CN" altLang="en-US" dirty="0"/>
              <a:t>内容五</a:t>
            </a:r>
            <a:endParaRPr lang="zh-CN" altLang="en-US" dirty="0"/>
          </a:p>
        </p:txBody>
      </p:sp>
      <p:sp>
        <p:nvSpPr>
          <p:cNvPr id="3" name="序号1"/>
          <p:cNvSpPr>
            <a:spLocks noGrp="1"/>
          </p:cNvSpPr>
          <p:nvPr>
            <p:ph type="body" sz="quarter" idx="15" hasCustomPrompt="1"/>
          </p:nvPr>
        </p:nvSpPr>
        <p:spPr>
          <a:xfrm>
            <a:off x="5315929" y="1359758"/>
            <a:ext cx="755405" cy="461638"/>
          </a:xfrm>
        </p:spPr>
        <p:txBody>
          <a:bodyPr/>
          <a:lstStyle>
            <a:lvl1pPr marL="0" indent="0">
              <a:buNone/>
              <a:defRPr kumimoji="0" lang="zh-CN" altLang="en-US" sz="2800" b="1" i="0" u="none" strike="noStrike" kern="1200" cap="none" spc="0" normalizeH="0" baseline="0" dirty="0" smtClean="0">
                <a:ln>
                  <a:noFill/>
                </a:ln>
                <a:solidFill>
                  <a:srgbClr val="FFFFFF"/>
                </a:solidFill>
                <a:effectLst/>
                <a:uLnTx/>
                <a:uFillTx/>
                <a:latin typeface="微软雅黑" panose="020B0503020204020204" pitchFamily="34" charset="-122"/>
                <a:ea typeface="微软雅黑" panose="020B0503020204020204" pitchFamily="34" charset="-122"/>
                <a:cs typeface="+mn-cs"/>
              </a:defRPr>
            </a:lvl1pPr>
          </a:lstStyle>
          <a:p>
            <a:pPr lvl="0"/>
            <a:r>
              <a:rPr lang="en-US" altLang="zh-CN" dirty="0"/>
              <a:t>1.1</a:t>
            </a:r>
            <a:endParaRPr lang="zh-CN" altLang="en-US" dirty="0"/>
          </a:p>
        </p:txBody>
      </p:sp>
      <p:sp>
        <p:nvSpPr>
          <p:cNvPr id="4" name="序号2"/>
          <p:cNvSpPr>
            <a:spLocks noGrp="1"/>
          </p:cNvSpPr>
          <p:nvPr>
            <p:ph type="body" sz="quarter" idx="16" hasCustomPrompt="1"/>
          </p:nvPr>
        </p:nvSpPr>
        <p:spPr>
          <a:xfrm>
            <a:off x="5491803" y="2395691"/>
            <a:ext cx="755405" cy="461638"/>
          </a:xfrm>
        </p:spPr>
        <p:txBody>
          <a:bodyPr/>
          <a:lstStyle>
            <a:lvl1pPr marL="0" indent="0">
              <a:buNone/>
              <a:defRPr kumimoji="0" lang="zh-CN" altLang="en-US" sz="2800" b="1" i="0" u="none" strike="noStrike" kern="1200" cap="none" spc="0" normalizeH="0" baseline="0" dirty="0" smtClean="0">
                <a:ln>
                  <a:noFill/>
                </a:ln>
                <a:solidFill>
                  <a:srgbClr val="FFFFFF"/>
                </a:solidFill>
                <a:effectLst/>
                <a:uLnTx/>
                <a:uFillTx/>
                <a:latin typeface="微软雅黑" panose="020B0503020204020204" pitchFamily="34" charset="-122"/>
                <a:ea typeface="微软雅黑" panose="020B0503020204020204" pitchFamily="34" charset="-122"/>
                <a:cs typeface="+mn-cs"/>
              </a:defRPr>
            </a:lvl1pPr>
          </a:lstStyle>
          <a:p>
            <a:pPr lvl="0"/>
            <a:r>
              <a:rPr lang="en-US" altLang="zh-CN" dirty="0"/>
              <a:t>1.2</a:t>
            </a:r>
            <a:endParaRPr lang="zh-CN" altLang="en-US" dirty="0"/>
          </a:p>
        </p:txBody>
      </p:sp>
      <p:sp>
        <p:nvSpPr>
          <p:cNvPr id="5" name="序号3"/>
          <p:cNvSpPr>
            <a:spLocks noGrp="1"/>
          </p:cNvSpPr>
          <p:nvPr>
            <p:ph type="body" sz="quarter" idx="17" hasCustomPrompt="1"/>
          </p:nvPr>
        </p:nvSpPr>
        <p:spPr>
          <a:xfrm>
            <a:off x="5681180" y="3429000"/>
            <a:ext cx="755405" cy="461638"/>
          </a:xfrm>
        </p:spPr>
        <p:txBody>
          <a:bodyPr/>
          <a:lstStyle>
            <a:lvl1pPr marL="0" indent="0">
              <a:buNone/>
              <a:defRPr kumimoji="0" lang="zh-CN" altLang="en-US" sz="2800" b="1" i="0" u="none" strike="noStrike" kern="1200" cap="none" spc="0" normalizeH="0" baseline="0" dirty="0" smtClean="0">
                <a:ln>
                  <a:noFill/>
                </a:ln>
                <a:solidFill>
                  <a:srgbClr val="FFFFFF"/>
                </a:solidFill>
                <a:effectLst/>
                <a:uLnTx/>
                <a:uFillTx/>
                <a:latin typeface="微软雅黑" panose="020B0503020204020204" pitchFamily="34" charset="-122"/>
                <a:ea typeface="微软雅黑" panose="020B0503020204020204" pitchFamily="34" charset="-122"/>
                <a:cs typeface="+mn-cs"/>
              </a:defRPr>
            </a:lvl1pPr>
          </a:lstStyle>
          <a:p>
            <a:pPr lvl="0"/>
            <a:r>
              <a:rPr lang="en-US" altLang="zh-CN" dirty="0"/>
              <a:t>1.3</a:t>
            </a:r>
            <a:endParaRPr lang="zh-CN" altLang="en-US" dirty="0"/>
          </a:p>
        </p:txBody>
      </p:sp>
      <p:sp>
        <p:nvSpPr>
          <p:cNvPr id="6" name="序号4"/>
          <p:cNvSpPr>
            <a:spLocks noGrp="1"/>
          </p:cNvSpPr>
          <p:nvPr>
            <p:ph type="body" sz="quarter" idx="18" hasCustomPrompt="1"/>
          </p:nvPr>
        </p:nvSpPr>
        <p:spPr>
          <a:xfrm>
            <a:off x="5865204" y="4479007"/>
            <a:ext cx="755405" cy="461638"/>
          </a:xfrm>
        </p:spPr>
        <p:txBody>
          <a:bodyPr/>
          <a:lstStyle>
            <a:lvl1pPr marL="0" indent="0">
              <a:buNone/>
              <a:defRPr kumimoji="0" lang="zh-CN" altLang="en-US" sz="2800" b="1" i="0" u="none" strike="noStrike" kern="1200" cap="none" spc="0" normalizeH="0" baseline="0" dirty="0" smtClean="0">
                <a:ln>
                  <a:noFill/>
                </a:ln>
                <a:solidFill>
                  <a:srgbClr val="FFFFFF"/>
                </a:solidFill>
                <a:effectLst/>
                <a:uLnTx/>
                <a:uFillTx/>
                <a:latin typeface="微软雅黑" panose="020B0503020204020204" pitchFamily="34" charset="-122"/>
                <a:ea typeface="微软雅黑" panose="020B0503020204020204" pitchFamily="34" charset="-122"/>
                <a:cs typeface="+mn-cs"/>
              </a:defRPr>
            </a:lvl1pPr>
          </a:lstStyle>
          <a:p>
            <a:pPr lvl="0"/>
            <a:r>
              <a:rPr lang="en-US" altLang="zh-CN" dirty="0"/>
              <a:t>1.4</a:t>
            </a:r>
            <a:endParaRPr lang="zh-CN" altLang="en-US" dirty="0"/>
          </a:p>
        </p:txBody>
      </p:sp>
      <p:sp>
        <p:nvSpPr>
          <p:cNvPr id="9" name="序号5"/>
          <p:cNvSpPr>
            <a:spLocks noGrp="1"/>
          </p:cNvSpPr>
          <p:nvPr>
            <p:ph type="body" sz="quarter" idx="19" hasCustomPrompt="1"/>
          </p:nvPr>
        </p:nvSpPr>
        <p:spPr>
          <a:xfrm>
            <a:off x="6038601" y="5518231"/>
            <a:ext cx="755405" cy="461638"/>
          </a:xfrm>
        </p:spPr>
        <p:txBody>
          <a:bodyPr/>
          <a:lstStyle>
            <a:lvl1pPr marL="0" indent="0">
              <a:buNone/>
              <a:defRPr kumimoji="0" lang="zh-CN" altLang="en-US" sz="2800" b="1" i="0" u="none" strike="noStrike" kern="1200" cap="none" spc="0" normalizeH="0" baseline="0" dirty="0" smtClean="0">
                <a:ln>
                  <a:noFill/>
                </a:ln>
                <a:solidFill>
                  <a:srgbClr val="FFFFFF"/>
                </a:solidFill>
                <a:effectLst/>
                <a:uLnTx/>
                <a:uFillTx/>
                <a:latin typeface="微软雅黑" panose="020B0503020204020204" pitchFamily="34" charset="-122"/>
                <a:ea typeface="微软雅黑" panose="020B0503020204020204" pitchFamily="34" charset="-122"/>
                <a:cs typeface="+mn-cs"/>
              </a:defRPr>
            </a:lvl1pPr>
          </a:lstStyle>
          <a:p>
            <a:pPr lvl="0"/>
            <a:r>
              <a:rPr lang="en-US" altLang="zh-CN" dirty="0"/>
              <a:t>1.5</a:t>
            </a:r>
            <a:endParaRPr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目录_6">
    <p:spTree>
      <p:nvGrpSpPr>
        <p:cNvPr id="1" name=""/>
        <p:cNvGrpSpPr/>
        <p:nvPr/>
      </p:nvGrpSpPr>
      <p:grpSpPr>
        <a:xfrm>
          <a:off x="0" y="0"/>
          <a:ext cx="0" cy="0"/>
          <a:chOff x="0" y="0"/>
          <a:chExt cx="0" cy="0"/>
        </a:xfrm>
      </p:grpSpPr>
      <p:sp>
        <p:nvSpPr>
          <p:cNvPr id="7" name="梯形 2"/>
          <p:cNvSpPr/>
          <p:nvPr userDrawn="1"/>
        </p:nvSpPr>
        <p:spPr>
          <a:xfrm>
            <a:off x="0" y="0"/>
            <a:ext cx="5007350" cy="6858000"/>
          </a:xfrm>
          <a:custGeom>
            <a:avLst/>
            <a:gdLst>
              <a:gd name="connsiteX0" fmla="*/ 0 w 4584749"/>
              <a:gd name="connsiteY0" fmla="*/ 6858000 h 6858000"/>
              <a:gd name="connsiteX1" fmla="*/ 1083560 w 4584749"/>
              <a:gd name="connsiteY1" fmla="*/ 0 h 6858000"/>
              <a:gd name="connsiteX2" fmla="*/ 3501189 w 4584749"/>
              <a:gd name="connsiteY2" fmla="*/ 0 h 6858000"/>
              <a:gd name="connsiteX3" fmla="*/ 4584749 w 4584749"/>
              <a:gd name="connsiteY3" fmla="*/ 6858000 h 6858000"/>
              <a:gd name="connsiteX4" fmla="*/ 0 w 4584749"/>
              <a:gd name="connsiteY4" fmla="*/ 6858000 h 6858000"/>
              <a:gd name="connsiteX0-1" fmla="*/ 0 w 4584749"/>
              <a:gd name="connsiteY0-2" fmla="*/ 6858000 h 6858000"/>
              <a:gd name="connsiteX1-3" fmla="*/ 21676 w 4584749"/>
              <a:gd name="connsiteY1-4" fmla="*/ 19664 h 6858000"/>
              <a:gd name="connsiteX2-5" fmla="*/ 3501189 w 4584749"/>
              <a:gd name="connsiteY2-6" fmla="*/ 0 h 6858000"/>
              <a:gd name="connsiteX3-7" fmla="*/ 4584749 w 4584749"/>
              <a:gd name="connsiteY3-8" fmla="*/ 6858000 h 6858000"/>
              <a:gd name="connsiteX4-9" fmla="*/ 0 w 4584749"/>
              <a:gd name="connsiteY4-10" fmla="*/ 6858000 h 6858000"/>
              <a:gd name="connsiteX0-11" fmla="*/ 0 w 4584749"/>
              <a:gd name="connsiteY0-12" fmla="*/ 6858000 h 6858000"/>
              <a:gd name="connsiteX1-13" fmla="*/ 21676 w 4584749"/>
              <a:gd name="connsiteY1-14" fmla="*/ 6964 h 6858000"/>
              <a:gd name="connsiteX2-15" fmla="*/ 3501189 w 4584749"/>
              <a:gd name="connsiteY2-16" fmla="*/ 0 h 6858000"/>
              <a:gd name="connsiteX3-17" fmla="*/ 4584749 w 4584749"/>
              <a:gd name="connsiteY3-18" fmla="*/ 6858000 h 6858000"/>
              <a:gd name="connsiteX4-19" fmla="*/ 0 w 4584749"/>
              <a:gd name="connsiteY4-20" fmla="*/ 6858000 h 6858000"/>
              <a:gd name="connsiteX0-21" fmla="*/ 0 w 4584749"/>
              <a:gd name="connsiteY0-22" fmla="*/ 6858000 h 6858000"/>
              <a:gd name="connsiteX1-23" fmla="*/ 31201 w 4584749"/>
              <a:gd name="connsiteY1-24" fmla="*/ 3154 h 6858000"/>
              <a:gd name="connsiteX2-25" fmla="*/ 3501189 w 4584749"/>
              <a:gd name="connsiteY2-26" fmla="*/ 0 h 6858000"/>
              <a:gd name="connsiteX3-27" fmla="*/ 4584749 w 4584749"/>
              <a:gd name="connsiteY3-28" fmla="*/ 6858000 h 6858000"/>
              <a:gd name="connsiteX4-29" fmla="*/ 0 w 4584749"/>
              <a:gd name="connsiteY4-30" fmla="*/ 6858000 h 6858000"/>
              <a:gd name="connsiteX0-31" fmla="*/ 0 w 4584749"/>
              <a:gd name="connsiteY0-32" fmla="*/ 6858000 h 6858000"/>
              <a:gd name="connsiteX1-33" fmla="*/ 23581 w 4584749"/>
              <a:gd name="connsiteY1-34" fmla="*/ 3154 h 6858000"/>
              <a:gd name="connsiteX2-35" fmla="*/ 3501189 w 4584749"/>
              <a:gd name="connsiteY2-36" fmla="*/ 0 h 6858000"/>
              <a:gd name="connsiteX3-37" fmla="*/ 4584749 w 4584749"/>
              <a:gd name="connsiteY3-38" fmla="*/ 6858000 h 6858000"/>
              <a:gd name="connsiteX4-39" fmla="*/ 0 w 4584749"/>
              <a:gd name="connsiteY4-40" fmla="*/ 6858000 h 6858000"/>
              <a:gd name="connsiteX0-41" fmla="*/ 21424 w 4562160"/>
              <a:gd name="connsiteY0-42" fmla="*/ 6858000 h 6858000"/>
              <a:gd name="connsiteX1-43" fmla="*/ 992 w 4562160"/>
              <a:gd name="connsiteY1-44" fmla="*/ 3154 h 6858000"/>
              <a:gd name="connsiteX2-45" fmla="*/ 3478600 w 4562160"/>
              <a:gd name="connsiteY2-46" fmla="*/ 0 h 6858000"/>
              <a:gd name="connsiteX3-47" fmla="*/ 4562160 w 4562160"/>
              <a:gd name="connsiteY3-48" fmla="*/ 6858000 h 6858000"/>
              <a:gd name="connsiteX4-49" fmla="*/ 21424 w 4562160"/>
              <a:gd name="connsiteY4-50" fmla="*/ 6858000 h 6858000"/>
              <a:gd name="connsiteX0-51" fmla="*/ 0 w 4563900"/>
              <a:gd name="connsiteY0-52" fmla="*/ 6858000 h 6858000"/>
              <a:gd name="connsiteX1-53" fmla="*/ 2732 w 4563900"/>
              <a:gd name="connsiteY1-54" fmla="*/ 3154 h 6858000"/>
              <a:gd name="connsiteX2-55" fmla="*/ 3480340 w 4563900"/>
              <a:gd name="connsiteY2-56" fmla="*/ 0 h 6858000"/>
              <a:gd name="connsiteX3-57" fmla="*/ 4563900 w 4563900"/>
              <a:gd name="connsiteY3-58" fmla="*/ 6858000 h 6858000"/>
              <a:gd name="connsiteX4-59" fmla="*/ 0 w 4563900"/>
              <a:gd name="connsiteY4-60" fmla="*/ 6858000 h 6858000"/>
              <a:gd name="connsiteX0-61" fmla="*/ 1718 w 4565618"/>
              <a:gd name="connsiteY0-62" fmla="*/ 6858000 h 6858000"/>
              <a:gd name="connsiteX1-63" fmla="*/ 2134 w 4565618"/>
              <a:gd name="connsiteY1-64" fmla="*/ 10774 h 6858000"/>
              <a:gd name="connsiteX2-65" fmla="*/ 3482058 w 4565618"/>
              <a:gd name="connsiteY2-66" fmla="*/ 0 h 6858000"/>
              <a:gd name="connsiteX3-67" fmla="*/ 4565618 w 4565618"/>
              <a:gd name="connsiteY3-68" fmla="*/ 6858000 h 6858000"/>
              <a:gd name="connsiteX4-69" fmla="*/ 1718 w 4565618"/>
              <a:gd name="connsiteY4-70" fmla="*/ 6858000 h 6858000"/>
              <a:gd name="connsiteX0-71" fmla="*/ 0 w 4563900"/>
              <a:gd name="connsiteY0-72" fmla="*/ 6858000 h 6858000"/>
              <a:gd name="connsiteX1-73" fmla="*/ 5049 w 4563900"/>
              <a:gd name="connsiteY1-74" fmla="*/ 3154 h 6858000"/>
              <a:gd name="connsiteX2-75" fmla="*/ 3480340 w 4563900"/>
              <a:gd name="connsiteY2-76" fmla="*/ 0 h 6858000"/>
              <a:gd name="connsiteX3-77" fmla="*/ 4563900 w 4563900"/>
              <a:gd name="connsiteY3-78" fmla="*/ 6858000 h 6858000"/>
              <a:gd name="connsiteX4-79" fmla="*/ 0 w 4563900"/>
              <a:gd name="connsiteY4-80" fmla="*/ 6858000 h 6858000"/>
              <a:gd name="connsiteX0-81" fmla="*/ 0 w 4563900"/>
              <a:gd name="connsiteY0-82" fmla="*/ 6858000 h 6858000"/>
              <a:gd name="connsiteX1-83" fmla="*/ 2732 w 4563900"/>
              <a:gd name="connsiteY1-84" fmla="*/ 3154 h 6858000"/>
              <a:gd name="connsiteX2-85" fmla="*/ 3480340 w 4563900"/>
              <a:gd name="connsiteY2-86" fmla="*/ 0 h 6858000"/>
              <a:gd name="connsiteX3-87" fmla="*/ 4563900 w 4563900"/>
              <a:gd name="connsiteY3-88" fmla="*/ 6858000 h 6858000"/>
              <a:gd name="connsiteX4-89" fmla="*/ 0 w 4563900"/>
              <a:gd name="connsiteY4-90" fmla="*/ 6858000 h 6858000"/>
              <a:gd name="connsiteX0-91" fmla="*/ 1718 w 4565618"/>
              <a:gd name="connsiteY0-92" fmla="*/ 6858000 h 6858000"/>
              <a:gd name="connsiteX1-93" fmla="*/ 2134 w 4565618"/>
              <a:gd name="connsiteY1-94" fmla="*/ 10774 h 6858000"/>
              <a:gd name="connsiteX2-95" fmla="*/ 3482058 w 4565618"/>
              <a:gd name="connsiteY2-96" fmla="*/ 0 h 6858000"/>
              <a:gd name="connsiteX3-97" fmla="*/ 4565618 w 4565618"/>
              <a:gd name="connsiteY3-98" fmla="*/ 6858000 h 6858000"/>
              <a:gd name="connsiteX4-99" fmla="*/ 1718 w 4565618"/>
              <a:gd name="connsiteY4-100" fmla="*/ 6858000 h 6858000"/>
              <a:gd name="connsiteX0-101" fmla="*/ 0 w 4563900"/>
              <a:gd name="connsiteY0-102" fmla="*/ 6858000 h 6858000"/>
              <a:gd name="connsiteX1-103" fmla="*/ 2733 w 4563900"/>
              <a:gd name="connsiteY1-104" fmla="*/ 5694 h 6858000"/>
              <a:gd name="connsiteX2-105" fmla="*/ 3480340 w 4563900"/>
              <a:gd name="connsiteY2-106" fmla="*/ 0 h 6858000"/>
              <a:gd name="connsiteX3-107" fmla="*/ 4563900 w 4563900"/>
              <a:gd name="connsiteY3-108" fmla="*/ 6858000 h 6858000"/>
              <a:gd name="connsiteX4-109" fmla="*/ 0 w 4563900"/>
              <a:gd name="connsiteY4-110" fmla="*/ 6858000 h 6858000"/>
              <a:gd name="connsiteX0-111" fmla="*/ 4314 w 4568214"/>
              <a:gd name="connsiteY0-112" fmla="*/ 6858000 h 6858000"/>
              <a:gd name="connsiteX1-113" fmla="*/ 1835 w 4568214"/>
              <a:gd name="connsiteY1-114" fmla="*/ 28554 h 6858000"/>
              <a:gd name="connsiteX2-115" fmla="*/ 3484654 w 4568214"/>
              <a:gd name="connsiteY2-116" fmla="*/ 0 h 6858000"/>
              <a:gd name="connsiteX3-117" fmla="*/ 4568214 w 4568214"/>
              <a:gd name="connsiteY3-118" fmla="*/ 6858000 h 6858000"/>
              <a:gd name="connsiteX4-119" fmla="*/ 4314 w 4568214"/>
              <a:gd name="connsiteY4-120" fmla="*/ 6858000 h 6858000"/>
              <a:gd name="connsiteX0-121" fmla="*/ 0 w 4563900"/>
              <a:gd name="connsiteY0-122" fmla="*/ 6858000 h 6858000"/>
              <a:gd name="connsiteX1-123" fmla="*/ 25318 w 4563900"/>
              <a:gd name="connsiteY1-124" fmla="*/ 3789 h 6858000"/>
              <a:gd name="connsiteX2-125" fmla="*/ 3480340 w 4563900"/>
              <a:gd name="connsiteY2-126" fmla="*/ 0 h 6858000"/>
              <a:gd name="connsiteX3-127" fmla="*/ 4563900 w 4563900"/>
              <a:gd name="connsiteY3-128" fmla="*/ 6858000 h 6858000"/>
              <a:gd name="connsiteX4-129" fmla="*/ 0 w 4563900"/>
              <a:gd name="connsiteY4-130" fmla="*/ 6858000 h 6858000"/>
              <a:gd name="connsiteX0-131" fmla="*/ 1212 w 4565112"/>
              <a:gd name="connsiteY0-132" fmla="*/ 6858000 h 6858000"/>
              <a:gd name="connsiteX1-133" fmla="*/ 2207 w 4565112"/>
              <a:gd name="connsiteY1-134" fmla="*/ 5694 h 6858000"/>
              <a:gd name="connsiteX2-135" fmla="*/ 3481552 w 4565112"/>
              <a:gd name="connsiteY2-136" fmla="*/ 0 h 6858000"/>
              <a:gd name="connsiteX3-137" fmla="*/ 4565112 w 4565112"/>
              <a:gd name="connsiteY3-138" fmla="*/ 6858000 h 6858000"/>
              <a:gd name="connsiteX4-139" fmla="*/ 1212 w 4565112"/>
              <a:gd name="connsiteY4-140" fmla="*/ 6858000 h 6858000"/>
              <a:gd name="connsiteX0-141" fmla="*/ 2745 w 4566645"/>
              <a:gd name="connsiteY0-142" fmla="*/ 6858000 h 6858000"/>
              <a:gd name="connsiteX1-143" fmla="*/ 2003 w 4566645"/>
              <a:gd name="connsiteY1-144" fmla="*/ 1884 h 6858000"/>
              <a:gd name="connsiteX2-145" fmla="*/ 3483085 w 4566645"/>
              <a:gd name="connsiteY2-146" fmla="*/ 0 h 6858000"/>
              <a:gd name="connsiteX3-147" fmla="*/ 4566645 w 4566645"/>
              <a:gd name="connsiteY3-148" fmla="*/ 6858000 h 6858000"/>
              <a:gd name="connsiteX4-149" fmla="*/ 2745 w 4566645"/>
              <a:gd name="connsiteY4-150" fmla="*/ 6858000 h 6858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4566645" h="6858000">
                <a:moveTo>
                  <a:pt x="2745" y="6858000"/>
                </a:moveTo>
                <a:cubicBezTo>
                  <a:pt x="9970" y="4578555"/>
                  <a:pt x="-5222" y="2281329"/>
                  <a:pt x="2003" y="1884"/>
                </a:cubicBezTo>
                <a:lnTo>
                  <a:pt x="3483085" y="0"/>
                </a:lnTo>
                <a:lnTo>
                  <a:pt x="4566645" y="6858000"/>
                </a:lnTo>
                <a:lnTo>
                  <a:pt x="2745" y="6858000"/>
                </a:lnTo>
                <a:close/>
              </a:path>
            </a:pathLst>
          </a:cu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Roboto Regular"/>
              <a:cs typeface="+mn-cs"/>
            </a:endParaRPr>
          </a:p>
        </p:txBody>
      </p:sp>
      <p:sp>
        <p:nvSpPr>
          <p:cNvPr id="8" name="文本框 7"/>
          <p:cNvSpPr txBox="1"/>
          <p:nvPr userDrawn="1"/>
        </p:nvSpPr>
        <p:spPr>
          <a:xfrm>
            <a:off x="200250" y="2626510"/>
            <a:ext cx="3834581"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w="0"/>
                <a:solidFill>
                  <a:srgbClr val="FFFFFF"/>
                </a:solidFill>
                <a:effectLst>
                  <a:outerShdw blurRad="38100" dist="25400" dir="5400000" algn="ctr" rotWithShape="0">
                    <a:srgbClr val="6E747A">
                      <a:alpha val="43000"/>
                    </a:srgbClr>
                  </a:outerShdw>
                </a:effectLst>
                <a:uLnTx/>
                <a:uFillTx/>
                <a:latin typeface="微软雅黑" panose="020B0503020204020204" pitchFamily="34" charset="-122"/>
                <a:ea typeface="微软雅黑" panose="020B0503020204020204" pitchFamily="34" charset="-122"/>
                <a:cs typeface="+mn-cs"/>
              </a:rPr>
              <a:t>本 章 内 容</a:t>
            </a:r>
            <a:endParaRPr kumimoji="0" lang="en-US" altLang="zh-CN" sz="4800" b="1" i="0" u="none" strike="noStrike" kern="1200" cap="none" spc="0" normalizeH="0" baseline="0" noProof="0" dirty="0">
              <a:ln w="0"/>
              <a:solidFill>
                <a:srgbClr val="FFFFFF"/>
              </a:solidFill>
              <a:effectLst>
                <a:outerShdw blurRad="38100" dist="25400" dir="5400000" algn="ctr" rotWithShape="0">
                  <a:srgbClr val="6E747A">
                    <a:alpha val="43000"/>
                  </a:srgbClr>
                </a:outerShdw>
              </a:effectLst>
              <a:uLnTx/>
              <a:uFillTx/>
              <a:latin typeface="微软雅黑" panose="020B0503020204020204" pitchFamily="34" charset="-122"/>
              <a:ea typeface="微软雅黑" panose="020B0503020204020204" pitchFamily="34" charset="-122"/>
              <a:cs typeface="+mn-cs"/>
            </a:endParaRPr>
          </a:p>
        </p:txBody>
      </p:sp>
      <p:sp>
        <p:nvSpPr>
          <p:cNvPr id="10" name="矩形: 圆角 9"/>
          <p:cNvSpPr/>
          <p:nvPr userDrawn="1"/>
        </p:nvSpPr>
        <p:spPr>
          <a:xfrm>
            <a:off x="5093040" y="643357"/>
            <a:ext cx="967505" cy="756730"/>
          </a:xfrm>
          <a:prstGeom prst="roundRect">
            <a:avLst>
              <a:gd name="adj" fmla="val 50000"/>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2" name="矩形: 圆角 11"/>
          <p:cNvSpPr/>
          <p:nvPr userDrawn="1"/>
        </p:nvSpPr>
        <p:spPr>
          <a:xfrm>
            <a:off x="5268914" y="1682581"/>
            <a:ext cx="967505" cy="756730"/>
          </a:xfrm>
          <a:prstGeom prst="roundRect">
            <a:avLst>
              <a:gd name="adj" fmla="val 50000"/>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14" name="矩形: 圆角 13"/>
          <p:cNvSpPr/>
          <p:nvPr userDrawn="1"/>
        </p:nvSpPr>
        <p:spPr>
          <a:xfrm>
            <a:off x="5458291" y="2721805"/>
            <a:ext cx="967505" cy="756730"/>
          </a:xfrm>
          <a:prstGeom prst="roundRect">
            <a:avLst>
              <a:gd name="adj" fmla="val 50000"/>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16" name="矩形: 圆角 15"/>
          <p:cNvSpPr/>
          <p:nvPr userDrawn="1"/>
        </p:nvSpPr>
        <p:spPr>
          <a:xfrm>
            <a:off x="5642315" y="3761029"/>
            <a:ext cx="967505" cy="756730"/>
          </a:xfrm>
          <a:prstGeom prst="roundRect">
            <a:avLst>
              <a:gd name="adj" fmla="val 50000"/>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18" name="矩形: 圆角 17"/>
          <p:cNvSpPr/>
          <p:nvPr userDrawn="1"/>
        </p:nvSpPr>
        <p:spPr>
          <a:xfrm>
            <a:off x="5805552" y="4800253"/>
            <a:ext cx="967505" cy="756730"/>
          </a:xfrm>
          <a:prstGeom prst="roundRect">
            <a:avLst>
              <a:gd name="adj" fmla="val 50000"/>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20" name="矩形: 圆角 19"/>
          <p:cNvSpPr/>
          <p:nvPr userDrawn="1"/>
        </p:nvSpPr>
        <p:spPr>
          <a:xfrm>
            <a:off x="5996143" y="5839477"/>
            <a:ext cx="967505" cy="756730"/>
          </a:xfrm>
          <a:prstGeom prst="roundRect">
            <a:avLst>
              <a:gd name="adj" fmla="val 50000"/>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22" name="1"/>
          <p:cNvSpPr>
            <a:spLocks noGrp="1"/>
          </p:cNvSpPr>
          <p:nvPr>
            <p:ph type="body" sz="quarter" idx="10" hasCustomPrompt="1"/>
          </p:nvPr>
        </p:nvSpPr>
        <p:spPr>
          <a:xfrm>
            <a:off x="6038299" y="824051"/>
            <a:ext cx="4507903" cy="461638"/>
          </a:xfrm>
          <a:prstGeom prst="rect">
            <a:avLst/>
          </a:prstGeom>
        </p:spPr>
        <p:txBody>
          <a:bodyPr>
            <a:normAutofit/>
          </a:bodyPr>
          <a:lstStyle>
            <a:lvl1pPr marL="0" indent="0" algn="ctr">
              <a:buNone/>
              <a:defRPr lang="zh-CN" altLang="en-US" sz="2800" b="1" kern="1200" dirty="0" smtClean="0">
                <a:solidFill>
                  <a:srgbClr val="0070C0"/>
                </a:solidFill>
                <a:latin typeface="微软雅黑" panose="020B0503020204020204" pitchFamily="34" charset="-122"/>
                <a:ea typeface="微软雅黑" panose="020B0503020204020204" pitchFamily="34" charset="-122"/>
                <a:cs typeface="+mn-cs"/>
              </a:defRPr>
            </a:lvl1pPr>
          </a:lstStyle>
          <a:p>
            <a:pPr lvl="0"/>
            <a:r>
              <a:rPr lang="zh-CN" altLang="en-US" dirty="0"/>
              <a:t>内容一</a:t>
            </a:r>
            <a:endParaRPr lang="zh-CN" altLang="en-US" dirty="0"/>
          </a:p>
        </p:txBody>
      </p:sp>
      <p:sp>
        <p:nvSpPr>
          <p:cNvPr id="23" name="2"/>
          <p:cNvSpPr>
            <a:spLocks noGrp="1"/>
          </p:cNvSpPr>
          <p:nvPr>
            <p:ph type="body" sz="quarter" idx="11" hasCustomPrompt="1"/>
          </p:nvPr>
        </p:nvSpPr>
        <p:spPr>
          <a:xfrm>
            <a:off x="6241135" y="1864852"/>
            <a:ext cx="4507903" cy="461638"/>
          </a:xfrm>
          <a:prstGeom prst="rect">
            <a:avLst/>
          </a:prstGeom>
        </p:spPr>
        <p:txBody>
          <a:bodyPr>
            <a:normAutofit/>
          </a:bodyPr>
          <a:lstStyle>
            <a:lvl1pPr marL="0" indent="0" algn="ctr">
              <a:buNone/>
              <a:defRPr lang="zh-CN" altLang="en-US" sz="2800" b="1" kern="1200" dirty="0" smtClean="0">
                <a:solidFill>
                  <a:srgbClr val="0070C0"/>
                </a:solidFill>
                <a:latin typeface="微软雅黑" panose="020B0503020204020204" pitchFamily="34" charset="-122"/>
                <a:ea typeface="微软雅黑" panose="020B0503020204020204" pitchFamily="34" charset="-122"/>
                <a:cs typeface="+mn-cs"/>
              </a:defRPr>
            </a:lvl1pPr>
          </a:lstStyle>
          <a:p>
            <a:pPr lvl="0"/>
            <a:r>
              <a:rPr lang="zh-CN" altLang="en-US" dirty="0"/>
              <a:t>内容二</a:t>
            </a:r>
            <a:endParaRPr lang="zh-CN" altLang="en-US" dirty="0"/>
          </a:p>
        </p:txBody>
      </p:sp>
      <p:sp>
        <p:nvSpPr>
          <p:cNvPr id="24" name="3"/>
          <p:cNvSpPr>
            <a:spLocks noGrp="1"/>
          </p:cNvSpPr>
          <p:nvPr>
            <p:ph type="body" sz="quarter" idx="12" hasCustomPrompt="1"/>
          </p:nvPr>
        </p:nvSpPr>
        <p:spPr>
          <a:xfrm>
            <a:off x="6401540" y="2899272"/>
            <a:ext cx="4507903" cy="461638"/>
          </a:xfrm>
          <a:prstGeom prst="rect">
            <a:avLst/>
          </a:prstGeom>
        </p:spPr>
        <p:txBody>
          <a:bodyPr>
            <a:normAutofit/>
          </a:bodyPr>
          <a:lstStyle>
            <a:lvl1pPr marL="0" indent="0" algn="ctr">
              <a:buNone/>
              <a:defRPr lang="zh-CN" altLang="en-US" sz="2800" b="1" kern="1200" dirty="0" smtClean="0">
                <a:solidFill>
                  <a:srgbClr val="0070C0"/>
                </a:solidFill>
                <a:latin typeface="微软雅黑" panose="020B0503020204020204" pitchFamily="34" charset="-122"/>
                <a:ea typeface="微软雅黑" panose="020B0503020204020204" pitchFamily="34" charset="-122"/>
                <a:cs typeface="+mn-cs"/>
              </a:defRPr>
            </a:lvl1pPr>
          </a:lstStyle>
          <a:p>
            <a:pPr lvl="0"/>
            <a:r>
              <a:rPr lang="zh-CN" altLang="en-US" dirty="0"/>
              <a:t>内容三</a:t>
            </a:r>
            <a:endParaRPr lang="zh-CN" altLang="en-US" dirty="0"/>
          </a:p>
        </p:txBody>
      </p:sp>
      <p:sp>
        <p:nvSpPr>
          <p:cNvPr id="25" name="4"/>
          <p:cNvSpPr>
            <a:spLocks noGrp="1"/>
          </p:cNvSpPr>
          <p:nvPr>
            <p:ph type="body" sz="quarter" idx="13" hasCustomPrompt="1"/>
          </p:nvPr>
        </p:nvSpPr>
        <p:spPr>
          <a:xfrm>
            <a:off x="6574937" y="3943300"/>
            <a:ext cx="4507903" cy="461638"/>
          </a:xfrm>
          <a:prstGeom prst="rect">
            <a:avLst/>
          </a:prstGeom>
        </p:spPr>
        <p:txBody>
          <a:bodyPr>
            <a:normAutofit/>
          </a:bodyPr>
          <a:lstStyle>
            <a:lvl1pPr marL="0" indent="0" algn="ctr">
              <a:buNone/>
              <a:defRPr lang="zh-CN" altLang="en-US" sz="2800" b="1" kern="1200" dirty="0" smtClean="0">
                <a:solidFill>
                  <a:srgbClr val="0070C0"/>
                </a:solidFill>
                <a:latin typeface="微软雅黑" panose="020B0503020204020204" pitchFamily="34" charset="-122"/>
                <a:ea typeface="微软雅黑" panose="020B0503020204020204" pitchFamily="34" charset="-122"/>
                <a:cs typeface="+mn-cs"/>
              </a:defRPr>
            </a:lvl1pPr>
          </a:lstStyle>
          <a:p>
            <a:pPr lvl="0"/>
            <a:r>
              <a:rPr lang="zh-CN" altLang="en-US" dirty="0"/>
              <a:t>内容四</a:t>
            </a:r>
            <a:endParaRPr lang="zh-CN" altLang="en-US" dirty="0"/>
          </a:p>
        </p:txBody>
      </p:sp>
      <p:sp>
        <p:nvSpPr>
          <p:cNvPr id="26" name="5"/>
          <p:cNvSpPr>
            <a:spLocks noGrp="1"/>
          </p:cNvSpPr>
          <p:nvPr>
            <p:ph type="body" sz="quarter" idx="14" hasCustomPrompt="1"/>
          </p:nvPr>
        </p:nvSpPr>
        <p:spPr>
          <a:xfrm>
            <a:off x="6765528" y="4982524"/>
            <a:ext cx="4507903" cy="461638"/>
          </a:xfrm>
          <a:prstGeom prst="rect">
            <a:avLst/>
          </a:prstGeom>
        </p:spPr>
        <p:txBody>
          <a:bodyPr>
            <a:normAutofit/>
          </a:bodyPr>
          <a:lstStyle>
            <a:lvl1pPr marL="0" indent="0" algn="ctr">
              <a:buNone/>
              <a:defRPr lang="zh-CN" altLang="en-US" sz="2800" b="1" kern="1200" dirty="0" smtClean="0">
                <a:solidFill>
                  <a:srgbClr val="0070C0"/>
                </a:solidFill>
                <a:latin typeface="微软雅黑" panose="020B0503020204020204" pitchFamily="34" charset="-122"/>
                <a:ea typeface="微软雅黑" panose="020B0503020204020204" pitchFamily="34" charset="-122"/>
                <a:cs typeface="+mn-cs"/>
              </a:defRPr>
            </a:lvl1pPr>
          </a:lstStyle>
          <a:p>
            <a:pPr lvl="0"/>
            <a:r>
              <a:rPr lang="zh-CN" altLang="en-US" dirty="0"/>
              <a:t>内容五</a:t>
            </a:r>
            <a:endParaRPr lang="zh-CN" altLang="en-US" dirty="0"/>
          </a:p>
        </p:txBody>
      </p:sp>
      <p:sp>
        <p:nvSpPr>
          <p:cNvPr id="27" name="6"/>
          <p:cNvSpPr>
            <a:spLocks noGrp="1"/>
          </p:cNvSpPr>
          <p:nvPr>
            <p:ph type="body" sz="quarter" idx="15" hasCustomPrompt="1"/>
          </p:nvPr>
        </p:nvSpPr>
        <p:spPr>
          <a:xfrm>
            <a:off x="6968637" y="6021748"/>
            <a:ext cx="4507903" cy="461638"/>
          </a:xfrm>
          <a:prstGeom prst="rect">
            <a:avLst/>
          </a:prstGeom>
        </p:spPr>
        <p:txBody>
          <a:bodyPr>
            <a:normAutofit/>
          </a:bodyPr>
          <a:lstStyle>
            <a:lvl1pPr marL="0" indent="0" algn="ctr">
              <a:buNone/>
              <a:defRPr lang="zh-CN" altLang="en-US" sz="2800" b="1" kern="1200" dirty="0" smtClean="0">
                <a:solidFill>
                  <a:srgbClr val="0070C0"/>
                </a:solidFill>
                <a:latin typeface="微软雅黑" panose="020B0503020204020204" pitchFamily="34" charset="-122"/>
                <a:ea typeface="微软雅黑" panose="020B0503020204020204" pitchFamily="34" charset="-122"/>
                <a:cs typeface="+mn-cs"/>
              </a:defRPr>
            </a:lvl1pPr>
          </a:lstStyle>
          <a:p>
            <a:pPr lvl="0"/>
            <a:r>
              <a:rPr lang="zh-CN" altLang="en-US" dirty="0"/>
              <a:t>内容六</a:t>
            </a:r>
            <a:endParaRPr lang="zh-CN" altLang="en-US" dirty="0"/>
          </a:p>
        </p:txBody>
      </p:sp>
      <p:sp>
        <p:nvSpPr>
          <p:cNvPr id="2" name="序号1"/>
          <p:cNvSpPr>
            <a:spLocks noGrp="1"/>
          </p:cNvSpPr>
          <p:nvPr>
            <p:ph type="body" sz="quarter" idx="16" hasCustomPrompt="1"/>
          </p:nvPr>
        </p:nvSpPr>
        <p:spPr>
          <a:xfrm>
            <a:off x="5199089" y="824051"/>
            <a:ext cx="755405" cy="461638"/>
          </a:xfrm>
        </p:spPr>
        <p:txBody>
          <a:bodyPr/>
          <a:lstStyle>
            <a:lvl1pPr marL="0" indent="0">
              <a:buNone/>
              <a:defRPr kumimoji="0" lang="zh-CN" altLang="en-US" sz="2800" b="1" i="0" u="none" strike="noStrike" kern="1200" cap="none" spc="0" normalizeH="0" baseline="0" dirty="0" smtClean="0">
                <a:ln>
                  <a:noFill/>
                </a:ln>
                <a:solidFill>
                  <a:srgbClr val="FFFFFF"/>
                </a:solidFill>
                <a:effectLst/>
                <a:uLnTx/>
                <a:uFillTx/>
                <a:latin typeface="微软雅黑" panose="020B0503020204020204" pitchFamily="34" charset="-122"/>
                <a:ea typeface="微软雅黑" panose="020B0503020204020204" pitchFamily="34" charset="-122"/>
                <a:cs typeface="+mn-cs"/>
              </a:defRPr>
            </a:lvl1pPr>
          </a:lstStyle>
          <a:p>
            <a:pPr lvl="0"/>
            <a:r>
              <a:rPr lang="en-US" altLang="zh-CN" dirty="0"/>
              <a:t>1.1</a:t>
            </a:r>
            <a:endParaRPr lang="zh-CN" altLang="en-US" dirty="0"/>
          </a:p>
        </p:txBody>
      </p:sp>
      <p:sp>
        <p:nvSpPr>
          <p:cNvPr id="3" name="序号2"/>
          <p:cNvSpPr>
            <a:spLocks noGrp="1"/>
          </p:cNvSpPr>
          <p:nvPr>
            <p:ph type="body" sz="quarter" idx="17" hasCustomPrompt="1"/>
          </p:nvPr>
        </p:nvSpPr>
        <p:spPr>
          <a:xfrm>
            <a:off x="5374963" y="1864852"/>
            <a:ext cx="755405" cy="461638"/>
          </a:xfrm>
        </p:spPr>
        <p:txBody>
          <a:bodyPr/>
          <a:lstStyle>
            <a:lvl1pPr marL="0" indent="0">
              <a:buNone/>
              <a:defRPr kumimoji="0" lang="zh-CN" altLang="en-US" sz="2800" b="1" i="0" u="none" strike="noStrike" kern="1200" cap="none" spc="0" normalizeH="0" baseline="0" dirty="0" smtClean="0">
                <a:ln>
                  <a:noFill/>
                </a:ln>
                <a:solidFill>
                  <a:srgbClr val="FFFFFF"/>
                </a:solidFill>
                <a:effectLst/>
                <a:uLnTx/>
                <a:uFillTx/>
                <a:latin typeface="微软雅黑" panose="020B0503020204020204" pitchFamily="34" charset="-122"/>
                <a:ea typeface="微软雅黑" panose="020B0503020204020204" pitchFamily="34" charset="-122"/>
                <a:cs typeface="+mn-cs"/>
              </a:defRPr>
            </a:lvl1pPr>
          </a:lstStyle>
          <a:p>
            <a:pPr lvl="0"/>
            <a:r>
              <a:rPr lang="en-US" altLang="zh-CN" dirty="0"/>
              <a:t>1.2</a:t>
            </a:r>
            <a:endParaRPr lang="zh-CN" altLang="en-US" dirty="0"/>
          </a:p>
        </p:txBody>
      </p:sp>
      <p:sp>
        <p:nvSpPr>
          <p:cNvPr id="4" name="序号3"/>
          <p:cNvSpPr>
            <a:spLocks noGrp="1"/>
          </p:cNvSpPr>
          <p:nvPr>
            <p:ph type="body" sz="quarter" idx="18" hasCustomPrompt="1"/>
          </p:nvPr>
        </p:nvSpPr>
        <p:spPr>
          <a:xfrm>
            <a:off x="5560005" y="2899272"/>
            <a:ext cx="755405" cy="461638"/>
          </a:xfrm>
        </p:spPr>
        <p:txBody>
          <a:bodyPr/>
          <a:lstStyle>
            <a:lvl1pPr marL="0" indent="0">
              <a:buNone/>
              <a:defRPr kumimoji="0" lang="zh-CN" altLang="en-US" sz="2800" b="1" i="0" u="none" strike="noStrike" kern="1200" cap="none" spc="0" normalizeH="0" baseline="0" dirty="0" smtClean="0">
                <a:ln>
                  <a:noFill/>
                </a:ln>
                <a:solidFill>
                  <a:srgbClr val="FFFFFF"/>
                </a:solidFill>
                <a:effectLst/>
                <a:uLnTx/>
                <a:uFillTx/>
                <a:latin typeface="微软雅黑" panose="020B0503020204020204" pitchFamily="34" charset="-122"/>
                <a:ea typeface="微软雅黑" panose="020B0503020204020204" pitchFamily="34" charset="-122"/>
                <a:cs typeface="+mn-cs"/>
              </a:defRPr>
            </a:lvl1pPr>
          </a:lstStyle>
          <a:p>
            <a:pPr lvl="0"/>
            <a:r>
              <a:rPr lang="en-US" altLang="zh-CN" dirty="0"/>
              <a:t>1.3</a:t>
            </a:r>
            <a:endParaRPr lang="zh-CN" altLang="en-US" dirty="0"/>
          </a:p>
        </p:txBody>
      </p:sp>
      <p:sp>
        <p:nvSpPr>
          <p:cNvPr id="5" name="序号4"/>
          <p:cNvSpPr>
            <a:spLocks noGrp="1"/>
          </p:cNvSpPr>
          <p:nvPr>
            <p:ph type="body" sz="quarter" idx="19" hasCustomPrompt="1"/>
          </p:nvPr>
        </p:nvSpPr>
        <p:spPr>
          <a:xfrm>
            <a:off x="5748364" y="3943300"/>
            <a:ext cx="755405" cy="461638"/>
          </a:xfrm>
        </p:spPr>
        <p:txBody>
          <a:bodyPr/>
          <a:lstStyle>
            <a:lvl1pPr marL="0" indent="0">
              <a:buNone/>
              <a:defRPr kumimoji="0" lang="zh-CN" altLang="en-US" sz="2800" b="1" i="0" u="none" strike="noStrike" kern="1200" cap="none" spc="0" normalizeH="0" baseline="0" dirty="0" smtClean="0">
                <a:ln>
                  <a:noFill/>
                </a:ln>
                <a:solidFill>
                  <a:srgbClr val="FFFFFF"/>
                </a:solidFill>
                <a:effectLst/>
                <a:uLnTx/>
                <a:uFillTx/>
                <a:latin typeface="微软雅黑" panose="020B0503020204020204" pitchFamily="34" charset="-122"/>
                <a:ea typeface="微软雅黑" panose="020B0503020204020204" pitchFamily="34" charset="-122"/>
                <a:cs typeface="+mn-cs"/>
              </a:defRPr>
            </a:lvl1pPr>
          </a:lstStyle>
          <a:p>
            <a:pPr lvl="0"/>
            <a:r>
              <a:rPr lang="en-US" altLang="zh-CN" dirty="0"/>
              <a:t>1.4</a:t>
            </a:r>
            <a:endParaRPr lang="zh-CN" altLang="en-US" dirty="0"/>
          </a:p>
        </p:txBody>
      </p:sp>
      <p:sp>
        <p:nvSpPr>
          <p:cNvPr id="6" name="序号5"/>
          <p:cNvSpPr>
            <a:spLocks noGrp="1"/>
          </p:cNvSpPr>
          <p:nvPr>
            <p:ph type="body" sz="quarter" idx="20" hasCustomPrompt="1"/>
          </p:nvPr>
        </p:nvSpPr>
        <p:spPr>
          <a:xfrm>
            <a:off x="5907838" y="4982524"/>
            <a:ext cx="755405" cy="461638"/>
          </a:xfrm>
        </p:spPr>
        <p:txBody>
          <a:bodyPr/>
          <a:lstStyle>
            <a:lvl1pPr marL="0" indent="0">
              <a:buNone/>
              <a:defRPr kumimoji="0" lang="zh-CN" altLang="en-US" sz="2800" b="1" i="0" u="none" strike="noStrike" kern="1200" cap="none" spc="0" normalizeH="0" baseline="0" dirty="0" smtClean="0">
                <a:ln>
                  <a:noFill/>
                </a:ln>
                <a:solidFill>
                  <a:srgbClr val="FFFFFF"/>
                </a:solidFill>
                <a:effectLst/>
                <a:uLnTx/>
                <a:uFillTx/>
                <a:latin typeface="微软雅黑" panose="020B0503020204020204" pitchFamily="34" charset="-122"/>
                <a:ea typeface="微软雅黑" panose="020B0503020204020204" pitchFamily="34" charset="-122"/>
                <a:cs typeface="+mn-cs"/>
              </a:defRPr>
            </a:lvl1pPr>
          </a:lstStyle>
          <a:p>
            <a:pPr lvl="0"/>
            <a:r>
              <a:rPr lang="en-US" altLang="zh-CN" dirty="0"/>
              <a:t>1.5</a:t>
            </a:r>
            <a:endParaRPr lang="zh-CN" altLang="en-US" dirty="0"/>
          </a:p>
        </p:txBody>
      </p:sp>
      <p:sp>
        <p:nvSpPr>
          <p:cNvPr id="9" name="序号6"/>
          <p:cNvSpPr>
            <a:spLocks noGrp="1"/>
          </p:cNvSpPr>
          <p:nvPr>
            <p:ph type="body" sz="quarter" idx="21" hasCustomPrompt="1"/>
          </p:nvPr>
        </p:nvSpPr>
        <p:spPr>
          <a:xfrm>
            <a:off x="6096945" y="6023696"/>
            <a:ext cx="755405" cy="461638"/>
          </a:xfrm>
        </p:spPr>
        <p:txBody>
          <a:bodyPr/>
          <a:lstStyle>
            <a:lvl1pPr marL="0" indent="0">
              <a:buNone/>
              <a:defRPr kumimoji="0" lang="zh-CN" altLang="en-US" sz="2800" b="1" i="0" u="none" strike="noStrike" kern="1200" cap="none" spc="0" normalizeH="0" baseline="0" dirty="0" smtClean="0">
                <a:ln>
                  <a:noFill/>
                </a:ln>
                <a:solidFill>
                  <a:srgbClr val="FFFFFF"/>
                </a:solidFill>
                <a:effectLst/>
                <a:uLnTx/>
                <a:uFillTx/>
                <a:latin typeface="微软雅黑" panose="020B0503020204020204" pitchFamily="34" charset="-122"/>
                <a:ea typeface="微软雅黑" panose="020B0503020204020204" pitchFamily="34" charset="-122"/>
                <a:cs typeface="+mn-cs"/>
              </a:defRPr>
            </a:lvl1pPr>
          </a:lstStyle>
          <a:p>
            <a:pPr lvl="0"/>
            <a:r>
              <a:rPr lang="en-US" altLang="zh-CN" dirty="0"/>
              <a:t>1.6</a:t>
            </a:r>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导读">
    <p:bg>
      <p:bgPr>
        <a:solidFill>
          <a:srgbClr val="0070C0"/>
        </a:solidFill>
        <a:effectLst/>
      </p:bgPr>
    </p:bg>
    <p:spTree>
      <p:nvGrpSpPr>
        <p:cNvPr id="1" name=""/>
        <p:cNvGrpSpPr/>
        <p:nvPr/>
      </p:nvGrpSpPr>
      <p:grpSpPr>
        <a:xfrm>
          <a:off x="0" y="0"/>
          <a:ext cx="0" cy="0"/>
          <a:chOff x="0" y="0"/>
          <a:chExt cx="0" cy="0"/>
        </a:xfrm>
      </p:grpSpPr>
      <p:sp>
        <p:nvSpPr>
          <p:cNvPr id="8" name="矩形"/>
          <p:cNvSpPr/>
          <p:nvPr userDrawn="1"/>
        </p:nvSpPr>
        <p:spPr>
          <a:xfrm>
            <a:off x="198119" y="944877"/>
            <a:ext cx="11811001" cy="5695794"/>
          </a:xfrm>
          <a:prstGeom prst="rect">
            <a:avLst/>
          </a:prstGeom>
          <a:solidFill>
            <a:schemeClr val="bg1"/>
          </a:solidFill>
          <a:ln w="1270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标题"/>
          <p:cNvSpPr txBox="1"/>
          <p:nvPr userDrawn="1"/>
        </p:nvSpPr>
        <p:spPr>
          <a:xfrm>
            <a:off x="568840" y="217329"/>
            <a:ext cx="9626720" cy="5847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b="1" kern="1200" dirty="0">
                <a:solidFill>
                  <a:schemeClr val="bg1"/>
                </a:solidFill>
                <a:latin typeface="微软雅黑" panose="020B0503020204020204" pitchFamily="34" charset="-122"/>
                <a:ea typeface="微软雅黑" panose="020B0503020204020204" pitchFamily="34" charset="-122"/>
                <a:cs typeface="+mn-cs"/>
              </a:rPr>
              <a:t>本章思维导图</a:t>
            </a:r>
            <a:endParaRPr lang="zh-CN" altLang="en-US" sz="3200" b="1" kern="1200" dirty="0">
              <a:solidFill>
                <a:schemeClr val="bg1"/>
              </a:solidFill>
              <a:latin typeface="微软雅黑" panose="020B0503020204020204" pitchFamily="34" charset="-122"/>
              <a:ea typeface="微软雅黑" panose="020B0503020204020204" pitchFamily="34" charset="-122"/>
              <a:cs typeface="+mn-cs"/>
            </a:endParaRPr>
          </a:p>
        </p:txBody>
      </p:sp>
      <p:sp>
        <p:nvSpPr>
          <p:cNvPr id="7" name="图片"/>
          <p:cNvSpPr>
            <a:spLocks noGrp="1"/>
          </p:cNvSpPr>
          <p:nvPr>
            <p:ph type="pic" sz="quarter" idx="16"/>
          </p:nvPr>
        </p:nvSpPr>
        <p:spPr>
          <a:xfrm>
            <a:off x="198119" y="944877"/>
            <a:ext cx="11811000" cy="5695794"/>
          </a:xfrm>
          <a:noFill/>
          <a:ln>
            <a:noFill/>
          </a:ln>
        </p:spPr>
        <p:txBody>
          <a:bodyPr anchor="ctr" anchorCtr="1"/>
          <a:lstStyle/>
          <a:p>
            <a:endParaRPr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小节">
    <p:spTree>
      <p:nvGrpSpPr>
        <p:cNvPr id="1" name=""/>
        <p:cNvGrpSpPr/>
        <p:nvPr/>
      </p:nvGrpSpPr>
      <p:grpSpPr>
        <a:xfrm>
          <a:off x="0" y="0"/>
          <a:ext cx="0" cy="0"/>
          <a:chOff x="0" y="0"/>
          <a:chExt cx="0" cy="0"/>
        </a:xfrm>
      </p:grpSpPr>
      <p:sp>
        <p:nvSpPr>
          <p:cNvPr id="6" name="矩形"/>
          <p:cNvSpPr/>
          <p:nvPr userDrawn="1"/>
        </p:nvSpPr>
        <p:spPr>
          <a:xfrm>
            <a:off x="0" y="3497580"/>
            <a:ext cx="12191365" cy="1347470"/>
          </a:xfrm>
          <a:prstGeom prst="rect">
            <a:avLst/>
          </a:prstGeom>
          <a:solidFill>
            <a:srgbClr val="0070C0"/>
          </a:solidFill>
          <a:ln>
            <a:noFill/>
          </a:ln>
          <a:effectLst>
            <a:outerShdw blurRad="50800" dist="38100" dir="5400000" algn="t"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solidFill>
                <a:schemeClr val="tx1">
                  <a:lumMod val="85000"/>
                  <a:lumOff val="15000"/>
                </a:schemeClr>
              </a:solidFill>
            </a:endParaRPr>
          </a:p>
        </p:txBody>
      </p:sp>
      <p:sp>
        <p:nvSpPr>
          <p:cNvPr id="2" name="标题"/>
          <p:cNvSpPr>
            <a:spLocks noGrp="1"/>
          </p:cNvSpPr>
          <p:nvPr>
            <p:ph type="title"/>
          </p:nvPr>
        </p:nvSpPr>
        <p:spPr>
          <a:xfrm>
            <a:off x="2074862" y="3658870"/>
            <a:ext cx="8041640" cy="1024890"/>
          </a:xfrm>
        </p:spPr>
        <p:txBody>
          <a:bodyPr/>
          <a:lstStyle>
            <a:lvl1pPr algn="ctr">
              <a:defRPr b="1">
                <a:solidFill>
                  <a:schemeClr val="bg1"/>
                </a:solidFill>
              </a:defRPr>
            </a:lvl1pPr>
          </a:lstStyle>
          <a:p>
            <a:r>
              <a:rPr lang="zh-CN" altLang="en-US" dirty="0"/>
              <a:t>单击此处编辑母版标题样式</a:t>
            </a:r>
            <a:endParaRPr lang="zh-CN" alt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文本">
    <p:spTree>
      <p:nvGrpSpPr>
        <p:cNvPr id="1" name=""/>
        <p:cNvGrpSpPr/>
        <p:nvPr/>
      </p:nvGrpSpPr>
      <p:grpSpPr>
        <a:xfrm>
          <a:off x="0" y="0"/>
          <a:ext cx="0" cy="0"/>
          <a:chOff x="0" y="0"/>
          <a:chExt cx="0" cy="0"/>
        </a:xfrm>
      </p:grpSpPr>
      <p:sp>
        <p:nvSpPr>
          <p:cNvPr id="5" name="梯形 1"/>
          <p:cNvSpPr/>
          <p:nvPr userDrawn="1"/>
        </p:nvSpPr>
        <p:spPr>
          <a:xfrm flipV="1">
            <a:off x="0" y="194324"/>
            <a:ext cx="1727080" cy="584774"/>
          </a:xfrm>
          <a:custGeom>
            <a:avLst/>
            <a:gdLst>
              <a:gd name="connsiteX0" fmla="*/ 0 w 4513006"/>
              <a:gd name="connsiteY0" fmla="*/ 589935 h 589935"/>
              <a:gd name="connsiteX1" fmla="*/ 816075 w 4513006"/>
              <a:gd name="connsiteY1" fmla="*/ 0 h 589935"/>
              <a:gd name="connsiteX2" fmla="*/ 3696931 w 4513006"/>
              <a:gd name="connsiteY2" fmla="*/ 0 h 589935"/>
              <a:gd name="connsiteX3" fmla="*/ 4513006 w 4513006"/>
              <a:gd name="connsiteY3" fmla="*/ 589935 h 589935"/>
              <a:gd name="connsiteX4" fmla="*/ 0 w 4513006"/>
              <a:gd name="connsiteY4" fmla="*/ 589935 h 589935"/>
              <a:gd name="connsiteX0-1" fmla="*/ 0 w 3699571"/>
              <a:gd name="connsiteY0-2" fmla="*/ 582315 h 589935"/>
              <a:gd name="connsiteX1-3" fmla="*/ 2640 w 3699571"/>
              <a:gd name="connsiteY1-4" fmla="*/ 0 h 589935"/>
              <a:gd name="connsiteX2-5" fmla="*/ 2883496 w 3699571"/>
              <a:gd name="connsiteY2-6" fmla="*/ 0 h 589935"/>
              <a:gd name="connsiteX3-7" fmla="*/ 3699571 w 3699571"/>
              <a:gd name="connsiteY3-8" fmla="*/ 589935 h 589935"/>
              <a:gd name="connsiteX4-9" fmla="*/ 0 w 3699571"/>
              <a:gd name="connsiteY4-10" fmla="*/ 582315 h 58993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699571" h="589935">
                <a:moveTo>
                  <a:pt x="0" y="582315"/>
                </a:moveTo>
                <a:lnTo>
                  <a:pt x="2640" y="0"/>
                </a:lnTo>
                <a:lnTo>
                  <a:pt x="2883496" y="0"/>
                </a:lnTo>
                <a:lnTo>
                  <a:pt x="3699571" y="589935"/>
                </a:lnTo>
                <a:lnTo>
                  <a:pt x="0" y="582315"/>
                </a:lnTo>
                <a:close/>
              </a:path>
            </a:pathLst>
          </a:custGeom>
          <a:solidFill>
            <a:srgbClr val="0070C0"/>
          </a:solidFill>
          <a:ln>
            <a:solidFill>
              <a:srgbClr val="0070C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4472C4"/>
              </a:solidFill>
              <a:effectLst/>
              <a:uLnTx/>
              <a:uFillTx/>
              <a:latin typeface="Calibri" panose="020F0502020204030204"/>
              <a:ea typeface="等线" panose="02010600030101010101" pitchFamily="2" charset="-122"/>
              <a:cs typeface="+mn-cs"/>
            </a:endParaRPr>
          </a:p>
        </p:txBody>
      </p:sp>
      <p:sp>
        <p:nvSpPr>
          <p:cNvPr id="12" name="序号"/>
          <p:cNvSpPr>
            <a:spLocks noGrp="1"/>
          </p:cNvSpPr>
          <p:nvPr>
            <p:ph sz="quarter" idx="13" hasCustomPrompt="1"/>
          </p:nvPr>
        </p:nvSpPr>
        <p:spPr>
          <a:xfrm>
            <a:off x="64656" y="269258"/>
            <a:ext cx="1314533" cy="535531"/>
          </a:xfrm>
          <a:prstGeom prst="rect">
            <a:avLst/>
          </a:prstGeom>
        </p:spPr>
        <p:txBody>
          <a:bodyPr>
            <a:spAutoFit/>
          </a:bodyPr>
          <a:lstStyle>
            <a:lvl1pPr marL="0" indent="0" algn="ctr">
              <a:buNone/>
              <a:defRPr kumimoji="0" lang="zh-CN" altLang="en-US" sz="3200" b="1" i="0" u="none" strike="noStrike" kern="1200" cap="none" spc="0" normalizeH="0" baseline="0" dirty="0" smtClean="0">
                <a:ln>
                  <a:noFill/>
                </a:ln>
                <a:solidFill>
                  <a:schemeClr val="bg1"/>
                </a:solidFill>
                <a:effectLst/>
                <a:uLnTx/>
                <a:uFillTx/>
                <a:latin typeface="微软雅黑" panose="020B0503020204020204" pitchFamily="34" charset="-122"/>
                <a:ea typeface="微软雅黑" panose="020B0503020204020204" pitchFamily="34" charset="-122"/>
                <a:cs typeface="Times New Roman" panose="02020603050405020304" pitchFamily="18" charset="0"/>
              </a:defRPr>
            </a:lvl1pPr>
          </a:lstStyle>
          <a:p>
            <a:pPr lvl="0"/>
            <a:r>
              <a:rPr lang="zh-CN" altLang="en-US" dirty="0"/>
              <a:t>序号</a:t>
            </a:r>
            <a:endParaRPr lang="zh-CN" altLang="en-US" dirty="0"/>
          </a:p>
        </p:txBody>
      </p:sp>
      <p:sp>
        <p:nvSpPr>
          <p:cNvPr id="2" name="标题"/>
          <p:cNvSpPr>
            <a:spLocks noGrp="1"/>
          </p:cNvSpPr>
          <p:nvPr>
            <p:ph type="title" hasCustomPrompt="1"/>
          </p:nvPr>
        </p:nvSpPr>
        <p:spPr>
          <a:xfrm>
            <a:off x="1727080" y="229049"/>
            <a:ext cx="9626720" cy="584775"/>
          </a:xfrm>
          <a:prstGeom prst="rect">
            <a:avLst/>
          </a:prstGeom>
        </p:spPr>
        <p:txBody>
          <a:bodyPr>
            <a:normAutofit/>
          </a:bodyPr>
          <a:lstStyle>
            <a:lvl1pPr>
              <a:defRPr lang="zh-CN" altLang="en-US" sz="3200" b="1" kern="1200" dirty="0">
                <a:solidFill>
                  <a:srgbClr val="0070C0"/>
                </a:solidFill>
                <a:latin typeface="微软雅黑" panose="020B0503020204020204" pitchFamily="34" charset="-122"/>
                <a:ea typeface="微软雅黑" panose="020B0503020204020204" pitchFamily="34" charset="-122"/>
                <a:cs typeface="+mn-cs"/>
              </a:defRPr>
            </a:lvl1pPr>
          </a:lstStyle>
          <a:p>
            <a:r>
              <a:rPr lang="zh-CN" altLang="en-US" dirty="0"/>
              <a:t>单击此处编辑标题</a:t>
            </a:r>
            <a:endParaRPr lang="zh-CN" altLang="en-US" dirty="0"/>
          </a:p>
        </p:txBody>
      </p:sp>
      <p:sp>
        <p:nvSpPr>
          <p:cNvPr id="4" name="文本"/>
          <p:cNvSpPr>
            <a:spLocks noGrp="1"/>
          </p:cNvSpPr>
          <p:nvPr>
            <p:ph sz="quarter" idx="15" hasCustomPrompt="1"/>
          </p:nvPr>
        </p:nvSpPr>
        <p:spPr>
          <a:xfrm>
            <a:off x="838200" y="1066800"/>
            <a:ext cx="10515600" cy="5532120"/>
          </a:xfrm>
          <a:prstGeom prst="rect">
            <a:avLst/>
          </a:prstGeom>
          <a:noFill/>
          <a:ln>
            <a:noFill/>
          </a:ln>
        </p:spPr>
        <p:txBody>
          <a:bodyPr>
            <a:normAutofit/>
          </a:bodyPr>
          <a:lstStyle>
            <a:lvl1pPr marL="0" indent="0">
              <a:buNone/>
              <a:defRPr sz="2400">
                <a:latin typeface="微软雅黑" panose="020B0503020204020204" pitchFamily="34" charset="-122"/>
                <a:ea typeface="微软雅黑" panose="020B0503020204020204" pitchFamily="34" charset="-122"/>
                <a:cs typeface="Cascadia Code" panose="020B0609020000020004" pitchFamily="49" charset="0"/>
              </a:defRPr>
            </a:lvl1pPr>
            <a:lvl2pPr>
              <a:defRPr>
                <a:latin typeface="Cascadia Code" panose="020B0609020000020004" pitchFamily="49" charset="0"/>
                <a:ea typeface="微软雅黑" panose="020B0503020204020204" pitchFamily="34" charset="-122"/>
                <a:cs typeface="Cascadia Code" panose="020B0609020000020004" pitchFamily="49" charset="0"/>
              </a:defRPr>
            </a:lvl2pPr>
            <a:lvl3pPr>
              <a:defRPr>
                <a:latin typeface="Cascadia Code" panose="020B0609020000020004" pitchFamily="49" charset="0"/>
                <a:ea typeface="微软雅黑" panose="020B0503020204020204" pitchFamily="34" charset="-122"/>
                <a:cs typeface="Cascadia Code" panose="020B0609020000020004" pitchFamily="49" charset="0"/>
              </a:defRPr>
            </a:lvl3pPr>
            <a:lvl4pPr>
              <a:defRPr>
                <a:latin typeface="Cascadia Code" panose="020B0609020000020004" pitchFamily="49" charset="0"/>
                <a:ea typeface="微软雅黑" panose="020B0503020204020204" pitchFamily="34" charset="-122"/>
                <a:cs typeface="Cascadia Code" panose="020B0609020000020004" pitchFamily="49" charset="0"/>
              </a:defRPr>
            </a:lvl4pPr>
            <a:lvl5pPr>
              <a:defRPr>
                <a:latin typeface="Cascadia Code" panose="020B0609020000020004" pitchFamily="49" charset="0"/>
                <a:ea typeface="微软雅黑" panose="020B0503020204020204" pitchFamily="34" charset="-122"/>
                <a:cs typeface="Cascadia Code" panose="020B0609020000020004" pitchFamily="49" charset="0"/>
              </a:defRPr>
            </a:lvl5pPr>
          </a:lstStyle>
          <a:p>
            <a:pPr lvl="0"/>
            <a:r>
              <a:rPr lang="zh-CN" altLang="en-US" dirty="0"/>
              <a:t>单击此处编辑文本</a:t>
            </a:r>
            <a:endParaRPr lang="zh-CN" alt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图片">
    <p:spTree>
      <p:nvGrpSpPr>
        <p:cNvPr id="1" name=""/>
        <p:cNvGrpSpPr/>
        <p:nvPr/>
      </p:nvGrpSpPr>
      <p:grpSpPr>
        <a:xfrm>
          <a:off x="0" y="0"/>
          <a:ext cx="0" cy="0"/>
          <a:chOff x="0" y="0"/>
          <a:chExt cx="0" cy="0"/>
        </a:xfrm>
      </p:grpSpPr>
      <p:sp>
        <p:nvSpPr>
          <p:cNvPr id="2" name="梯形 1"/>
          <p:cNvSpPr/>
          <p:nvPr userDrawn="1"/>
        </p:nvSpPr>
        <p:spPr>
          <a:xfrm flipV="1">
            <a:off x="0" y="194324"/>
            <a:ext cx="1727080" cy="584774"/>
          </a:xfrm>
          <a:custGeom>
            <a:avLst/>
            <a:gdLst>
              <a:gd name="connsiteX0" fmla="*/ 0 w 4513006"/>
              <a:gd name="connsiteY0" fmla="*/ 589935 h 589935"/>
              <a:gd name="connsiteX1" fmla="*/ 816075 w 4513006"/>
              <a:gd name="connsiteY1" fmla="*/ 0 h 589935"/>
              <a:gd name="connsiteX2" fmla="*/ 3696931 w 4513006"/>
              <a:gd name="connsiteY2" fmla="*/ 0 h 589935"/>
              <a:gd name="connsiteX3" fmla="*/ 4513006 w 4513006"/>
              <a:gd name="connsiteY3" fmla="*/ 589935 h 589935"/>
              <a:gd name="connsiteX4" fmla="*/ 0 w 4513006"/>
              <a:gd name="connsiteY4" fmla="*/ 589935 h 589935"/>
              <a:gd name="connsiteX0-1" fmla="*/ 0 w 3699571"/>
              <a:gd name="connsiteY0-2" fmla="*/ 582315 h 589935"/>
              <a:gd name="connsiteX1-3" fmla="*/ 2640 w 3699571"/>
              <a:gd name="connsiteY1-4" fmla="*/ 0 h 589935"/>
              <a:gd name="connsiteX2-5" fmla="*/ 2883496 w 3699571"/>
              <a:gd name="connsiteY2-6" fmla="*/ 0 h 589935"/>
              <a:gd name="connsiteX3-7" fmla="*/ 3699571 w 3699571"/>
              <a:gd name="connsiteY3-8" fmla="*/ 589935 h 589935"/>
              <a:gd name="connsiteX4-9" fmla="*/ 0 w 3699571"/>
              <a:gd name="connsiteY4-10" fmla="*/ 582315 h 58993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699571" h="589935">
                <a:moveTo>
                  <a:pt x="0" y="582315"/>
                </a:moveTo>
                <a:lnTo>
                  <a:pt x="2640" y="0"/>
                </a:lnTo>
                <a:lnTo>
                  <a:pt x="2883496" y="0"/>
                </a:lnTo>
                <a:lnTo>
                  <a:pt x="3699571" y="589935"/>
                </a:lnTo>
                <a:lnTo>
                  <a:pt x="0" y="582315"/>
                </a:lnTo>
                <a:close/>
              </a:path>
            </a:pathLst>
          </a:custGeom>
          <a:solidFill>
            <a:srgbClr val="0070C0"/>
          </a:solidFill>
          <a:ln>
            <a:solidFill>
              <a:srgbClr val="0070C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4472C4"/>
              </a:solidFill>
              <a:effectLst/>
              <a:uLnTx/>
              <a:uFillTx/>
              <a:latin typeface="Calibri" panose="020F0502020204030204"/>
              <a:ea typeface="等线" panose="02010600030101010101" pitchFamily="2" charset="-122"/>
              <a:cs typeface="+mn-cs"/>
            </a:endParaRPr>
          </a:p>
        </p:txBody>
      </p:sp>
      <p:sp>
        <p:nvSpPr>
          <p:cNvPr id="8" name="标题"/>
          <p:cNvSpPr>
            <a:spLocks noGrp="1"/>
          </p:cNvSpPr>
          <p:nvPr>
            <p:ph type="title" hasCustomPrompt="1"/>
          </p:nvPr>
        </p:nvSpPr>
        <p:spPr>
          <a:xfrm>
            <a:off x="1727080" y="229049"/>
            <a:ext cx="9626720" cy="584775"/>
          </a:xfrm>
          <a:prstGeom prst="rect">
            <a:avLst/>
          </a:prstGeom>
        </p:spPr>
        <p:txBody>
          <a:bodyPr>
            <a:normAutofit/>
          </a:bodyPr>
          <a:lstStyle>
            <a:lvl1pPr>
              <a:defRPr lang="zh-CN" altLang="en-US" sz="3200" b="1" kern="1200" dirty="0">
                <a:solidFill>
                  <a:srgbClr val="0070C0"/>
                </a:solidFill>
                <a:latin typeface="微软雅黑" panose="020B0503020204020204" pitchFamily="34" charset="-122"/>
                <a:ea typeface="微软雅黑" panose="020B0503020204020204" pitchFamily="34" charset="-122"/>
                <a:cs typeface="+mn-cs"/>
              </a:defRPr>
            </a:lvl1pPr>
          </a:lstStyle>
          <a:p>
            <a:r>
              <a:rPr lang="zh-CN" altLang="en-US" dirty="0"/>
              <a:t>单击此处编辑标题</a:t>
            </a:r>
            <a:endParaRPr lang="zh-CN" altLang="en-US" dirty="0"/>
          </a:p>
        </p:txBody>
      </p:sp>
      <p:sp>
        <p:nvSpPr>
          <p:cNvPr id="9" name="图片"/>
          <p:cNvSpPr>
            <a:spLocks noGrp="1"/>
          </p:cNvSpPr>
          <p:nvPr>
            <p:ph type="pic" sz="quarter" idx="16"/>
          </p:nvPr>
        </p:nvSpPr>
        <p:spPr>
          <a:xfrm>
            <a:off x="854847" y="1371600"/>
            <a:ext cx="10482306" cy="5032101"/>
          </a:xfrm>
          <a:noFill/>
        </p:spPr>
        <p:txBody>
          <a:bodyPr anchor="ctr" anchorCtr="1"/>
          <a:lstStyle/>
          <a:p>
            <a:endParaRPr lang="zh-CN" altLang="en-US" dirty="0"/>
          </a:p>
        </p:txBody>
      </p:sp>
      <p:sp>
        <p:nvSpPr>
          <p:cNvPr id="4" name="序号"/>
          <p:cNvSpPr>
            <a:spLocks noGrp="1"/>
          </p:cNvSpPr>
          <p:nvPr>
            <p:ph sz="quarter" idx="13" hasCustomPrompt="1"/>
          </p:nvPr>
        </p:nvSpPr>
        <p:spPr>
          <a:xfrm>
            <a:off x="64656" y="269258"/>
            <a:ext cx="1314533" cy="535531"/>
          </a:xfrm>
          <a:prstGeom prst="rect">
            <a:avLst/>
          </a:prstGeom>
        </p:spPr>
        <p:txBody>
          <a:bodyPr>
            <a:spAutoFit/>
          </a:bodyPr>
          <a:lstStyle>
            <a:lvl1pPr marL="0" indent="0" algn="ctr">
              <a:buNone/>
              <a:defRPr kumimoji="0" lang="zh-CN" altLang="en-US" sz="3200" b="1" i="0" u="none" strike="noStrike" kern="1200" cap="none" spc="0" normalizeH="0" baseline="0" dirty="0" smtClean="0">
                <a:ln>
                  <a:noFill/>
                </a:ln>
                <a:solidFill>
                  <a:schemeClr val="bg1"/>
                </a:solidFill>
                <a:effectLst/>
                <a:uLnTx/>
                <a:uFillTx/>
                <a:latin typeface="微软雅黑" panose="020B0503020204020204" pitchFamily="34" charset="-122"/>
                <a:ea typeface="微软雅黑" panose="020B0503020204020204" pitchFamily="34" charset="-122"/>
                <a:cs typeface="Times New Roman" panose="02020603050405020304" pitchFamily="18" charset="0"/>
              </a:defRPr>
            </a:lvl1pPr>
          </a:lstStyle>
          <a:p>
            <a:pPr lvl="0"/>
            <a:r>
              <a:rPr lang="zh-CN" altLang="en-US" dirty="0"/>
              <a:t>序号</a:t>
            </a:r>
            <a:endParaRPr lang="zh-CN" alt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文本+图片">
    <p:spTree>
      <p:nvGrpSpPr>
        <p:cNvPr id="1" name=""/>
        <p:cNvGrpSpPr/>
        <p:nvPr/>
      </p:nvGrpSpPr>
      <p:grpSpPr>
        <a:xfrm>
          <a:off x="0" y="0"/>
          <a:ext cx="0" cy="0"/>
          <a:chOff x="0" y="0"/>
          <a:chExt cx="0" cy="0"/>
        </a:xfrm>
      </p:grpSpPr>
      <p:sp>
        <p:nvSpPr>
          <p:cNvPr id="3" name="梯形 1"/>
          <p:cNvSpPr/>
          <p:nvPr userDrawn="1"/>
        </p:nvSpPr>
        <p:spPr>
          <a:xfrm flipV="1">
            <a:off x="0" y="194324"/>
            <a:ext cx="1727080" cy="584774"/>
          </a:xfrm>
          <a:custGeom>
            <a:avLst/>
            <a:gdLst>
              <a:gd name="connsiteX0" fmla="*/ 0 w 4513006"/>
              <a:gd name="connsiteY0" fmla="*/ 589935 h 589935"/>
              <a:gd name="connsiteX1" fmla="*/ 816075 w 4513006"/>
              <a:gd name="connsiteY1" fmla="*/ 0 h 589935"/>
              <a:gd name="connsiteX2" fmla="*/ 3696931 w 4513006"/>
              <a:gd name="connsiteY2" fmla="*/ 0 h 589935"/>
              <a:gd name="connsiteX3" fmla="*/ 4513006 w 4513006"/>
              <a:gd name="connsiteY3" fmla="*/ 589935 h 589935"/>
              <a:gd name="connsiteX4" fmla="*/ 0 w 4513006"/>
              <a:gd name="connsiteY4" fmla="*/ 589935 h 589935"/>
              <a:gd name="connsiteX0-1" fmla="*/ 0 w 3699571"/>
              <a:gd name="connsiteY0-2" fmla="*/ 582315 h 589935"/>
              <a:gd name="connsiteX1-3" fmla="*/ 2640 w 3699571"/>
              <a:gd name="connsiteY1-4" fmla="*/ 0 h 589935"/>
              <a:gd name="connsiteX2-5" fmla="*/ 2883496 w 3699571"/>
              <a:gd name="connsiteY2-6" fmla="*/ 0 h 589935"/>
              <a:gd name="connsiteX3-7" fmla="*/ 3699571 w 3699571"/>
              <a:gd name="connsiteY3-8" fmla="*/ 589935 h 589935"/>
              <a:gd name="connsiteX4-9" fmla="*/ 0 w 3699571"/>
              <a:gd name="connsiteY4-10" fmla="*/ 582315 h 58993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699571" h="589935">
                <a:moveTo>
                  <a:pt x="0" y="582315"/>
                </a:moveTo>
                <a:lnTo>
                  <a:pt x="2640" y="0"/>
                </a:lnTo>
                <a:lnTo>
                  <a:pt x="2883496" y="0"/>
                </a:lnTo>
                <a:lnTo>
                  <a:pt x="3699571" y="589935"/>
                </a:lnTo>
                <a:lnTo>
                  <a:pt x="0" y="582315"/>
                </a:lnTo>
                <a:close/>
              </a:path>
            </a:pathLst>
          </a:custGeom>
          <a:solidFill>
            <a:srgbClr val="0070C0"/>
          </a:solidFill>
          <a:ln>
            <a:solidFill>
              <a:srgbClr val="0070C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4472C4"/>
              </a:solidFill>
              <a:effectLst/>
              <a:uLnTx/>
              <a:uFillTx/>
              <a:latin typeface="Calibri" panose="020F0502020204030204"/>
              <a:ea typeface="等线" panose="02010600030101010101" pitchFamily="2" charset="-122"/>
              <a:cs typeface="+mn-cs"/>
            </a:endParaRPr>
          </a:p>
        </p:txBody>
      </p:sp>
      <p:sp>
        <p:nvSpPr>
          <p:cNvPr id="2" name="标题"/>
          <p:cNvSpPr>
            <a:spLocks noGrp="1"/>
          </p:cNvSpPr>
          <p:nvPr>
            <p:ph type="title" hasCustomPrompt="1"/>
          </p:nvPr>
        </p:nvSpPr>
        <p:spPr>
          <a:xfrm>
            <a:off x="1727080" y="229049"/>
            <a:ext cx="9626720" cy="584775"/>
          </a:xfrm>
          <a:prstGeom prst="rect">
            <a:avLst/>
          </a:prstGeom>
        </p:spPr>
        <p:txBody>
          <a:bodyPr>
            <a:normAutofit/>
          </a:bodyPr>
          <a:lstStyle>
            <a:lvl1pPr>
              <a:defRPr lang="zh-CN" altLang="en-US" sz="3200" b="1" kern="1200" dirty="0">
                <a:solidFill>
                  <a:srgbClr val="0070C0"/>
                </a:solidFill>
                <a:latin typeface="微软雅黑" panose="020B0503020204020204" pitchFamily="34" charset="-122"/>
                <a:ea typeface="微软雅黑" panose="020B0503020204020204" pitchFamily="34" charset="-122"/>
                <a:cs typeface="+mn-cs"/>
              </a:defRPr>
            </a:lvl1pPr>
          </a:lstStyle>
          <a:p>
            <a:r>
              <a:rPr lang="zh-CN" altLang="en-US" dirty="0"/>
              <a:t>单击此处编辑标题</a:t>
            </a:r>
            <a:endParaRPr lang="zh-CN" altLang="en-US" dirty="0"/>
          </a:p>
        </p:txBody>
      </p:sp>
      <p:sp>
        <p:nvSpPr>
          <p:cNvPr id="4" name="文本"/>
          <p:cNvSpPr>
            <a:spLocks noGrp="1"/>
          </p:cNvSpPr>
          <p:nvPr>
            <p:ph sz="quarter" idx="15" hasCustomPrompt="1"/>
          </p:nvPr>
        </p:nvSpPr>
        <p:spPr>
          <a:xfrm>
            <a:off x="838200" y="1066801"/>
            <a:ext cx="10515600" cy="2362200"/>
          </a:xfrm>
          <a:prstGeom prst="rect">
            <a:avLst/>
          </a:prstGeom>
          <a:noFill/>
          <a:ln>
            <a:noFill/>
          </a:ln>
        </p:spPr>
        <p:txBody>
          <a:bodyPr anchor="ctr">
            <a:normAutofit/>
          </a:bodyPr>
          <a:lstStyle>
            <a:lvl1pPr marL="0" indent="0" algn="l">
              <a:buNone/>
              <a:defRPr sz="2400">
                <a:latin typeface="微软雅黑" panose="020B0503020204020204" pitchFamily="34" charset="-122"/>
                <a:ea typeface="微软雅黑" panose="020B0503020204020204" pitchFamily="34" charset="-122"/>
                <a:cs typeface="Cascadia Code" panose="020B0609020000020004" pitchFamily="49" charset="0"/>
              </a:defRPr>
            </a:lvl1pPr>
            <a:lvl2pPr>
              <a:defRPr>
                <a:latin typeface="Cascadia Code" panose="020B0609020000020004" pitchFamily="49" charset="0"/>
                <a:ea typeface="微软雅黑" panose="020B0503020204020204" pitchFamily="34" charset="-122"/>
                <a:cs typeface="Cascadia Code" panose="020B0609020000020004" pitchFamily="49" charset="0"/>
              </a:defRPr>
            </a:lvl2pPr>
            <a:lvl3pPr>
              <a:defRPr>
                <a:latin typeface="Cascadia Code" panose="020B0609020000020004" pitchFamily="49" charset="0"/>
                <a:ea typeface="微软雅黑" panose="020B0503020204020204" pitchFamily="34" charset="-122"/>
                <a:cs typeface="Cascadia Code" panose="020B0609020000020004" pitchFamily="49" charset="0"/>
              </a:defRPr>
            </a:lvl3pPr>
            <a:lvl4pPr>
              <a:defRPr>
                <a:latin typeface="Cascadia Code" panose="020B0609020000020004" pitchFamily="49" charset="0"/>
                <a:ea typeface="微软雅黑" panose="020B0503020204020204" pitchFamily="34" charset="-122"/>
                <a:cs typeface="Cascadia Code" panose="020B0609020000020004" pitchFamily="49" charset="0"/>
              </a:defRPr>
            </a:lvl4pPr>
            <a:lvl5pPr>
              <a:defRPr>
                <a:latin typeface="Cascadia Code" panose="020B0609020000020004" pitchFamily="49" charset="0"/>
                <a:ea typeface="微软雅黑" panose="020B0503020204020204" pitchFamily="34" charset="-122"/>
                <a:cs typeface="Cascadia Code" panose="020B0609020000020004" pitchFamily="49" charset="0"/>
              </a:defRPr>
            </a:lvl5pPr>
          </a:lstStyle>
          <a:p>
            <a:pPr lvl="0"/>
            <a:r>
              <a:rPr lang="zh-CN" altLang="en-US" dirty="0"/>
              <a:t>单击此处编辑文本</a:t>
            </a:r>
            <a:endParaRPr lang="zh-CN" altLang="en-US" dirty="0"/>
          </a:p>
        </p:txBody>
      </p:sp>
      <p:sp>
        <p:nvSpPr>
          <p:cNvPr id="5" name="图片"/>
          <p:cNvSpPr>
            <a:spLocks noGrp="1"/>
          </p:cNvSpPr>
          <p:nvPr>
            <p:ph type="pic" sz="quarter" idx="16"/>
          </p:nvPr>
        </p:nvSpPr>
        <p:spPr>
          <a:xfrm>
            <a:off x="2604654" y="3716704"/>
            <a:ext cx="6982691" cy="2859717"/>
          </a:xfrm>
          <a:noFill/>
        </p:spPr>
        <p:txBody>
          <a:bodyPr anchor="ctr" anchorCtr="1"/>
          <a:lstStyle/>
          <a:p>
            <a:endParaRPr lang="zh-CN" altLang="en-US" dirty="0"/>
          </a:p>
        </p:txBody>
      </p:sp>
      <p:sp>
        <p:nvSpPr>
          <p:cNvPr id="7" name="序号"/>
          <p:cNvSpPr>
            <a:spLocks noGrp="1"/>
          </p:cNvSpPr>
          <p:nvPr>
            <p:ph sz="quarter" idx="13" hasCustomPrompt="1"/>
          </p:nvPr>
        </p:nvSpPr>
        <p:spPr>
          <a:xfrm>
            <a:off x="64656" y="269258"/>
            <a:ext cx="1314533" cy="535531"/>
          </a:xfrm>
          <a:prstGeom prst="rect">
            <a:avLst/>
          </a:prstGeom>
        </p:spPr>
        <p:txBody>
          <a:bodyPr>
            <a:spAutoFit/>
          </a:bodyPr>
          <a:lstStyle>
            <a:lvl1pPr marL="0" indent="0" algn="ctr">
              <a:buNone/>
              <a:defRPr kumimoji="0" lang="zh-CN" altLang="en-US" sz="3200" b="1" i="0" u="none" strike="noStrike" kern="1200" cap="none" spc="0" normalizeH="0" baseline="0" dirty="0" smtClean="0">
                <a:ln>
                  <a:noFill/>
                </a:ln>
                <a:solidFill>
                  <a:schemeClr val="bg1"/>
                </a:solidFill>
                <a:effectLst/>
                <a:uLnTx/>
                <a:uFillTx/>
                <a:latin typeface="微软雅黑" panose="020B0503020204020204" pitchFamily="34" charset="-122"/>
                <a:ea typeface="微软雅黑" panose="020B0503020204020204" pitchFamily="34" charset="-122"/>
                <a:cs typeface="Times New Roman" panose="02020603050405020304" pitchFamily="18" charset="0"/>
              </a:defRPr>
            </a:lvl1pPr>
          </a:lstStyle>
          <a:p>
            <a:pPr lvl="0"/>
            <a:r>
              <a:rPr lang="zh-CN" altLang="en-US" dirty="0"/>
              <a:t>序号</a:t>
            </a:r>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文本+代码">
    <p:spTree>
      <p:nvGrpSpPr>
        <p:cNvPr id="1" name=""/>
        <p:cNvGrpSpPr/>
        <p:nvPr/>
      </p:nvGrpSpPr>
      <p:grpSpPr>
        <a:xfrm>
          <a:off x="0" y="0"/>
          <a:ext cx="0" cy="0"/>
          <a:chOff x="0" y="0"/>
          <a:chExt cx="0" cy="0"/>
        </a:xfrm>
      </p:grpSpPr>
      <p:sp>
        <p:nvSpPr>
          <p:cNvPr id="2" name="梯形 1"/>
          <p:cNvSpPr/>
          <p:nvPr userDrawn="1"/>
        </p:nvSpPr>
        <p:spPr>
          <a:xfrm flipV="1">
            <a:off x="0" y="194324"/>
            <a:ext cx="1727080" cy="584774"/>
          </a:xfrm>
          <a:custGeom>
            <a:avLst/>
            <a:gdLst>
              <a:gd name="connsiteX0" fmla="*/ 0 w 4513006"/>
              <a:gd name="connsiteY0" fmla="*/ 589935 h 589935"/>
              <a:gd name="connsiteX1" fmla="*/ 816075 w 4513006"/>
              <a:gd name="connsiteY1" fmla="*/ 0 h 589935"/>
              <a:gd name="connsiteX2" fmla="*/ 3696931 w 4513006"/>
              <a:gd name="connsiteY2" fmla="*/ 0 h 589935"/>
              <a:gd name="connsiteX3" fmla="*/ 4513006 w 4513006"/>
              <a:gd name="connsiteY3" fmla="*/ 589935 h 589935"/>
              <a:gd name="connsiteX4" fmla="*/ 0 w 4513006"/>
              <a:gd name="connsiteY4" fmla="*/ 589935 h 589935"/>
              <a:gd name="connsiteX0-1" fmla="*/ 0 w 3699571"/>
              <a:gd name="connsiteY0-2" fmla="*/ 582315 h 589935"/>
              <a:gd name="connsiteX1-3" fmla="*/ 2640 w 3699571"/>
              <a:gd name="connsiteY1-4" fmla="*/ 0 h 589935"/>
              <a:gd name="connsiteX2-5" fmla="*/ 2883496 w 3699571"/>
              <a:gd name="connsiteY2-6" fmla="*/ 0 h 589935"/>
              <a:gd name="connsiteX3-7" fmla="*/ 3699571 w 3699571"/>
              <a:gd name="connsiteY3-8" fmla="*/ 589935 h 589935"/>
              <a:gd name="connsiteX4-9" fmla="*/ 0 w 3699571"/>
              <a:gd name="connsiteY4-10" fmla="*/ 582315 h 58993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699571" h="589935">
                <a:moveTo>
                  <a:pt x="0" y="582315"/>
                </a:moveTo>
                <a:lnTo>
                  <a:pt x="2640" y="0"/>
                </a:lnTo>
                <a:lnTo>
                  <a:pt x="2883496" y="0"/>
                </a:lnTo>
                <a:lnTo>
                  <a:pt x="3699571" y="589935"/>
                </a:lnTo>
                <a:lnTo>
                  <a:pt x="0" y="582315"/>
                </a:lnTo>
                <a:close/>
              </a:path>
            </a:pathLst>
          </a:custGeom>
          <a:solidFill>
            <a:srgbClr val="0070C0"/>
          </a:solidFill>
          <a:ln>
            <a:solidFill>
              <a:srgbClr val="0070C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4472C4"/>
              </a:solidFill>
              <a:effectLst/>
              <a:uLnTx/>
              <a:uFillTx/>
              <a:latin typeface="Calibri" panose="020F0502020204030204"/>
              <a:ea typeface="等线" panose="02010600030101010101" pitchFamily="2" charset="-122"/>
              <a:cs typeface="+mn-cs"/>
            </a:endParaRPr>
          </a:p>
        </p:txBody>
      </p:sp>
      <p:sp>
        <p:nvSpPr>
          <p:cNvPr id="16" name="标题"/>
          <p:cNvSpPr>
            <a:spLocks noGrp="1"/>
          </p:cNvSpPr>
          <p:nvPr>
            <p:ph type="title" hasCustomPrompt="1"/>
          </p:nvPr>
        </p:nvSpPr>
        <p:spPr>
          <a:xfrm>
            <a:off x="1727080" y="229049"/>
            <a:ext cx="9626720" cy="584775"/>
          </a:xfrm>
          <a:prstGeom prst="rect">
            <a:avLst/>
          </a:prstGeom>
        </p:spPr>
        <p:txBody>
          <a:bodyPr>
            <a:normAutofit/>
          </a:bodyPr>
          <a:lstStyle>
            <a:lvl1pPr>
              <a:defRPr lang="zh-CN" altLang="en-US" sz="3200" b="1" kern="1200" dirty="0">
                <a:solidFill>
                  <a:srgbClr val="0070C0"/>
                </a:solidFill>
                <a:latin typeface="微软雅黑" panose="020B0503020204020204" pitchFamily="34" charset="-122"/>
                <a:ea typeface="微软雅黑" panose="020B0503020204020204" pitchFamily="34" charset="-122"/>
                <a:cs typeface="+mn-cs"/>
              </a:defRPr>
            </a:lvl1pPr>
          </a:lstStyle>
          <a:p>
            <a:r>
              <a:rPr lang="zh-CN" altLang="en-US" dirty="0"/>
              <a:t>单击此处编辑标题</a:t>
            </a:r>
            <a:endParaRPr lang="zh-CN" altLang="en-US" dirty="0"/>
          </a:p>
        </p:txBody>
      </p:sp>
      <p:sp>
        <p:nvSpPr>
          <p:cNvPr id="3" name="文本"/>
          <p:cNvSpPr>
            <a:spLocks noGrp="1"/>
          </p:cNvSpPr>
          <p:nvPr>
            <p:ph sz="quarter" idx="15" hasCustomPrompt="1"/>
          </p:nvPr>
        </p:nvSpPr>
        <p:spPr>
          <a:xfrm>
            <a:off x="838200" y="1066801"/>
            <a:ext cx="10515599" cy="1196108"/>
          </a:xfrm>
          <a:prstGeom prst="rect">
            <a:avLst/>
          </a:prstGeom>
          <a:noFill/>
          <a:ln>
            <a:noFill/>
          </a:ln>
        </p:spPr>
        <p:txBody>
          <a:bodyPr anchor="ctr">
            <a:normAutofit/>
          </a:bodyPr>
          <a:lstStyle>
            <a:lvl1pPr marL="0" indent="0" algn="l">
              <a:buNone/>
              <a:defRPr sz="2400">
                <a:latin typeface="微软雅黑" panose="020B0503020204020204" pitchFamily="34" charset="-122"/>
                <a:ea typeface="微软雅黑" panose="020B0503020204020204" pitchFamily="34" charset="-122"/>
                <a:cs typeface="Cascadia Code" panose="020B0609020000020004" pitchFamily="49" charset="0"/>
              </a:defRPr>
            </a:lvl1pPr>
            <a:lvl2pPr>
              <a:defRPr>
                <a:latin typeface="Cascadia Code" panose="020B0609020000020004" pitchFamily="49" charset="0"/>
                <a:ea typeface="微软雅黑" panose="020B0503020204020204" pitchFamily="34" charset="-122"/>
                <a:cs typeface="Cascadia Code" panose="020B0609020000020004" pitchFamily="49" charset="0"/>
              </a:defRPr>
            </a:lvl2pPr>
            <a:lvl3pPr>
              <a:defRPr>
                <a:latin typeface="Cascadia Code" panose="020B0609020000020004" pitchFamily="49" charset="0"/>
                <a:ea typeface="微软雅黑" panose="020B0503020204020204" pitchFamily="34" charset="-122"/>
                <a:cs typeface="Cascadia Code" panose="020B0609020000020004" pitchFamily="49" charset="0"/>
              </a:defRPr>
            </a:lvl3pPr>
            <a:lvl4pPr>
              <a:defRPr>
                <a:latin typeface="Cascadia Code" panose="020B0609020000020004" pitchFamily="49" charset="0"/>
                <a:ea typeface="微软雅黑" panose="020B0503020204020204" pitchFamily="34" charset="-122"/>
                <a:cs typeface="Cascadia Code" panose="020B0609020000020004" pitchFamily="49" charset="0"/>
              </a:defRPr>
            </a:lvl4pPr>
            <a:lvl5pPr>
              <a:defRPr>
                <a:latin typeface="Cascadia Code" panose="020B0609020000020004" pitchFamily="49" charset="0"/>
                <a:ea typeface="微软雅黑" panose="020B0503020204020204" pitchFamily="34" charset="-122"/>
                <a:cs typeface="Cascadia Code" panose="020B0609020000020004" pitchFamily="49" charset="0"/>
              </a:defRPr>
            </a:lvl5pPr>
          </a:lstStyle>
          <a:p>
            <a:pPr lvl="0"/>
            <a:r>
              <a:rPr lang="zh-CN" altLang="en-US" dirty="0"/>
              <a:t>单击此处编辑文本</a:t>
            </a:r>
            <a:endParaRPr lang="zh-CN" altLang="en-US" dirty="0"/>
          </a:p>
        </p:txBody>
      </p:sp>
      <p:sp>
        <p:nvSpPr>
          <p:cNvPr id="9" name="代码"/>
          <p:cNvSpPr>
            <a:spLocks noGrp="1"/>
          </p:cNvSpPr>
          <p:nvPr>
            <p:ph sz="quarter" idx="13" hasCustomPrompt="1"/>
          </p:nvPr>
        </p:nvSpPr>
        <p:spPr>
          <a:xfrm>
            <a:off x="206476" y="2550612"/>
            <a:ext cx="11769213" cy="4048310"/>
          </a:xfrm>
          <a:prstGeom prst="roundRect">
            <a:avLst>
              <a:gd name="adj" fmla="val 17304"/>
            </a:avLst>
          </a:prstGeom>
          <a:solidFill>
            <a:schemeClr val="bg1">
              <a:lumMod val="95000"/>
            </a:schemeClr>
          </a:solidFill>
          <a:ln>
            <a:noFill/>
          </a:ln>
        </p:spPr>
        <p:txBody>
          <a:bodyPr anchor="ctr">
            <a:normAutofit/>
          </a:bodyPr>
          <a:lstStyle>
            <a:lvl1pPr marL="0" indent="0" algn="l">
              <a:buNone/>
              <a:defRPr sz="2000" baseline="0">
                <a:latin typeface="(使用中文字体)"/>
                <a:ea typeface="微软雅黑" panose="020B0503020204020204" pitchFamily="34" charset="-122"/>
                <a:cs typeface="Cascadia Code" panose="020B0609020000020004" pitchFamily="49" charset="0"/>
              </a:defRPr>
            </a:lvl1pPr>
            <a:lvl2pPr>
              <a:defRPr>
                <a:latin typeface="Cascadia Code" panose="020B0609020000020004" pitchFamily="49" charset="0"/>
                <a:ea typeface="微软雅黑" panose="020B0503020204020204" pitchFamily="34" charset="-122"/>
                <a:cs typeface="Cascadia Code" panose="020B0609020000020004" pitchFamily="49" charset="0"/>
              </a:defRPr>
            </a:lvl2pPr>
            <a:lvl3pPr>
              <a:defRPr>
                <a:latin typeface="Cascadia Code" panose="020B0609020000020004" pitchFamily="49" charset="0"/>
                <a:ea typeface="微软雅黑" panose="020B0503020204020204" pitchFamily="34" charset="-122"/>
                <a:cs typeface="Cascadia Code" panose="020B0609020000020004" pitchFamily="49" charset="0"/>
              </a:defRPr>
            </a:lvl3pPr>
            <a:lvl4pPr>
              <a:defRPr>
                <a:latin typeface="Cascadia Code" panose="020B0609020000020004" pitchFamily="49" charset="0"/>
                <a:ea typeface="微软雅黑" panose="020B0503020204020204" pitchFamily="34" charset="-122"/>
                <a:cs typeface="Cascadia Code" panose="020B0609020000020004" pitchFamily="49" charset="0"/>
              </a:defRPr>
            </a:lvl4pPr>
            <a:lvl5pPr>
              <a:defRPr>
                <a:latin typeface="Cascadia Code" panose="020B0609020000020004" pitchFamily="49" charset="0"/>
                <a:ea typeface="微软雅黑" panose="020B0503020204020204" pitchFamily="34" charset="-122"/>
                <a:cs typeface="Cascadia Code" panose="020B0609020000020004" pitchFamily="49" charset="0"/>
              </a:defRPr>
            </a:lvl5pPr>
          </a:lstStyle>
          <a:p>
            <a:pPr lvl="0"/>
            <a:r>
              <a:rPr lang="en-US" altLang="zh-CN" dirty="0"/>
              <a:t>Code</a:t>
            </a:r>
            <a:endParaRPr lang="zh-CN" altLang="en-US" dirty="0"/>
          </a:p>
        </p:txBody>
      </p:sp>
      <p:sp>
        <p:nvSpPr>
          <p:cNvPr id="5" name="序号"/>
          <p:cNvSpPr>
            <a:spLocks noGrp="1"/>
          </p:cNvSpPr>
          <p:nvPr>
            <p:ph sz="quarter" idx="16" hasCustomPrompt="1"/>
          </p:nvPr>
        </p:nvSpPr>
        <p:spPr>
          <a:xfrm>
            <a:off x="64656" y="269258"/>
            <a:ext cx="1314533" cy="535531"/>
          </a:xfrm>
          <a:prstGeom prst="rect">
            <a:avLst/>
          </a:prstGeom>
        </p:spPr>
        <p:txBody>
          <a:bodyPr>
            <a:spAutoFit/>
          </a:bodyPr>
          <a:lstStyle>
            <a:lvl1pPr marL="0" indent="0" algn="ctr">
              <a:buNone/>
              <a:defRPr kumimoji="0" lang="zh-CN" altLang="en-US" sz="3200" b="1" i="0" u="none" strike="noStrike" kern="1200" cap="none" spc="0" normalizeH="0" baseline="0" dirty="0" smtClean="0">
                <a:ln>
                  <a:noFill/>
                </a:ln>
                <a:solidFill>
                  <a:schemeClr val="bg1"/>
                </a:solidFill>
                <a:effectLst/>
                <a:uLnTx/>
                <a:uFillTx/>
                <a:latin typeface="微软雅黑" panose="020B0503020204020204" pitchFamily="34" charset="-122"/>
                <a:ea typeface="微软雅黑" panose="020B0503020204020204" pitchFamily="34" charset="-122"/>
                <a:cs typeface="Times New Roman" panose="02020603050405020304" pitchFamily="18" charset="0"/>
              </a:defRPr>
            </a:lvl1pPr>
          </a:lstStyle>
          <a:p>
            <a:pPr lvl="0"/>
            <a:r>
              <a:rPr lang="zh-CN" altLang="en-US" dirty="0"/>
              <a:t>序号</a:t>
            </a:r>
            <a:endParaRPr lang="zh-CN"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文本+图片+代码">
    <p:spTree>
      <p:nvGrpSpPr>
        <p:cNvPr id="1" name=""/>
        <p:cNvGrpSpPr/>
        <p:nvPr/>
      </p:nvGrpSpPr>
      <p:grpSpPr>
        <a:xfrm>
          <a:off x="0" y="0"/>
          <a:ext cx="0" cy="0"/>
          <a:chOff x="0" y="0"/>
          <a:chExt cx="0" cy="0"/>
        </a:xfrm>
      </p:grpSpPr>
      <p:sp>
        <p:nvSpPr>
          <p:cNvPr id="2" name="梯形 1"/>
          <p:cNvSpPr/>
          <p:nvPr userDrawn="1"/>
        </p:nvSpPr>
        <p:spPr>
          <a:xfrm flipV="1">
            <a:off x="0" y="194324"/>
            <a:ext cx="1727080" cy="584774"/>
          </a:xfrm>
          <a:custGeom>
            <a:avLst/>
            <a:gdLst>
              <a:gd name="connsiteX0" fmla="*/ 0 w 4513006"/>
              <a:gd name="connsiteY0" fmla="*/ 589935 h 589935"/>
              <a:gd name="connsiteX1" fmla="*/ 816075 w 4513006"/>
              <a:gd name="connsiteY1" fmla="*/ 0 h 589935"/>
              <a:gd name="connsiteX2" fmla="*/ 3696931 w 4513006"/>
              <a:gd name="connsiteY2" fmla="*/ 0 h 589935"/>
              <a:gd name="connsiteX3" fmla="*/ 4513006 w 4513006"/>
              <a:gd name="connsiteY3" fmla="*/ 589935 h 589935"/>
              <a:gd name="connsiteX4" fmla="*/ 0 w 4513006"/>
              <a:gd name="connsiteY4" fmla="*/ 589935 h 589935"/>
              <a:gd name="connsiteX0-1" fmla="*/ 0 w 3699571"/>
              <a:gd name="connsiteY0-2" fmla="*/ 582315 h 589935"/>
              <a:gd name="connsiteX1-3" fmla="*/ 2640 w 3699571"/>
              <a:gd name="connsiteY1-4" fmla="*/ 0 h 589935"/>
              <a:gd name="connsiteX2-5" fmla="*/ 2883496 w 3699571"/>
              <a:gd name="connsiteY2-6" fmla="*/ 0 h 589935"/>
              <a:gd name="connsiteX3-7" fmla="*/ 3699571 w 3699571"/>
              <a:gd name="connsiteY3-8" fmla="*/ 589935 h 589935"/>
              <a:gd name="connsiteX4-9" fmla="*/ 0 w 3699571"/>
              <a:gd name="connsiteY4-10" fmla="*/ 582315 h 58993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699571" h="589935">
                <a:moveTo>
                  <a:pt x="0" y="582315"/>
                </a:moveTo>
                <a:lnTo>
                  <a:pt x="2640" y="0"/>
                </a:lnTo>
                <a:lnTo>
                  <a:pt x="2883496" y="0"/>
                </a:lnTo>
                <a:lnTo>
                  <a:pt x="3699571" y="589935"/>
                </a:lnTo>
                <a:lnTo>
                  <a:pt x="0" y="582315"/>
                </a:lnTo>
                <a:close/>
              </a:path>
            </a:pathLst>
          </a:custGeom>
          <a:solidFill>
            <a:srgbClr val="0070C0"/>
          </a:solidFill>
          <a:ln>
            <a:solidFill>
              <a:srgbClr val="0070C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4472C4"/>
              </a:solidFill>
              <a:effectLst/>
              <a:uLnTx/>
              <a:uFillTx/>
              <a:latin typeface="Calibri" panose="020F0502020204030204"/>
              <a:ea typeface="等线" panose="02010600030101010101" pitchFamily="2" charset="-122"/>
              <a:cs typeface="+mn-cs"/>
            </a:endParaRPr>
          </a:p>
        </p:txBody>
      </p:sp>
      <p:sp>
        <p:nvSpPr>
          <p:cNvPr id="16" name="标题"/>
          <p:cNvSpPr>
            <a:spLocks noGrp="1"/>
          </p:cNvSpPr>
          <p:nvPr>
            <p:ph type="title" hasCustomPrompt="1"/>
          </p:nvPr>
        </p:nvSpPr>
        <p:spPr>
          <a:xfrm>
            <a:off x="1727080" y="229049"/>
            <a:ext cx="9626720" cy="584775"/>
          </a:xfrm>
          <a:prstGeom prst="rect">
            <a:avLst/>
          </a:prstGeom>
        </p:spPr>
        <p:txBody>
          <a:bodyPr>
            <a:normAutofit/>
          </a:bodyPr>
          <a:lstStyle>
            <a:lvl1pPr>
              <a:defRPr lang="zh-CN" altLang="en-US" sz="3200" b="1" kern="1200" dirty="0">
                <a:solidFill>
                  <a:srgbClr val="0070C0"/>
                </a:solidFill>
                <a:latin typeface="微软雅黑" panose="020B0503020204020204" pitchFamily="34" charset="-122"/>
                <a:ea typeface="微软雅黑" panose="020B0503020204020204" pitchFamily="34" charset="-122"/>
                <a:cs typeface="+mn-cs"/>
              </a:defRPr>
            </a:lvl1pPr>
          </a:lstStyle>
          <a:p>
            <a:r>
              <a:rPr lang="zh-CN" altLang="en-US" dirty="0"/>
              <a:t>单击此处编辑标题</a:t>
            </a:r>
            <a:endParaRPr lang="zh-CN" altLang="en-US" dirty="0"/>
          </a:p>
        </p:txBody>
      </p:sp>
      <p:sp>
        <p:nvSpPr>
          <p:cNvPr id="3" name="文本"/>
          <p:cNvSpPr>
            <a:spLocks noGrp="1"/>
          </p:cNvSpPr>
          <p:nvPr>
            <p:ph sz="quarter" idx="15" hasCustomPrompt="1"/>
          </p:nvPr>
        </p:nvSpPr>
        <p:spPr>
          <a:xfrm>
            <a:off x="838200" y="1066801"/>
            <a:ext cx="10515599" cy="706581"/>
          </a:xfrm>
          <a:prstGeom prst="rect">
            <a:avLst/>
          </a:prstGeom>
          <a:noFill/>
          <a:ln>
            <a:noFill/>
          </a:ln>
        </p:spPr>
        <p:txBody>
          <a:bodyPr anchor="ctr"/>
          <a:lstStyle>
            <a:lvl1pPr marL="0" indent="0" algn="l">
              <a:buNone/>
              <a:defRPr sz="2400">
                <a:latin typeface="微软雅黑" panose="020B0503020204020204" pitchFamily="34" charset="-122"/>
                <a:ea typeface="微软雅黑" panose="020B0503020204020204" pitchFamily="34" charset="-122"/>
                <a:cs typeface="Cascadia Code" panose="020B0609020000020004" pitchFamily="49" charset="0"/>
              </a:defRPr>
            </a:lvl1pPr>
            <a:lvl2pPr>
              <a:defRPr>
                <a:latin typeface="Cascadia Code" panose="020B0609020000020004" pitchFamily="49" charset="0"/>
                <a:ea typeface="微软雅黑" panose="020B0503020204020204" pitchFamily="34" charset="-122"/>
                <a:cs typeface="Cascadia Code" panose="020B0609020000020004" pitchFamily="49" charset="0"/>
              </a:defRPr>
            </a:lvl2pPr>
            <a:lvl3pPr>
              <a:defRPr>
                <a:latin typeface="Cascadia Code" panose="020B0609020000020004" pitchFamily="49" charset="0"/>
                <a:ea typeface="微软雅黑" panose="020B0503020204020204" pitchFamily="34" charset="-122"/>
                <a:cs typeface="Cascadia Code" panose="020B0609020000020004" pitchFamily="49" charset="0"/>
              </a:defRPr>
            </a:lvl3pPr>
            <a:lvl4pPr>
              <a:defRPr>
                <a:latin typeface="Cascadia Code" panose="020B0609020000020004" pitchFamily="49" charset="0"/>
                <a:ea typeface="微软雅黑" panose="020B0503020204020204" pitchFamily="34" charset="-122"/>
                <a:cs typeface="Cascadia Code" panose="020B0609020000020004" pitchFamily="49" charset="0"/>
              </a:defRPr>
            </a:lvl4pPr>
            <a:lvl5pPr>
              <a:defRPr>
                <a:latin typeface="Cascadia Code" panose="020B0609020000020004" pitchFamily="49" charset="0"/>
                <a:ea typeface="微软雅黑" panose="020B0503020204020204" pitchFamily="34" charset="-122"/>
                <a:cs typeface="Cascadia Code" panose="020B0609020000020004" pitchFamily="49" charset="0"/>
              </a:defRPr>
            </a:lvl5pPr>
          </a:lstStyle>
          <a:p>
            <a:pPr lvl="0"/>
            <a:r>
              <a:rPr lang="zh-CN" altLang="en-US" dirty="0"/>
              <a:t>单击此处编辑文本</a:t>
            </a:r>
            <a:endParaRPr lang="zh-CN" altLang="en-US" dirty="0"/>
          </a:p>
        </p:txBody>
      </p:sp>
      <p:sp>
        <p:nvSpPr>
          <p:cNvPr id="4" name="图片"/>
          <p:cNvSpPr>
            <a:spLocks noGrp="1"/>
          </p:cNvSpPr>
          <p:nvPr>
            <p:ph type="pic" sz="quarter" idx="16"/>
          </p:nvPr>
        </p:nvSpPr>
        <p:spPr>
          <a:xfrm>
            <a:off x="3338645" y="1996781"/>
            <a:ext cx="5504873" cy="2048746"/>
          </a:xfrm>
          <a:noFill/>
        </p:spPr>
        <p:txBody>
          <a:bodyPr anchor="ctr" anchorCtr="1"/>
          <a:lstStyle/>
          <a:p>
            <a:endParaRPr lang="zh-CN" altLang="en-US" dirty="0"/>
          </a:p>
        </p:txBody>
      </p:sp>
      <p:sp>
        <p:nvSpPr>
          <p:cNvPr id="9" name="代码"/>
          <p:cNvSpPr>
            <a:spLocks noGrp="1"/>
          </p:cNvSpPr>
          <p:nvPr>
            <p:ph sz="quarter" idx="13" hasCustomPrompt="1"/>
          </p:nvPr>
        </p:nvSpPr>
        <p:spPr>
          <a:xfrm>
            <a:off x="838200" y="4294910"/>
            <a:ext cx="10515599" cy="2304012"/>
          </a:xfrm>
          <a:prstGeom prst="roundRect">
            <a:avLst>
              <a:gd name="adj" fmla="val 17304"/>
            </a:avLst>
          </a:prstGeom>
          <a:solidFill>
            <a:schemeClr val="bg1">
              <a:lumMod val="95000"/>
            </a:schemeClr>
          </a:solidFill>
          <a:ln>
            <a:noFill/>
          </a:ln>
        </p:spPr>
        <p:txBody>
          <a:bodyPr anchor="ctr">
            <a:normAutofit/>
          </a:bodyPr>
          <a:lstStyle>
            <a:lvl1pPr marL="0" indent="0" algn="l">
              <a:buNone/>
              <a:defRPr sz="2000">
                <a:latin typeface="+mj-lt"/>
                <a:ea typeface="微软雅黑" panose="020B0503020204020204" pitchFamily="34" charset="-122"/>
                <a:cs typeface="Cascadia Code" panose="020B0609020000020004" pitchFamily="49" charset="0"/>
              </a:defRPr>
            </a:lvl1pPr>
            <a:lvl2pPr>
              <a:defRPr>
                <a:latin typeface="Cascadia Code" panose="020B0609020000020004" pitchFamily="49" charset="0"/>
                <a:ea typeface="微软雅黑" panose="020B0503020204020204" pitchFamily="34" charset="-122"/>
                <a:cs typeface="Cascadia Code" panose="020B0609020000020004" pitchFamily="49" charset="0"/>
              </a:defRPr>
            </a:lvl2pPr>
            <a:lvl3pPr>
              <a:defRPr>
                <a:latin typeface="Cascadia Code" panose="020B0609020000020004" pitchFamily="49" charset="0"/>
                <a:ea typeface="微软雅黑" panose="020B0503020204020204" pitchFamily="34" charset="-122"/>
                <a:cs typeface="Cascadia Code" panose="020B0609020000020004" pitchFamily="49" charset="0"/>
              </a:defRPr>
            </a:lvl3pPr>
            <a:lvl4pPr>
              <a:defRPr>
                <a:latin typeface="Cascadia Code" panose="020B0609020000020004" pitchFamily="49" charset="0"/>
                <a:ea typeface="微软雅黑" panose="020B0503020204020204" pitchFamily="34" charset="-122"/>
                <a:cs typeface="Cascadia Code" panose="020B0609020000020004" pitchFamily="49" charset="0"/>
              </a:defRPr>
            </a:lvl4pPr>
            <a:lvl5pPr>
              <a:defRPr>
                <a:latin typeface="Cascadia Code" panose="020B0609020000020004" pitchFamily="49" charset="0"/>
                <a:ea typeface="微软雅黑" panose="020B0503020204020204" pitchFamily="34" charset="-122"/>
                <a:cs typeface="Cascadia Code" panose="020B0609020000020004" pitchFamily="49" charset="0"/>
              </a:defRPr>
            </a:lvl5pPr>
          </a:lstStyle>
          <a:p>
            <a:pPr lvl="0"/>
            <a:r>
              <a:rPr lang="en-US" altLang="zh-CN" dirty="0"/>
              <a:t>Code</a:t>
            </a:r>
            <a:endParaRPr lang="zh-CN" altLang="en-US" dirty="0"/>
          </a:p>
        </p:txBody>
      </p:sp>
      <p:sp>
        <p:nvSpPr>
          <p:cNvPr id="6" name="序号"/>
          <p:cNvSpPr>
            <a:spLocks noGrp="1"/>
          </p:cNvSpPr>
          <p:nvPr>
            <p:ph sz="quarter" idx="17" hasCustomPrompt="1"/>
          </p:nvPr>
        </p:nvSpPr>
        <p:spPr>
          <a:xfrm>
            <a:off x="64656" y="269258"/>
            <a:ext cx="1314533" cy="535531"/>
          </a:xfrm>
          <a:prstGeom prst="rect">
            <a:avLst/>
          </a:prstGeom>
        </p:spPr>
        <p:txBody>
          <a:bodyPr>
            <a:spAutoFit/>
          </a:bodyPr>
          <a:lstStyle>
            <a:lvl1pPr marL="0" indent="0" algn="ctr">
              <a:buNone/>
              <a:defRPr kumimoji="0" lang="zh-CN" altLang="en-US" sz="3200" b="1" i="0" u="none" strike="noStrike" kern="1200" cap="none" spc="0" normalizeH="0" baseline="0" dirty="0" smtClean="0">
                <a:ln>
                  <a:noFill/>
                </a:ln>
                <a:solidFill>
                  <a:schemeClr val="bg1"/>
                </a:solidFill>
                <a:effectLst/>
                <a:uLnTx/>
                <a:uFillTx/>
                <a:latin typeface="微软雅黑" panose="020B0503020204020204" pitchFamily="34" charset="-122"/>
                <a:ea typeface="微软雅黑" panose="020B0503020204020204" pitchFamily="34" charset="-122"/>
                <a:cs typeface="Times New Roman" panose="02020603050405020304" pitchFamily="18" charset="0"/>
              </a:defRPr>
            </a:lvl1pPr>
          </a:lstStyle>
          <a:p>
            <a:pPr lvl="0"/>
            <a:r>
              <a:rPr lang="zh-CN" altLang="en-US" dirty="0"/>
              <a:t>序号</a:t>
            </a:r>
            <a:endParaRPr lang="zh-CN" alt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代码">
    <p:spTree>
      <p:nvGrpSpPr>
        <p:cNvPr id="1" name=""/>
        <p:cNvGrpSpPr/>
        <p:nvPr/>
      </p:nvGrpSpPr>
      <p:grpSpPr>
        <a:xfrm>
          <a:off x="0" y="0"/>
          <a:ext cx="0" cy="0"/>
          <a:chOff x="0" y="0"/>
          <a:chExt cx="0" cy="0"/>
        </a:xfrm>
      </p:grpSpPr>
      <p:sp>
        <p:nvSpPr>
          <p:cNvPr id="2" name="梯形 1"/>
          <p:cNvSpPr/>
          <p:nvPr userDrawn="1"/>
        </p:nvSpPr>
        <p:spPr>
          <a:xfrm flipV="1">
            <a:off x="0" y="194324"/>
            <a:ext cx="1727080" cy="584774"/>
          </a:xfrm>
          <a:custGeom>
            <a:avLst/>
            <a:gdLst>
              <a:gd name="connsiteX0" fmla="*/ 0 w 4513006"/>
              <a:gd name="connsiteY0" fmla="*/ 589935 h 589935"/>
              <a:gd name="connsiteX1" fmla="*/ 816075 w 4513006"/>
              <a:gd name="connsiteY1" fmla="*/ 0 h 589935"/>
              <a:gd name="connsiteX2" fmla="*/ 3696931 w 4513006"/>
              <a:gd name="connsiteY2" fmla="*/ 0 h 589935"/>
              <a:gd name="connsiteX3" fmla="*/ 4513006 w 4513006"/>
              <a:gd name="connsiteY3" fmla="*/ 589935 h 589935"/>
              <a:gd name="connsiteX4" fmla="*/ 0 w 4513006"/>
              <a:gd name="connsiteY4" fmla="*/ 589935 h 589935"/>
              <a:gd name="connsiteX0-1" fmla="*/ 0 w 3699571"/>
              <a:gd name="connsiteY0-2" fmla="*/ 582315 h 589935"/>
              <a:gd name="connsiteX1-3" fmla="*/ 2640 w 3699571"/>
              <a:gd name="connsiteY1-4" fmla="*/ 0 h 589935"/>
              <a:gd name="connsiteX2-5" fmla="*/ 2883496 w 3699571"/>
              <a:gd name="connsiteY2-6" fmla="*/ 0 h 589935"/>
              <a:gd name="connsiteX3-7" fmla="*/ 3699571 w 3699571"/>
              <a:gd name="connsiteY3-8" fmla="*/ 589935 h 589935"/>
              <a:gd name="connsiteX4-9" fmla="*/ 0 w 3699571"/>
              <a:gd name="connsiteY4-10" fmla="*/ 582315 h 58993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699571" h="589935">
                <a:moveTo>
                  <a:pt x="0" y="582315"/>
                </a:moveTo>
                <a:lnTo>
                  <a:pt x="2640" y="0"/>
                </a:lnTo>
                <a:lnTo>
                  <a:pt x="2883496" y="0"/>
                </a:lnTo>
                <a:lnTo>
                  <a:pt x="3699571" y="589935"/>
                </a:lnTo>
                <a:lnTo>
                  <a:pt x="0" y="582315"/>
                </a:lnTo>
                <a:close/>
              </a:path>
            </a:pathLst>
          </a:custGeom>
          <a:solidFill>
            <a:srgbClr val="0070C0"/>
          </a:solidFill>
          <a:ln>
            <a:solidFill>
              <a:srgbClr val="0070C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4472C4"/>
              </a:solidFill>
              <a:effectLst/>
              <a:uLnTx/>
              <a:uFillTx/>
              <a:latin typeface="Calibri" panose="020F0502020204030204"/>
              <a:ea typeface="等线" panose="02010600030101010101" pitchFamily="2" charset="-122"/>
              <a:cs typeface="+mn-cs"/>
            </a:endParaRPr>
          </a:p>
        </p:txBody>
      </p:sp>
      <p:sp>
        <p:nvSpPr>
          <p:cNvPr id="16" name="标题"/>
          <p:cNvSpPr>
            <a:spLocks noGrp="1"/>
          </p:cNvSpPr>
          <p:nvPr>
            <p:ph type="title" hasCustomPrompt="1"/>
          </p:nvPr>
        </p:nvSpPr>
        <p:spPr>
          <a:xfrm>
            <a:off x="1727080" y="229049"/>
            <a:ext cx="9626720" cy="584775"/>
          </a:xfrm>
          <a:prstGeom prst="rect">
            <a:avLst/>
          </a:prstGeom>
        </p:spPr>
        <p:txBody>
          <a:bodyPr>
            <a:normAutofit/>
          </a:bodyPr>
          <a:lstStyle>
            <a:lvl1pPr>
              <a:defRPr lang="zh-CN" altLang="en-US" sz="3200" b="1" kern="1200" dirty="0">
                <a:solidFill>
                  <a:srgbClr val="0070C0"/>
                </a:solidFill>
                <a:latin typeface="微软雅黑" panose="020B0503020204020204" pitchFamily="34" charset="-122"/>
                <a:ea typeface="微软雅黑" panose="020B0503020204020204" pitchFamily="34" charset="-122"/>
                <a:cs typeface="+mn-cs"/>
              </a:defRPr>
            </a:lvl1pPr>
          </a:lstStyle>
          <a:p>
            <a:r>
              <a:rPr lang="zh-CN" altLang="en-US" dirty="0"/>
              <a:t>单击此处编辑标题</a:t>
            </a:r>
            <a:endParaRPr lang="zh-CN" altLang="en-US" dirty="0"/>
          </a:p>
        </p:txBody>
      </p:sp>
      <p:sp>
        <p:nvSpPr>
          <p:cNvPr id="9" name="代码"/>
          <p:cNvSpPr>
            <a:spLocks noGrp="1"/>
          </p:cNvSpPr>
          <p:nvPr>
            <p:ph sz="quarter" idx="13" hasCustomPrompt="1"/>
          </p:nvPr>
        </p:nvSpPr>
        <p:spPr>
          <a:xfrm>
            <a:off x="206476" y="925974"/>
            <a:ext cx="11769213" cy="5672948"/>
          </a:xfrm>
          <a:prstGeom prst="roundRect">
            <a:avLst>
              <a:gd name="adj" fmla="val 17304"/>
            </a:avLst>
          </a:prstGeom>
          <a:solidFill>
            <a:schemeClr val="bg1">
              <a:lumMod val="95000"/>
            </a:schemeClr>
          </a:solidFill>
          <a:ln>
            <a:noFill/>
          </a:ln>
        </p:spPr>
        <p:txBody>
          <a:bodyPr anchor="ctr">
            <a:normAutofit/>
          </a:bodyPr>
          <a:lstStyle>
            <a:lvl1pPr marL="0" indent="0">
              <a:buNone/>
              <a:defRPr sz="2000" baseline="0">
                <a:latin typeface="(使用中文字体)"/>
                <a:ea typeface="微软雅黑" panose="020B0503020204020204" pitchFamily="34" charset="-122"/>
                <a:cs typeface="Cascadia Code" panose="020B0609020000020004" pitchFamily="49" charset="0"/>
              </a:defRPr>
            </a:lvl1pPr>
            <a:lvl2pPr>
              <a:defRPr>
                <a:latin typeface="Cascadia Code" panose="020B0609020000020004" pitchFamily="49" charset="0"/>
                <a:ea typeface="微软雅黑" panose="020B0503020204020204" pitchFamily="34" charset="-122"/>
                <a:cs typeface="Cascadia Code" panose="020B0609020000020004" pitchFamily="49" charset="0"/>
              </a:defRPr>
            </a:lvl2pPr>
            <a:lvl3pPr>
              <a:defRPr>
                <a:latin typeface="Cascadia Code" panose="020B0609020000020004" pitchFamily="49" charset="0"/>
                <a:ea typeface="微软雅黑" panose="020B0503020204020204" pitchFamily="34" charset="-122"/>
                <a:cs typeface="Cascadia Code" panose="020B0609020000020004" pitchFamily="49" charset="0"/>
              </a:defRPr>
            </a:lvl3pPr>
            <a:lvl4pPr>
              <a:defRPr>
                <a:latin typeface="Cascadia Code" panose="020B0609020000020004" pitchFamily="49" charset="0"/>
                <a:ea typeface="微软雅黑" panose="020B0503020204020204" pitchFamily="34" charset="-122"/>
                <a:cs typeface="Cascadia Code" panose="020B0609020000020004" pitchFamily="49" charset="0"/>
              </a:defRPr>
            </a:lvl4pPr>
            <a:lvl5pPr>
              <a:defRPr>
                <a:latin typeface="Cascadia Code" panose="020B0609020000020004" pitchFamily="49" charset="0"/>
                <a:ea typeface="微软雅黑" panose="020B0503020204020204" pitchFamily="34" charset="-122"/>
                <a:cs typeface="Cascadia Code" panose="020B0609020000020004" pitchFamily="49" charset="0"/>
              </a:defRPr>
            </a:lvl5pPr>
          </a:lstStyle>
          <a:p>
            <a:pPr lvl="0"/>
            <a:r>
              <a:rPr lang="en-US" altLang="zh-CN" dirty="0"/>
              <a:t>Code</a:t>
            </a:r>
            <a:endParaRPr lang="zh-CN" altLang="en-US" dirty="0"/>
          </a:p>
        </p:txBody>
      </p:sp>
      <p:sp>
        <p:nvSpPr>
          <p:cNvPr id="4" name="序号"/>
          <p:cNvSpPr>
            <a:spLocks noGrp="1"/>
          </p:cNvSpPr>
          <p:nvPr>
            <p:ph sz="quarter" idx="14" hasCustomPrompt="1"/>
          </p:nvPr>
        </p:nvSpPr>
        <p:spPr>
          <a:xfrm>
            <a:off x="64656" y="269258"/>
            <a:ext cx="1314533" cy="535531"/>
          </a:xfrm>
          <a:prstGeom prst="rect">
            <a:avLst/>
          </a:prstGeom>
        </p:spPr>
        <p:txBody>
          <a:bodyPr>
            <a:spAutoFit/>
          </a:bodyPr>
          <a:lstStyle>
            <a:lvl1pPr marL="0" indent="0" algn="ctr">
              <a:buNone/>
              <a:defRPr kumimoji="0" lang="zh-CN" altLang="en-US" sz="3200" b="1" i="0" u="none" strike="noStrike" kern="1200" cap="none" spc="0" normalizeH="0" baseline="0" dirty="0" smtClean="0">
                <a:ln>
                  <a:noFill/>
                </a:ln>
                <a:solidFill>
                  <a:schemeClr val="bg1"/>
                </a:solidFill>
                <a:effectLst/>
                <a:uLnTx/>
                <a:uFillTx/>
                <a:latin typeface="微软雅黑" panose="020B0503020204020204" pitchFamily="34" charset="-122"/>
                <a:ea typeface="微软雅黑" panose="020B0503020204020204" pitchFamily="34" charset="-122"/>
                <a:cs typeface="Times New Roman" panose="02020603050405020304" pitchFamily="18" charset="0"/>
              </a:defRPr>
            </a:lvl1pPr>
          </a:lstStyle>
          <a:p>
            <a:pPr lvl="0"/>
            <a:r>
              <a:rPr lang="zh-CN" altLang="en-US" dirty="0"/>
              <a:t>序号</a:t>
            </a:r>
            <a:endParaRPr lang="zh-CN" alt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实例">
    <p:bg>
      <p:bgPr>
        <a:solidFill>
          <a:srgbClr val="0070C0"/>
        </a:solidFill>
        <a:effectLst/>
      </p:bgPr>
    </p:bg>
    <p:spTree>
      <p:nvGrpSpPr>
        <p:cNvPr id="1" name=""/>
        <p:cNvGrpSpPr/>
        <p:nvPr/>
      </p:nvGrpSpPr>
      <p:grpSpPr>
        <a:xfrm>
          <a:off x="0" y="0"/>
          <a:ext cx="0" cy="0"/>
          <a:chOff x="0" y="0"/>
          <a:chExt cx="0" cy="0"/>
        </a:xfrm>
      </p:grpSpPr>
      <p:sp>
        <p:nvSpPr>
          <p:cNvPr id="5" name="梯形 1"/>
          <p:cNvSpPr/>
          <p:nvPr userDrawn="1"/>
        </p:nvSpPr>
        <p:spPr>
          <a:xfrm flipV="1">
            <a:off x="0" y="194324"/>
            <a:ext cx="1727080" cy="584774"/>
          </a:xfrm>
          <a:custGeom>
            <a:avLst/>
            <a:gdLst>
              <a:gd name="connsiteX0" fmla="*/ 0 w 4513006"/>
              <a:gd name="connsiteY0" fmla="*/ 589935 h 589935"/>
              <a:gd name="connsiteX1" fmla="*/ 816075 w 4513006"/>
              <a:gd name="connsiteY1" fmla="*/ 0 h 589935"/>
              <a:gd name="connsiteX2" fmla="*/ 3696931 w 4513006"/>
              <a:gd name="connsiteY2" fmla="*/ 0 h 589935"/>
              <a:gd name="connsiteX3" fmla="*/ 4513006 w 4513006"/>
              <a:gd name="connsiteY3" fmla="*/ 589935 h 589935"/>
              <a:gd name="connsiteX4" fmla="*/ 0 w 4513006"/>
              <a:gd name="connsiteY4" fmla="*/ 589935 h 589935"/>
              <a:gd name="connsiteX0-1" fmla="*/ 0 w 3699571"/>
              <a:gd name="connsiteY0-2" fmla="*/ 582315 h 589935"/>
              <a:gd name="connsiteX1-3" fmla="*/ 2640 w 3699571"/>
              <a:gd name="connsiteY1-4" fmla="*/ 0 h 589935"/>
              <a:gd name="connsiteX2-5" fmla="*/ 2883496 w 3699571"/>
              <a:gd name="connsiteY2-6" fmla="*/ 0 h 589935"/>
              <a:gd name="connsiteX3-7" fmla="*/ 3699571 w 3699571"/>
              <a:gd name="connsiteY3-8" fmla="*/ 589935 h 589935"/>
              <a:gd name="connsiteX4-9" fmla="*/ 0 w 3699571"/>
              <a:gd name="connsiteY4-10" fmla="*/ 582315 h 58993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699571" h="589935">
                <a:moveTo>
                  <a:pt x="0" y="582315"/>
                </a:moveTo>
                <a:lnTo>
                  <a:pt x="2640" y="0"/>
                </a:lnTo>
                <a:lnTo>
                  <a:pt x="2883496" y="0"/>
                </a:lnTo>
                <a:lnTo>
                  <a:pt x="3699571" y="589935"/>
                </a:lnTo>
                <a:lnTo>
                  <a:pt x="0" y="582315"/>
                </a:lnTo>
                <a:close/>
              </a:path>
            </a:pathLst>
          </a:custGeom>
          <a:solidFill>
            <a:schemeClr val="bg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4472C4"/>
              </a:solidFill>
              <a:effectLst/>
              <a:uLnTx/>
              <a:uFillTx/>
              <a:latin typeface="Calibri" panose="020F0502020204030204"/>
              <a:ea typeface="等线" panose="02010600030101010101" pitchFamily="2" charset="-122"/>
              <a:cs typeface="+mn-cs"/>
            </a:endParaRPr>
          </a:p>
        </p:txBody>
      </p:sp>
      <p:sp>
        <p:nvSpPr>
          <p:cNvPr id="9" name="流程图: 数据 8"/>
          <p:cNvSpPr/>
          <p:nvPr/>
        </p:nvSpPr>
        <p:spPr>
          <a:xfrm rot="660872" flipH="1">
            <a:off x="10745751" y="5284169"/>
            <a:ext cx="1383792" cy="1364446"/>
          </a:xfrm>
          <a:prstGeom prst="flowChartInputOutpu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2" name="标题"/>
          <p:cNvSpPr>
            <a:spLocks noGrp="1"/>
          </p:cNvSpPr>
          <p:nvPr>
            <p:ph type="title" hasCustomPrompt="1"/>
          </p:nvPr>
        </p:nvSpPr>
        <p:spPr>
          <a:xfrm>
            <a:off x="1727521" y="229049"/>
            <a:ext cx="10515600" cy="584775"/>
          </a:xfrm>
          <a:prstGeom prst="rect">
            <a:avLst/>
          </a:prstGeom>
        </p:spPr>
        <p:txBody>
          <a:bodyPr>
            <a:normAutofit/>
          </a:bodyPr>
          <a:lstStyle>
            <a:lvl1pPr marL="0" algn="l" defTabSz="914400" rtl="0" eaLnBrk="1" latinLnBrk="0" hangingPunct="1">
              <a:lnSpc>
                <a:spcPct val="90000"/>
              </a:lnSpc>
              <a:spcBef>
                <a:spcPct val="0"/>
              </a:spcBef>
              <a:buNone/>
              <a:defRPr lang="zh-CN" altLang="en-US" sz="3200" b="1" kern="1200" dirty="0">
                <a:solidFill>
                  <a:schemeClr val="bg1"/>
                </a:solidFill>
                <a:latin typeface="微软雅黑" panose="020B0503020204020204" pitchFamily="34" charset="-122"/>
                <a:ea typeface="微软雅黑" panose="020B0503020204020204" pitchFamily="34" charset="-122"/>
                <a:cs typeface="+mn-cs"/>
              </a:defRPr>
            </a:lvl1pPr>
          </a:lstStyle>
          <a:p>
            <a:r>
              <a:rPr lang="zh-CN" altLang="en-US" dirty="0"/>
              <a:t>单击此处编辑标题</a:t>
            </a:r>
            <a:endParaRPr lang="zh-CN" altLang="en-US" dirty="0"/>
          </a:p>
        </p:txBody>
      </p:sp>
      <p:sp>
        <p:nvSpPr>
          <p:cNvPr id="4" name="文本"/>
          <p:cNvSpPr>
            <a:spLocks noGrp="1"/>
          </p:cNvSpPr>
          <p:nvPr>
            <p:ph sz="quarter" idx="15" hasCustomPrompt="1"/>
          </p:nvPr>
        </p:nvSpPr>
        <p:spPr>
          <a:xfrm>
            <a:off x="206475" y="925973"/>
            <a:ext cx="11769213" cy="5672948"/>
          </a:xfrm>
          <a:prstGeom prst="roundRect">
            <a:avLst>
              <a:gd name="adj" fmla="val 17304"/>
            </a:avLst>
          </a:prstGeom>
          <a:solidFill>
            <a:schemeClr val="bg1"/>
          </a:solidFill>
          <a:ln>
            <a:noFill/>
          </a:ln>
        </p:spPr>
        <p:txBody>
          <a:bodyPr>
            <a:normAutofit/>
          </a:bodyPr>
          <a:lstStyle>
            <a:lvl1pPr marL="0" indent="0">
              <a:buNone/>
              <a:defRPr sz="2400">
                <a:latin typeface="微软雅黑" panose="020B0503020204020204" pitchFamily="34" charset="-122"/>
                <a:ea typeface="微软雅黑" panose="020B0503020204020204" pitchFamily="34" charset="-122"/>
                <a:cs typeface="Cascadia Code" panose="020B0609020000020004" pitchFamily="49" charset="0"/>
              </a:defRPr>
            </a:lvl1pPr>
            <a:lvl2pPr>
              <a:defRPr>
                <a:latin typeface="Cascadia Code" panose="020B0609020000020004" pitchFamily="49" charset="0"/>
                <a:ea typeface="微软雅黑" panose="020B0503020204020204" pitchFamily="34" charset="-122"/>
                <a:cs typeface="Cascadia Code" panose="020B0609020000020004" pitchFamily="49" charset="0"/>
              </a:defRPr>
            </a:lvl2pPr>
            <a:lvl3pPr>
              <a:defRPr>
                <a:latin typeface="Cascadia Code" panose="020B0609020000020004" pitchFamily="49" charset="0"/>
                <a:ea typeface="微软雅黑" panose="020B0503020204020204" pitchFamily="34" charset="-122"/>
                <a:cs typeface="Cascadia Code" panose="020B0609020000020004" pitchFamily="49" charset="0"/>
              </a:defRPr>
            </a:lvl3pPr>
            <a:lvl4pPr>
              <a:defRPr>
                <a:latin typeface="Cascadia Code" panose="020B0609020000020004" pitchFamily="49" charset="0"/>
                <a:ea typeface="微软雅黑" panose="020B0503020204020204" pitchFamily="34" charset="-122"/>
                <a:cs typeface="Cascadia Code" panose="020B0609020000020004" pitchFamily="49" charset="0"/>
              </a:defRPr>
            </a:lvl4pPr>
            <a:lvl5pPr>
              <a:defRPr>
                <a:latin typeface="Cascadia Code" panose="020B0609020000020004" pitchFamily="49" charset="0"/>
                <a:ea typeface="微软雅黑" panose="020B0503020204020204" pitchFamily="34" charset="-122"/>
                <a:cs typeface="Cascadia Code" panose="020B0609020000020004" pitchFamily="49" charset="0"/>
              </a:defRPr>
            </a:lvl5pPr>
          </a:lstStyle>
          <a:p>
            <a:pPr lvl="0"/>
            <a:r>
              <a:rPr lang="zh-CN" altLang="en-US" dirty="0"/>
              <a:t>单击此处编辑文本</a:t>
            </a:r>
            <a:endParaRPr lang="zh-CN" altLang="en-US" dirty="0"/>
          </a:p>
        </p:txBody>
      </p:sp>
      <p:sp>
        <p:nvSpPr>
          <p:cNvPr id="3" name="标题"/>
          <p:cNvSpPr txBox="1"/>
          <p:nvPr userDrawn="1"/>
        </p:nvSpPr>
        <p:spPr>
          <a:xfrm>
            <a:off x="81091" y="265443"/>
            <a:ext cx="1314533" cy="5847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3200" b="1" kern="1200" dirty="0">
                <a:solidFill>
                  <a:srgbClr val="0070C0"/>
                </a:solidFill>
                <a:latin typeface="微软雅黑" panose="020B0503020204020204" pitchFamily="34" charset="-122"/>
                <a:ea typeface="微软雅黑" panose="020B0503020204020204" pitchFamily="34" charset="-122"/>
                <a:cs typeface="+mn-cs"/>
              </a:rPr>
              <a:t>实例</a:t>
            </a:r>
            <a:endParaRPr lang="zh-CN" altLang="en-US" sz="3200" b="1" kern="1200" dirty="0">
              <a:solidFill>
                <a:srgbClr val="0070C0"/>
              </a:solidFill>
              <a:latin typeface="微软雅黑" panose="020B0503020204020204" pitchFamily="34" charset="-122"/>
              <a:ea typeface="微软雅黑" panose="020B0503020204020204" pitchFamily="34" charset="-122"/>
              <a:cs typeface="+mn-c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封底">
    <p:spTree>
      <p:nvGrpSpPr>
        <p:cNvPr id="1" name=""/>
        <p:cNvGrpSpPr/>
        <p:nvPr/>
      </p:nvGrpSpPr>
      <p:grpSpPr>
        <a:xfrm>
          <a:off x="0" y="0"/>
          <a:ext cx="0" cy="0"/>
          <a:chOff x="0" y="0"/>
          <a:chExt cx="0" cy="0"/>
        </a:xfrm>
      </p:grpSpPr>
      <p:sp>
        <p:nvSpPr>
          <p:cNvPr id="10" name="矩形 9"/>
          <p:cNvSpPr/>
          <p:nvPr userDrawn="1"/>
        </p:nvSpPr>
        <p:spPr>
          <a:xfrm>
            <a:off x="1109510" y="820450"/>
            <a:ext cx="10677237" cy="5524499"/>
          </a:xfrm>
          <a:prstGeom prst="rect">
            <a:avLst/>
          </a:prstGeom>
          <a:noFill/>
          <a:ln w="1270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矩形 8"/>
          <p:cNvSpPr/>
          <p:nvPr userDrawn="1"/>
        </p:nvSpPr>
        <p:spPr>
          <a:xfrm>
            <a:off x="591127" y="423719"/>
            <a:ext cx="10677237" cy="5524499"/>
          </a:xfrm>
          <a:prstGeom prst="rect">
            <a:avLst/>
          </a:prstGeom>
          <a:solidFill>
            <a:schemeClr val="bg1"/>
          </a:solidFill>
          <a:ln w="1270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矩形: 圆角 10"/>
          <p:cNvSpPr/>
          <p:nvPr userDrawn="1"/>
        </p:nvSpPr>
        <p:spPr>
          <a:xfrm>
            <a:off x="890388" y="698157"/>
            <a:ext cx="3838630" cy="641927"/>
          </a:xfrm>
          <a:prstGeom prst="roundRect">
            <a:avLst>
              <a:gd name="adj" fmla="val 50000"/>
            </a:avLst>
          </a:prstGeom>
          <a:solidFill>
            <a:srgbClr val="0070C0"/>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b="1" dirty="0">
                <a:latin typeface="微软雅黑" panose="020B0503020204020204" pitchFamily="34" charset="-122"/>
                <a:ea typeface="微软雅黑" panose="020B0503020204020204" pitchFamily="34" charset="-122"/>
              </a:rPr>
              <a:t>Python </a:t>
            </a:r>
            <a:r>
              <a:rPr lang="zh-CN" altLang="en-US" sz="2400" b="1" dirty="0">
                <a:latin typeface="微软雅黑" panose="020B0503020204020204" pitchFamily="34" charset="-122"/>
                <a:ea typeface="微软雅黑" panose="020B0503020204020204" pitchFamily="34" charset="-122"/>
              </a:rPr>
              <a:t>程序设计基础</a:t>
            </a:r>
            <a:endParaRPr lang="zh-CN" altLang="en-US" sz="2400" b="1" dirty="0">
              <a:latin typeface="微软雅黑" panose="020B0503020204020204" pitchFamily="34" charset="-122"/>
              <a:ea typeface="微软雅黑" panose="020B0503020204020204" pitchFamily="34" charset="-122"/>
            </a:endParaRPr>
          </a:p>
        </p:txBody>
      </p:sp>
      <p:sp>
        <p:nvSpPr>
          <p:cNvPr id="3" name="文本框 2"/>
          <p:cNvSpPr txBox="1"/>
          <p:nvPr userDrawn="1"/>
        </p:nvSpPr>
        <p:spPr>
          <a:xfrm>
            <a:off x="3419850" y="2659399"/>
            <a:ext cx="5019787" cy="101566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w="0"/>
                <a:solidFill>
                  <a:srgbClr val="0070C0"/>
                </a:solidFill>
                <a:effectLst>
                  <a:outerShdw blurRad="38100" dist="25400" dir="5400000" algn="ctr" rotWithShape="0">
                    <a:srgbClr val="6E747A">
                      <a:alpha val="43000"/>
                    </a:srgbClr>
                  </a:outerShdw>
                </a:effectLst>
                <a:uLnTx/>
                <a:uFillTx/>
                <a:latin typeface="微软雅黑" panose="020B0503020204020204" pitchFamily="34" charset="-122"/>
                <a:ea typeface="微软雅黑" panose="020B0503020204020204" pitchFamily="34" charset="-122"/>
                <a:cs typeface="+mn-cs"/>
              </a:rPr>
              <a:t>感 谢 观 看</a:t>
            </a:r>
            <a:endParaRPr kumimoji="0" lang="en-US" altLang="zh-CN" sz="6000" b="1" i="0" u="none" strike="noStrike" kern="1200" cap="none" spc="0" normalizeH="0" baseline="0" noProof="0" dirty="0">
              <a:ln w="0"/>
              <a:solidFill>
                <a:srgbClr val="0070C0"/>
              </a:solidFill>
              <a:effectLst>
                <a:outerShdw blurRad="38100" dist="25400" dir="5400000" algn="ctr" rotWithShape="0">
                  <a:srgbClr val="6E747A">
                    <a:alpha val="43000"/>
                  </a:srgbClr>
                </a:outerShdw>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2.xml"/><Relationship Id="rId8" Type="http://schemas.openxmlformats.org/officeDocument/2006/relationships/slideLayout" Target="../slideLayouts/slideLayout21.xml"/><Relationship Id="rId7" Type="http://schemas.openxmlformats.org/officeDocument/2006/relationships/slideLayout" Target="../slideLayouts/slideLayout20.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6" Type="http://schemas.openxmlformats.org/officeDocument/2006/relationships/theme" Target="../theme/theme2.xml"/><Relationship Id="rId15" Type="http://schemas.openxmlformats.org/officeDocument/2006/relationships/slideLayout" Target="../slideLayouts/slideLayout28.xml"/><Relationship Id="rId14" Type="http://schemas.openxmlformats.org/officeDocument/2006/relationships/slideLayout" Target="../slideLayouts/slideLayout27.xml"/><Relationship Id="rId13" Type="http://schemas.openxmlformats.org/officeDocument/2006/relationships/slideLayout" Target="../slideLayouts/slideLayout26.xml"/><Relationship Id="rId12" Type="http://schemas.openxmlformats.org/officeDocument/2006/relationships/slideLayout" Target="../slideLayouts/slideLayout25.xml"/><Relationship Id="rId11" Type="http://schemas.openxmlformats.org/officeDocument/2006/relationships/slideLayout" Target="../slideLayouts/slideLayout24.xml"/><Relationship Id="rId10" Type="http://schemas.openxmlformats.org/officeDocument/2006/relationships/slideLayout" Target="../slideLayouts/slideLayout23.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95A948-1347-4CB3-B2DF-5A3356901EFC}" type="datetimeFigureOut">
              <a:rPr lang="zh-CN" altLang="en-US" smtClean="0"/>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147596-A99E-4D0D-B6B4-70AD26E493EA}"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95A948-1347-4CB3-B2DF-5A3356901EFC}" type="datetimeFigureOut">
              <a:rPr lang="zh-CN" altLang="en-US" smtClean="0"/>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147596-A99E-4D0D-B6B4-70AD26E493EA}"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1.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zh-CN" altLang="en-US" dirty="0"/>
              <a:t>第 </a:t>
            </a:r>
            <a:r>
              <a:rPr lang="en-US" altLang="zh-CN" dirty="0"/>
              <a:t>7 </a:t>
            </a:r>
            <a:r>
              <a:rPr lang="zh-CN" altLang="en-US" dirty="0"/>
              <a:t>章  数据处理</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占位符 9"/>
          <p:cNvSpPr>
            <a:spLocks noGrp="1"/>
          </p:cNvSpPr>
          <p:nvPr>
            <p:ph type="body" sz="quarter" idx="10"/>
          </p:nvPr>
        </p:nvSpPr>
        <p:spPr/>
        <p:txBody>
          <a:bodyPr>
            <a:normAutofit lnSpcReduction="10000"/>
          </a:bodyPr>
          <a:lstStyle/>
          <a:p>
            <a:r>
              <a:rPr lang="zh-CN" altLang="en-US" dirty="0"/>
              <a:t>文本文件</a:t>
            </a:r>
            <a:endParaRPr lang="zh-CN" altLang="en-US" dirty="0"/>
          </a:p>
        </p:txBody>
      </p:sp>
      <p:sp>
        <p:nvSpPr>
          <p:cNvPr id="11" name="文本占位符 10"/>
          <p:cNvSpPr>
            <a:spLocks noGrp="1"/>
          </p:cNvSpPr>
          <p:nvPr>
            <p:ph type="body" sz="quarter" idx="11"/>
          </p:nvPr>
        </p:nvSpPr>
        <p:spPr/>
        <p:txBody>
          <a:bodyPr>
            <a:normAutofit lnSpcReduction="10000"/>
          </a:bodyPr>
          <a:lstStyle/>
          <a:p>
            <a:r>
              <a:rPr lang="en-US" altLang="zh-CN" dirty="0"/>
              <a:t>CSV </a:t>
            </a:r>
            <a:r>
              <a:rPr lang="zh-CN" altLang="en-US" dirty="0"/>
              <a:t>格式文件</a:t>
            </a:r>
            <a:endParaRPr lang="zh-CN" altLang="en-US" dirty="0"/>
          </a:p>
        </p:txBody>
      </p:sp>
      <p:sp>
        <p:nvSpPr>
          <p:cNvPr id="12" name="文本占位符 11"/>
          <p:cNvSpPr>
            <a:spLocks noGrp="1"/>
          </p:cNvSpPr>
          <p:nvPr>
            <p:ph type="body" sz="quarter" idx="12"/>
          </p:nvPr>
        </p:nvSpPr>
        <p:spPr/>
        <p:txBody>
          <a:bodyPr>
            <a:normAutofit lnSpcReduction="10000"/>
          </a:bodyPr>
          <a:lstStyle/>
          <a:p>
            <a:r>
              <a:rPr lang="en-US" altLang="zh-CN" dirty="0"/>
              <a:t>JSON </a:t>
            </a:r>
            <a:r>
              <a:rPr lang="zh-CN" altLang="en-US" dirty="0"/>
              <a:t>文件</a:t>
            </a:r>
            <a:endParaRPr lang="zh-CN" altLang="en-US" dirty="0"/>
          </a:p>
        </p:txBody>
      </p:sp>
      <p:sp>
        <p:nvSpPr>
          <p:cNvPr id="13" name="文本占位符 12"/>
          <p:cNvSpPr>
            <a:spLocks noGrp="1"/>
          </p:cNvSpPr>
          <p:nvPr>
            <p:ph type="body" sz="quarter" idx="13"/>
          </p:nvPr>
        </p:nvSpPr>
        <p:spPr/>
        <p:txBody>
          <a:bodyPr>
            <a:normAutofit lnSpcReduction="10000"/>
          </a:bodyPr>
          <a:lstStyle/>
          <a:p>
            <a:r>
              <a:rPr lang="zh-CN" altLang="en-US" dirty="0"/>
              <a:t>文件与文件夹操作</a:t>
            </a:r>
            <a:endParaRPr lang="zh-CN" altLang="en-US" dirty="0"/>
          </a:p>
        </p:txBody>
      </p:sp>
      <p:sp>
        <p:nvSpPr>
          <p:cNvPr id="14" name="文本占位符 13"/>
          <p:cNvSpPr>
            <a:spLocks noGrp="1"/>
          </p:cNvSpPr>
          <p:nvPr>
            <p:ph type="body" sz="quarter" idx="14"/>
          </p:nvPr>
        </p:nvSpPr>
        <p:spPr/>
        <p:txBody>
          <a:bodyPr>
            <a:normAutofit lnSpcReduction="10000"/>
          </a:bodyPr>
          <a:lstStyle/>
          <a:p>
            <a:r>
              <a:rPr lang="en-US" altLang="zh-CN" dirty="0" err="1"/>
              <a:t>numpy</a:t>
            </a:r>
            <a:endParaRPr lang="zh-CN" altLang="en-US" dirty="0"/>
          </a:p>
        </p:txBody>
      </p:sp>
      <p:sp>
        <p:nvSpPr>
          <p:cNvPr id="15" name="文本占位符 14"/>
          <p:cNvSpPr>
            <a:spLocks noGrp="1"/>
          </p:cNvSpPr>
          <p:nvPr>
            <p:ph type="body" sz="quarter" idx="15"/>
          </p:nvPr>
        </p:nvSpPr>
        <p:spPr/>
        <p:txBody>
          <a:bodyPr>
            <a:normAutofit lnSpcReduction="10000"/>
          </a:bodyPr>
          <a:lstStyle/>
          <a:p>
            <a:r>
              <a:rPr lang="en-US" altLang="zh-CN" dirty="0"/>
              <a:t>pandas</a:t>
            </a:r>
            <a:endParaRPr lang="zh-CN" altLang="en-US" dirty="0"/>
          </a:p>
        </p:txBody>
      </p:sp>
      <p:sp>
        <p:nvSpPr>
          <p:cNvPr id="16" name="文本占位符 15"/>
          <p:cNvSpPr>
            <a:spLocks noGrp="1"/>
          </p:cNvSpPr>
          <p:nvPr>
            <p:ph type="body" sz="quarter" idx="16"/>
          </p:nvPr>
        </p:nvSpPr>
        <p:spPr/>
        <p:txBody>
          <a:bodyPr>
            <a:normAutofit lnSpcReduction="10000"/>
          </a:bodyPr>
          <a:lstStyle/>
          <a:p>
            <a:r>
              <a:rPr lang="en-US" altLang="zh-CN" dirty="0"/>
              <a:t>7.1</a:t>
            </a:r>
            <a:endParaRPr lang="zh-CN" altLang="en-US" dirty="0"/>
          </a:p>
        </p:txBody>
      </p:sp>
      <p:sp>
        <p:nvSpPr>
          <p:cNvPr id="17" name="文本占位符 16"/>
          <p:cNvSpPr>
            <a:spLocks noGrp="1"/>
          </p:cNvSpPr>
          <p:nvPr>
            <p:ph type="body" sz="quarter" idx="17"/>
          </p:nvPr>
        </p:nvSpPr>
        <p:spPr/>
        <p:txBody>
          <a:bodyPr>
            <a:normAutofit lnSpcReduction="10000"/>
          </a:bodyPr>
          <a:lstStyle/>
          <a:p>
            <a:r>
              <a:rPr lang="en-US" altLang="zh-CN" dirty="0"/>
              <a:t>7.2</a:t>
            </a:r>
            <a:endParaRPr lang="zh-CN" altLang="en-US" dirty="0"/>
          </a:p>
        </p:txBody>
      </p:sp>
      <p:sp>
        <p:nvSpPr>
          <p:cNvPr id="18" name="文本占位符 17"/>
          <p:cNvSpPr>
            <a:spLocks noGrp="1"/>
          </p:cNvSpPr>
          <p:nvPr>
            <p:ph type="body" sz="quarter" idx="18"/>
          </p:nvPr>
        </p:nvSpPr>
        <p:spPr/>
        <p:txBody>
          <a:bodyPr>
            <a:normAutofit lnSpcReduction="10000"/>
          </a:bodyPr>
          <a:lstStyle/>
          <a:p>
            <a:r>
              <a:rPr lang="en-US" altLang="zh-CN" dirty="0"/>
              <a:t>7.3</a:t>
            </a:r>
            <a:endParaRPr lang="zh-CN" altLang="en-US" dirty="0"/>
          </a:p>
        </p:txBody>
      </p:sp>
      <p:sp>
        <p:nvSpPr>
          <p:cNvPr id="19" name="文本占位符 18"/>
          <p:cNvSpPr>
            <a:spLocks noGrp="1"/>
          </p:cNvSpPr>
          <p:nvPr>
            <p:ph type="body" sz="quarter" idx="19"/>
          </p:nvPr>
        </p:nvSpPr>
        <p:spPr/>
        <p:txBody>
          <a:bodyPr>
            <a:normAutofit lnSpcReduction="10000"/>
          </a:bodyPr>
          <a:lstStyle/>
          <a:p>
            <a:r>
              <a:rPr lang="en-US" altLang="zh-CN" dirty="0"/>
              <a:t>7.4</a:t>
            </a:r>
            <a:endParaRPr lang="zh-CN" altLang="en-US" dirty="0"/>
          </a:p>
        </p:txBody>
      </p:sp>
      <p:sp>
        <p:nvSpPr>
          <p:cNvPr id="20" name="文本占位符 19"/>
          <p:cNvSpPr>
            <a:spLocks noGrp="1"/>
          </p:cNvSpPr>
          <p:nvPr>
            <p:ph type="body" sz="quarter" idx="20"/>
          </p:nvPr>
        </p:nvSpPr>
        <p:spPr/>
        <p:txBody>
          <a:bodyPr>
            <a:normAutofit lnSpcReduction="10000"/>
          </a:bodyPr>
          <a:lstStyle/>
          <a:p>
            <a:r>
              <a:rPr lang="en-US" altLang="zh-CN" dirty="0"/>
              <a:t>7.5</a:t>
            </a:r>
            <a:endParaRPr lang="zh-CN" altLang="en-US" dirty="0"/>
          </a:p>
        </p:txBody>
      </p:sp>
      <p:sp>
        <p:nvSpPr>
          <p:cNvPr id="21" name="文本占位符 20"/>
          <p:cNvSpPr>
            <a:spLocks noGrp="1"/>
          </p:cNvSpPr>
          <p:nvPr>
            <p:ph type="body" sz="quarter" idx="21"/>
          </p:nvPr>
        </p:nvSpPr>
        <p:spPr/>
        <p:txBody>
          <a:bodyPr>
            <a:normAutofit lnSpcReduction="10000"/>
          </a:bodyPr>
          <a:lstStyle/>
          <a:p>
            <a:r>
              <a:rPr lang="en-US" altLang="zh-CN" dirty="0"/>
              <a:t>7.6</a:t>
            </a: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27080" y="229049"/>
            <a:ext cx="9626720" cy="584775"/>
          </a:xfrm>
        </p:spPr>
        <p:txBody>
          <a:bodyPr/>
          <a:lstStyle/>
          <a:p>
            <a:r>
              <a:rPr lang="zh-CN" altLang="en-US" dirty="0"/>
              <a:t>学习引导</a:t>
            </a:r>
            <a:endParaRPr lang="zh-CN" altLang="en-US" dirty="0"/>
          </a:p>
        </p:txBody>
      </p:sp>
      <p:grpSp>
        <p:nvGrpSpPr>
          <p:cNvPr id="25" name="组合 24"/>
          <p:cNvGrpSpPr/>
          <p:nvPr/>
        </p:nvGrpSpPr>
        <p:grpSpPr>
          <a:xfrm>
            <a:off x="775673" y="1057388"/>
            <a:ext cx="10734849" cy="1350645"/>
            <a:chOff x="775673" y="877277"/>
            <a:chExt cx="10734849" cy="1350645"/>
          </a:xfrm>
        </p:grpSpPr>
        <p:grpSp>
          <p:nvGrpSpPr>
            <p:cNvPr id="21" name="组合 20"/>
            <p:cNvGrpSpPr/>
            <p:nvPr/>
          </p:nvGrpSpPr>
          <p:grpSpPr>
            <a:xfrm>
              <a:off x="775673" y="877277"/>
              <a:ext cx="10640040" cy="1350645"/>
              <a:chOff x="1320" y="5447"/>
              <a:chExt cx="6388" cy="2127"/>
            </a:xfrm>
          </p:grpSpPr>
          <p:sp>
            <p:nvSpPr>
              <p:cNvPr id="23" name="圆角矩形 17"/>
              <p:cNvSpPr/>
              <p:nvPr/>
            </p:nvSpPr>
            <p:spPr>
              <a:xfrm>
                <a:off x="1320" y="5447"/>
                <a:ext cx="6388" cy="2112"/>
              </a:xfrm>
              <a:prstGeom prst="roundRect">
                <a:avLst>
                  <a:gd name="adj" fmla="val 11316"/>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sp>
            <p:nvSpPr>
              <p:cNvPr id="24" name="同侧圆角矩形 18"/>
              <p:cNvSpPr/>
              <p:nvPr/>
            </p:nvSpPr>
            <p:spPr>
              <a:xfrm flipV="1">
                <a:off x="1320" y="7404"/>
                <a:ext cx="6388" cy="170"/>
              </a:xfrm>
              <a:prstGeom prst="round2SameRect">
                <a:avLst>
                  <a:gd name="adj1" fmla="val 50000"/>
                  <a:gd name="adj2" fmla="val 0"/>
                </a:avLst>
              </a:prstGeom>
              <a:solidFill>
                <a:srgbClr val="91ACE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grpSp>
        <p:sp>
          <p:nvSpPr>
            <p:cNvPr id="22" name="内容占位符 2"/>
            <p:cNvSpPr txBox="1"/>
            <p:nvPr/>
          </p:nvSpPr>
          <p:spPr>
            <a:xfrm>
              <a:off x="2184325" y="1146517"/>
              <a:ext cx="9326197" cy="901700"/>
            </a:xfrm>
            <a:prstGeom prst="rect">
              <a:avLst/>
            </a:prstGeom>
          </p:spPr>
          <p:txBody>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anose="020B0604020202090204"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anose="05020102010507070707"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anose="05020102010507070707"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anose="05020102010507070707"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anose="05020102010507070707" pitchFamily="18" charset="2"/>
                <a:buChar char=""/>
                <a:defRPr sz="1400" kern="1200">
                  <a:solidFill>
                    <a:schemeClr val="tx1">
                      <a:lumMod val="85000"/>
                      <a:lumOff val="15000"/>
                    </a:schemeClr>
                  </a:solidFill>
                  <a:latin typeface="+mn-lt"/>
                  <a:ea typeface="+mn-ea"/>
                  <a:cs typeface="+mn-cs"/>
                </a:defRPr>
              </a:lvl5pPr>
              <a:lvl6pPr marL="1600200" indent="-228600" algn="l" defTabSz="914400" rtl="0" eaLnBrk="1" latinLnBrk="0" hangingPunct="1">
                <a:lnSpc>
                  <a:spcPct val="90000"/>
                </a:lnSpc>
                <a:spcBef>
                  <a:spcPts val="300"/>
                </a:spcBef>
                <a:spcAft>
                  <a:spcPts val="300"/>
                </a:spcAft>
                <a:buClr>
                  <a:schemeClr val="accent1"/>
                </a:buClr>
                <a:buFont typeface="Wingdings 2" panose="05020102010507070707" pitchFamily="18" charset="2"/>
                <a:buChar char=""/>
                <a:defRPr sz="1400" kern="1200">
                  <a:solidFill>
                    <a:schemeClr val="tx1">
                      <a:lumMod val="85000"/>
                      <a:lumOff val="15000"/>
                    </a:schemeClr>
                  </a:solidFill>
                  <a:latin typeface="+mn-lt"/>
                  <a:ea typeface="+mn-ea"/>
                  <a:cs typeface="+mn-cs"/>
                </a:defRPr>
              </a:lvl6pPr>
              <a:lvl7pPr marL="1899920" indent="-228600" algn="l" defTabSz="914400" rtl="0" eaLnBrk="1" latinLnBrk="0" hangingPunct="1">
                <a:lnSpc>
                  <a:spcPct val="90000"/>
                </a:lnSpc>
                <a:spcBef>
                  <a:spcPts val="300"/>
                </a:spcBef>
                <a:spcAft>
                  <a:spcPts val="300"/>
                </a:spcAft>
                <a:buClr>
                  <a:schemeClr val="accent1"/>
                </a:buClr>
                <a:buFont typeface="Wingdings 2" panose="05020102010507070707" pitchFamily="18" charset="2"/>
                <a:buChar char=""/>
                <a:defRPr sz="1400" kern="1200">
                  <a:solidFill>
                    <a:schemeClr val="tx1">
                      <a:lumMod val="85000"/>
                      <a:lumOff val="15000"/>
                    </a:schemeClr>
                  </a:solidFill>
                  <a:latin typeface="+mn-lt"/>
                  <a:ea typeface="+mn-ea"/>
                  <a:cs typeface="+mn-cs"/>
                </a:defRPr>
              </a:lvl7pPr>
              <a:lvl8pPr marL="2200275" indent="-228600" algn="l" defTabSz="914400" rtl="0" eaLnBrk="1" latinLnBrk="0" hangingPunct="1">
                <a:lnSpc>
                  <a:spcPct val="90000"/>
                </a:lnSpc>
                <a:spcBef>
                  <a:spcPts val="300"/>
                </a:spcBef>
                <a:spcAft>
                  <a:spcPts val="300"/>
                </a:spcAft>
                <a:buClr>
                  <a:schemeClr val="accent1"/>
                </a:buClr>
                <a:buFont typeface="Wingdings 2" panose="05020102010507070707" pitchFamily="18" charset="2"/>
                <a:buChar char=""/>
                <a:defRPr sz="1400" kern="1200">
                  <a:solidFill>
                    <a:schemeClr val="tx1">
                      <a:lumMod val="85000"/>
                      <a:lumOff val="15000"/>
                    </a:schemeClr>
                  </a:solidFill>
                  <a:latin typeface="+mn-lt"/>
                  <a:ea typeface="+mn-ea"/>
                  <a:cs typeface="+mn-cs"/>
                </a:defRPr>
              </a:lvl8pPr>
              <a:lvl9pPr marL="2499995" indent="-228600" algn="l" defTabSz="914400" rtl="0" eaLnBrk="1" latinLnBrk="0" hangingPunct="1">
                <a:lnSpc>
                  <a:spcPct val="90000"/>
                </a:lnSpc>
                <a:spcBef>
                  <a:spcPts val="300"/>
                </a:spcBef>
                <a:spcAft>
                  <a:spcPts val="300"/>
                </a:spcAft>
                <a:buClr>
                  <a:schemeClr val="accent1"/>
                </a:buClr>
                <a:buFont typeface="Wingdings 2" panose="05020102010507070707" pitchFamily="18" charset="2"/>
                <a:buChar char=""/>
                <a:defRPr sz="1400" kern="1200">
                  <a:solidFill>
                    <a:schemeClr val="tx1">
                      <a:lumMod val="85000"/>
                      <a:lumOff val="15000"/>
                    </a:schemeClr>
                  </a:solidFill>
                  <a:latin typeface="+mn-lt"/>
                  <a:ea typeface="+mn-ea"/>
                  <a:cs typeface="+mn-cs"/>
                </a:defRPr>
              </a:lvl9pPr>
            </a:lstStyle>
            <a:p>
              <a:pPr marL="0" marR="0" lvl="0" indent="0" defTabSz="914400" rtl="0" eaLnBrk="1" fontAlgn="auto" latinLnBrk="0" hangingPunct="1">
                <a:lnSpc>
                  <a:spcPct val="90000"/>
                </a:lnSpc>
                <a:spcBef>
                  <a:spcPts val="1000"/>
                </a:spcBef>
                <a:spcAft>
                  <a:spcPts val="0"/>
                </a:spcAft>
                <a:buClrTx/>
                <a:buSzTx/>
                <a:buFont typeface="Arial" panose="020B0604020202090204" pitchFamily="34" charset="0"/>
                <a:buNone/>
                <a:defRPr/>
              </a:pPr>
              <a:r>
                <a:rPr lang="en-US" altLang="zh-CN" sz="2400" kern="0" dirty="0">
                  <a:solidFill>
                    <a:prstClr val="black">
                      <a:lumMod val="85000"/>
                      <a:lumOff val="15000"/>
                    </a:prstClr>
                  </a:solidFill>
                  <a:latin typeface="微软雅黑" panose="020B0503020204020204" pitchFamily="34" charset="-122"/>
                  <a:ea typeface="微软雅黑" panose="020B0503020204020204" pitchFamily="34" charset="-122"/>
                </a:rPr>
                <a:t>…</a:t>
              </a:r>
              <a:endParaRPr lang="en-US" altLang="zh-CN" sz="2400" kern="0" dirty="0">
                <a:solidFill>
                  <a:prstClr val="black">
                    <a:lumMod val="85000"/>
                    <a:lumOff val="15000"/>
                  </a:prstClr>
                </a:solidFill>
                <a:latin typeface="微软雅黑" panose="020B0503020204020204" pitchFamily="34" charset="-122"/>
                <a:ea typeface="微软雅黑" panose="020B0503020204020204" pitchFamily="34" charset="-122"/>
                <a:cs typeface="宋体" pitchFamily="2" charset="-122"/>
              </a:endParaRPr>
            </a:p>
          </p:txBody>
        </p:sp>
        <p:sp>
          <p:nvSpPr>
            <p:cNvPr id="26" name="Title 1"/>
            <p:cNvSpPr txBox="1"/>
            <p:nvPr/>
          </p:nvSpPr>
          <p:spPr>
            <a:xfrm>
              <a:off x="973795" y="1298917"/>
              <a:ext cx="1135183" cy="5847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zh-CN" altLang="en-US" sz="3200" b="1" kern="1200" dirty="0">
                  <a:solidFill>
                    <a:srgbClr val="0070C0"/>
                  </a:solidFill>
                  <a:latin typeface="微软雅黑" panose="020B0503020204020204" pitchFamily="34" charset="-122"/>
                  <a:ea typeface="微软雅黑" panose="020B0503020204020204" pitchFamily="34" charset="-122"/>
                  <a:cs typeface="+mn-cs"/>
                </a:defRPr>
              </a:lvl1pPr>
            </a:lstStyle>
            <a:p>
              <a:r>
                <a:rPr lang="zh-CN" altLang="en-US" dirty="0"/>
                <a:t>了解</a:t>
              </a:r>
              <a:endParaRPr lang="zh-CN" altLang="en-US" dirty="0"/>
            </a:p>
          </p:txBody>
        </p:sp>
      </p:grpSp>
      <p:grpSp>
        <p:nvGrpSpPr>
          <p:cNvPr id="30" name="组合 29"/>
          <p:cNvGrpSpPr/>
          <p:nvPr/>
        </p:nvGrpSpPr>
        <p:grpSpPr>
          <a:xfrm>
            <a:off x="775673" y="2479788"/>
            <a:ext cx="10640040" cy="1341755"/>
            <a:chOff x="775673" y="2220712"/>
            <a:chExt cx="10640040" cy="1341755"/>
          </a:xfrm>
        </p:grpSpPr>
        <p:grpSp>
          <p:nvGrpSpPr>
            <p:cNvPr id="11" name="组合 10"/>
            <p:cNvGrpSpPr/>
            <p:nvPr/>
          </p:nvGrpSpPr>
          <p:grpSpPr>
            <a:xfrm>
              <a:off x="775673" y="2220712"/>
              <a:ext cx="10640040" cy="1341755"/>
              <a:chOff x="1320" y="5447"/>
              <a:chExt cx="6388" cy="2113"/>
            </a:xfrm>
          </p:grpSpPr>
          <p:sp>
            <p:nvSpPr>
              <p:cNvPr id="13" name="圆角矩形 11"/>
              <p:cNvSpPr/>
              <p:nvPr/>
            </p:nvSpPr>
            <p:spPr>
              <a:xfrm>
                <a:off x="1320" y="5447"/>
                <a:ext cx="6388" cy="2112"/>
              </a:xfrm>
              <a:prstGeom prst="roundRect">
                <a:avLst>
                  <a:gd name="adj" fmla="val 11316"/>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sp>
            <p:nvSpPr>
              <p:cNvPr id="14" name="同侧圆角矩形 12"/>
              <p:cNvSpPr/>
              <p:nvPr/>
            </p:nvSpPr>
            <p:spPr>
              <a:xfrm flipV="1">
                <a:off x="1320" y="7390"/>
                <a:ext cx="6388" cy="170"/>
              </a:xfrm>
              <a:prstGeom prst="round2SameRect">
                <a:avLst>
                  <a:gd name="adj1" fmla="val 50000"/>
                  <a:gd name="adj2" fmla="val 0"/>
                </a:avLst>
              </a:prstGeom>
              <a:solidFill>
                <a:srgbClr val="249087"/>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grpSp>
        <p:sp>
          <p:nvSpPr>
            <p:cNvPr id="12" name="内容占位符 2"/>
            <p:cNvSpPr txBox="1"/>
            <p:nvPr/>
          </p:nvSpPr>
          <p:spPr>
            <a:xfrm>
              <a:off x="2169726" y="2379462"/>
              <a:ext cx="8323089" cy="991870"/>
            </a:xfrm>
            <a:prstGeom prst="rect">
              <a:avLst/>
            </a:prstGeom>
          </p:spPr>
          <p:txBody>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anose="020B0604020202090204"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anose="05020102010507070707"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anose="05020102010507070707"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anose="05020102010507070707"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anose="05020102010507070707" pitchFamily="18" charset="2"/>
                <a:buChar char=""/>
                <a:defRPr sz="1400" kern="1200">
                  <a:solidFill>
                    <a:schemeClr val="tx1">
                      <a:lumMod val="85000"/>
                      <a:lumOff val="15000"/>
                    </a:schemeClr>
                  </a:solidFill>
                  <a:latin typeface="+mn-lt"/>
                  <a:ea typeface="+mn-ea"/>
                  <a:cs typeface="+mn-cs"/>
                </a:defRPr>
              </a:lvl5pPr>
              <a:lvl6pPr marL="1600200" indent="-228600" algn="l" defTabSz="914400" rtl="0" eaLnBrk="1" latinLnBrk="0" hangingPunct="1">
                <a:lnSpc>
                  <a:spcPct val="90000"/>
                </a:lnSpc>
                <a:spcBef>
                  <a:spcPts val="300"/>
                </a:spcBef>
                <a:spcAft>
                  <a:spcPts val="300"/>
                </a:spcAft>
                <a:buClr>
                  <a:schemeClr val="accent1"/>
                </a:buClr>
                <a:buFont typeface="Wingdings 2" panose="05020102010507070707" pitchFamily="18" charset="2"/>
                <a:buChar char=""/>
                <a:defRPr sz="1400" kern="1200">
                  <a:solidFill>
                    <a:schemeClr val="tx1">
                      <a:lumMod val="85000"/>
                      <a:lumOff val="15000"/>
                    </a:schemeClr>
                  </a:solidFill>
                  <a:latin typeface="+mn-lt"/>
                  <a:ea typeface="+mn-ea"/>
                  <a:cs typeface="+mn-cs"/>
                </a:defRPr>
              </a:lvl6pPr>
              <a:lvl7pPr marL="1899920" indent="-228600" algn="l" defTabSz="914400" rtl="0" eaLnBrk="1" latinLnBrk="0" hangingPunct="1">
                <a:lnSpc>
                  <a:spcPct val="90000"/>
                </a:lnSpc>
                <a:spcBef>
                  <a:spcPts val="300"/>
                </a:spcBef>
                <a:spcAft>
                  <a:spcPts val="300"/>
                </a:spcAft>
                <a:buClr>
                  <a:schemeClr val="accent1"/>
                </a:buClr>
                <a:buFont typeface="Wingdings 2" panose="05020102010507070707" pitchFamily="18" charset="2"/>
                <a:buChar char=""/>
                <a:defRPr sz="1400" kern="1200">
                  <a:solidFill>
                    <a:schemeClr val="tx1">
                      <a:lumMod val="85000"/>
                      <a:lumOff val="15000"/>
                    </a:schemeClr>
                  </a:solidFill>
                  <a:latin typeface="+mn-lt"/>
                  <a:ea typeface="+mn-ea"/>
                  <a:cs typeface="+mn-cs"/>
                </a:defRPr>
              </a:lvl7pPr>
              <a:lvl8pPr marL="2200275" indent="-228600" algn="l" defTabSz="914400" rtl="0" eaLnBrk="1" latinLnBrk="0" hangingPunct="1">
                <a:lnSpc>
                  <a:spcPct val="90000"/>
                </a:lnSpc>
                <a:spcBef>
                  <a:spcPts val="300"/>
                </a:spcBef>
                <a:spcAft>
                  <a:spcPts val="300"/>
                </a:spcAft>
                <a:buClr>
                  <a:schemeClr val="accent1"/>
                </a:buClr>
                <a:buFont typeface="Wingdings 2" panose="05020102010507070707" pitchFamily="18" charset="2"/>
                <a:buChar char=""/>
                <a:defRPr sz="1400" kern="1200">
                  <a:solidFill>
                    <a:schemeClr val="tx1">
                      <a:lumMod val="85000"/>
                      <a:lumOff val="15000"/>
                    </a:schemeClr>
                  </a:solidFill>
                  <a:latin typeface="+mn-lt"/>
                  <a:ea typeface="+mn-ea"/>
                  <a:cs typeface="+mn-cs"/>
                </a:defRPr>
              </a:lvl8pPr>
              <a:lvl9pPr marL="2499995" indent="-228600" algn="l" defTabSz="914400" rtl="0" eaLnBrk="1" latinLnBrk="0" hangingPunct="1">
                <a:lnSpc>
                  <a:spcPct val="90000"/>
                </a:lnSpc>
                <a:spcBef>
                  <a:spcPts val="300"/>
                </a:spcBef>
                <a:spcAft>
                  <a:spcPts val="300"/>
                </a:spcAft>
                <a:buClr>
                  <a:schemeClr val="accent1"/>
                </a:buClr>
                <a:buFont typeface="Wingdings 2" panose="05020102010507070707" pitchFamily="18" charset="2"/>
                <a:buChar char=""/>
                <a:defRPr sz="1400" kern="1200">
                  <a:solidFill>
                    <a:schemeClr val="tx1">
                      <a:lumMod val="85000"/>
                      <a:lumOff val="15000"/>
                    </a:schemeClr>
                  </a:solidFill>
                  <a:latin typeface="+mn-lt"/>
                  <a:ea typeface="+mn-ea"/>
                  <a:cs typeface="+mn-cs"/>
                </a:defRPr>
              </a:lvl9pPr>
            </a:lstStyle>
            <a:p>
              <a:pPr marL="0" marR="0" lvl="0" indent="0" defTabSz="914400" rtl="0" eaLnBrk="1" fontAlgn="auto" latinLnBrk="0" hangingPunct="1">
                <a:lnSpc>
                  <a:spcPct val="100000"/>
                </a:lnSpc>
                <a:spcBef>
                  <a:spcPts val="1400"/>
                </a:spcBef>
                <a:spcAft>
                  <a:spcPts val="200"/>
                </a:spcAft>
                <a:buClr>
                  <a:srgbClr val="4874CB"/>
                </a:buClr>
                <a:buSzPct val="80000"/>
                <a:buFont typeface="Arial" panose="020B0604020202090204" pitchFamily="34" charset="0"/>
                <a:buNone/>
                <a:defRPr/>
              </a:pPr>
              <a:r>
                <a:rPr kumimoji="0" lang="en-US" altLang="zh-CN" sz="2400" b="0" i="0" u="none" strike="noStrike" kern="0" cap="none" spc="1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宋体" pitchFamily="2" charset="-122"/>
                </a:rPr>
                <a:t>…</a:t>
              </a:r>
              <a:endParaRPr kumimoji="0" lang="zh-CN" altLang="en-US" sz="2400" b="0" i="0" u="none" strike="noStrike" kern="0" cap="none" spc="1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宋体" pitchFamily="2" charset="-122"/>
              </a:endParaRPr>
            </a:p>
          </p:txBody>
        </p:sp>
        <p:sp>
          <p:nvSpPr>
            <p:cNvPr id="27" name="Title 1"/>
            <p:cNvSpPr txBox="1"/>
            <p:nvPr/>
          </p:nvSpPr>
          <p:spPr>
            <a:xfrm>
              <a:off x="973795" y="2539307"/>
              <a:ext cx="1135183" cy="5847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zh-CN" altLang="en-US" sz="3200" b="1" kern="1200" dirty="0">
                  <a:solidFill>
                    <a:srgbClr val="0070C0"/>
                  </a:solidFill>
                  <a:latin typeface="微软雅黑" panose="020B0503020204020204" pitchFamily="34" charset="-122"/>
                  <a:ea typeface="微软雅黑" panose="020B0503020204020204" pitchFamily="34" charset="-122"/>
                  <a:cs typeface="+mn-cs"/>
                </a:defRPr>
              </a:lvl1pPr>
            </a:lstStyle>
            <a:p>
              <a:r>
                <a:rPr lang="zh-CN" altLang="en-US" dirty="0"/>
                <a:t>理解</a:t>
              </a:r>
              <a:endParaRPr lang="zh-CN" altLang="en-US" dirty="0"/>
            </a:p>
          </p:txBody>
        </p:sp>
      </p:grpSp>
      <p:grpSp>
        <p:nvGrpSpPr>
          <p:cNvPr id="31" name="组合 30"/>
          <p:cNvGrpSpPr/>
          <p:nvPr/>
        </p:nvGrpSpPr>
        <p:grpSpPr>
          <a:xfrm>
            <a:off x="775673" y="3883864"/>
            <a:ext cx="10816183" cy="1343660"/>
            <a:chOff x="775673" y="3624788"/>
            <a:chExt cx="10816183" cy="1343660"/>
          </a:xfrm>
        </p:grpSpPr>
        <p:grpSp>
          <p:nvGrpSpPr>
            <p:cNvPr id="16" name="组合 15"/>
            <p:cNvGrpSpPr/>
            <p:nvPr/>
          </p:nvGrpSpPr>
          <p:grpSpPr>
            <a:xfrm>
              <a:off x="775673" y="3624788"/>
              <a:ext cx="10640040" cy="1343660"/>
              <a:chOff x="1320" y="5447"/>
              <a:chExt cx="6388" cy="2116"/>
            </a:xfrm>
          </p:grpSpPr>
          <p:sp>
            <p:nvSpPr>
              <p:cNvPr id="18" name="圆角矩形 14"/>
              <p:cNvSpPr/>
              <p:nvPr/>
            </p:nvSpPr>
            <p:spPr>
              <a:xfrm>
                <a:off x="1320" y="5447"/>
                <a:ext cx="6388" cy="2112"/>
              </a:xfrm>
              <a:prstGeom prst="roundRect">
                <a:avLst>
                  <a:gd name="adj" fmla="val 11316"/>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sp>
            <p:nvSpPr>
              <p:cNvPr id="19" name="同侧圆角矩形 15"/>
              <p:cNvSpPr/>
              <p:nvPr/>
            </p:nvSpPr>
            <p:spPr>
              <a:xfrm flipV="1">
                <a:off x="1320" y="7393"/>
                <a:ext cx="6388" cy="170"/>
              </a:xfrm>
              <a:prstGeom prst="round2SameRect">
                <a:avLst>
                  <a:gd name="adj1" fmla="val 50000"/>
                  <a:gd name="adj2" fmla="val 0"/>
                </a:avLst>
              </a:prstGeom>
              <a:solidFill>
                <a:srgbClr val="FFCC3B"/>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grpSp>
        <p:sp>
          <p:nvSpPr>
            <p:cNvPr id="17" name="内容占位符 2"/>
            <p:cNvSpPr txBox="1"/>
            <p:nvPr/>
          </p:nvSpPr>
          <p:spPr>
            <a:xfrm>
              <a:off x="2184325" y="3782223"/>
              <a:ext cx="9407531" cy="920841"/>
            </a:xfrm>
            <a:prstGeom prst="rect">
              <a:avLst/>
            </a:prstGeom>
          </p:spPr>
          <p:txBody>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anose="020B0604020202090204"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anose="05020102010507070707"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anose="05020102010507070707"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anose="05020102010507070707"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anose="05020102010507070707" pitchFamily="18" charset="2"/>
                <a:buChar char=""/>
                <a:defRPr sz="1400" kern="1200">
                  <a:solidFill>
                    <a:schemeClr val="tx1">
                      <a:lumMod val="85000"/>
                      <a:lumOff val="15000"/>
                    </a:schemeClr>
                  </a:solidFill>
                  <a:latin typeface="+mn-lt"/>
                  <a:ea typeface="+mn-ea"/>
                  <a:cs typeface="+mn-cs"/>
                </a:defRPr>
              </a:lvl5pPr>
              <a:lvl6pPr marL="1600200" indent="-228600" algn="l" defTabSz="914400" rtl="0" eaLnBrk="1" latinLnBrk="0" hangingPunct="1">
                <a:lnSpc>
                  <a:spcPct val="90000"/>
                </a:lnSpc>
                <a:spcBef>
                  <a:spcPts val="300"/>
                </a:spcBef>
                <a:spcAft>
                  <a:spcPts val="300"/>
                </a:spcAft>
                <a:buClr>
                  <a:schemeClr val="accent1"/>
                </a:buClr>
                <a:buFont typeface="Wingdings 2" panose="05020102010507070707" pitchFamily="18" charset="2"/>
                <a:buChar char=""/>
                <a:defRPr sz="1400" kern="1200">
                  <a:solidFill>
                    <a:schemeClr val="tx1">
                      <a:lumMod val="85000"/>
                      <a:lumOff val="15000"/>
                    </a:schemeClr>
                  </a:solidFill>
                  <a:latin typeface="+mn-lt"/>
                  <a:ea typeface="+mn-ea"/>
                  <a:cs typeface="+mn-cs"/>
                </a:defRPr>
              </a:lvl6pPr>
              <a:lvl7pPr marL="1899920" indent="-228600" algn="l" defTabSz="914400" rtl="0" eaLnBrk="1" latinLnBrk="0" hangingPunct="1">
                <a:lnSpc>
                  <a:spcPct val="90000"/>
                </a:lnSpc>
                <a:spcBef>
                  <a:spcPts val="300"/>
                </a:spcBef>
                <a:spcAft>
                  <a:spcPts val="300"/>
                </a:spcAft>
                <a:buClr>
                  <a:schemeClr val="accent1"/>
                </a:buClr>
                <a:buFont typeface="Wingdings 2" panose="05020102010507070707" pitchFamily="18" charset="2"/>
                <a:buChar char=""/>
                <a:defRPr sz="1400" kern="1200">
                  <a:solidFill>
                    <a:schemeClr val="tx1">
                      <a:lumMod val="85000"/>
                      <a:lumOff val="15000"/>
                    </a:schemeClr>
                  </a:solidFill>
                  <a:latin typeface="+mn-lt"/>
                  <a:ea typeface="+mn-ea"/>
                  <a:cs typeface="+mn-cs"/>
                </a:defRPr>
              </a:lvl7pPr>
              <a:lvl8pPr marL="2200275" indent="-228600" algn="l" defTabSz="914400" rtl="0" eaLnBrk="1" latinLnBrk="0" hangingPunct="1">
                <a:lnSpc>
                  <a:spcPct val="90000"/>
                </a:lnSpc>
                <a:spcBef>
                  <a:spcPts val="300"/>
                </a:spcBef>
                <a:spcAft>
                  <a:spcPts val="300"/>
                </a:spcAft>
                <a:buClr>
                  <a:schemeClr val="accent1"/>
                </a:buClr>
                <a:buFont typeface="Wingdings 2" panose="05020102010507070707" pitchFamily="18" charset="2"/>
                <a:buChar char=""/>
                <a:defRPr sz="1400" kern="1200">
                  <a:solidFill>
                    <a:schemeClr val="tx1">
                      <a:lumMod val="85000"/>
                      <a:lumOff val="15000"/>
                    </a:schemeClr>
                  </a:solidFill>
                  <a:latin typeface="+mn-lt"/>
                  <a:ea typeface="+mn-ea"/>
                  <a:cs typeface="+mn-cs"/>
                </a:defRPr>
              </a:lvl8pPr>
              <a:lvl9pPr marL="2499995" indent="-228600" algn="l" defTabSz="914400" rtl="0" eaLnBrk="1" latinLnBrk="0" hangingPunct="1">
                <a:lnSpc>
                  <a:spcPct val="90000"/>
                </a:lnSpc>
                <a:spcBef>
                  <a:spcPts val="300"/>
                </a:spcBef>
                <a:spcAft>
                  <a:spcPts val="300"/>
                </a:spcAft>
                <a:buClr>
                  <a:schemeClr val="accent1"/>
                </a:buClr>
                <a:buFont typeface="Wingdings 2" panose="05020102010507070707" pitchFamily="18" charset="2"/>
                <a:buChar char=""/>
                <a:defRPr sz="1400" kern="1200">
                  <a:solidFill>
                    <a:schemeClr val="tx1">
                      <a:lumMod val="85000"/>
                      <a:lumOff val="15000"/>
                    </a:schemeClr>
                  </a:solidFill>
                  <a:latin typeface="+mn-lt"/>
                  <a:ea typeface="+mn-ea"/>
                  <a:cs typeface="+mn-cs"/>
                </a:defRPr>
              </a:lvl9pPr>
            </a:lstStyle>
            <a:p>
              <a:pPr marL="0" marR="0" lvl="0" indent="0" defTabSz="914400" rtl="0" eaLnBrk="1" fontAlgn="auto" latinLnBrk="0" hangingPunct="1">
                <a:lnSpc>
                  <a:spcPct val="95000"/>
                </a:lnSpc>
                <a:spcBef>
                  <a:spcPts val="1400"/>
                </a:spcBef>
                <a:spcAft>
                  <a:spcPts val="200"/>
                </a:spcAft>
                <a:buClr>
                  <a:srgbClr val="4874CB"/>
                </a:buClr>
                <a:buSzPct val="80000"/>
                <a:buFont typeface="Arial" panose="020B0604020202090204" pitchFamily="34" charset="0"/>
                <a:buNone/>
                <a:defRPr/>
              </a:pPr>
              <a:r>
                <a:rPr kumimoji="0" lang="en-US" altLang="zh-CN" sz="2400" b="0" i="0" u="none" strike="noStrike" kern="0" cap="none" spc="1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宋体" pitchFamily="2" charset="-122"/>
                </a:rPr>
                <a:t>…</a:t>
              </a:r>
              <a:endParaRPr kumimoji="0" lang="zh-CN" altLang="en-US" sz="2400" b="0" i="0" u="none" strike="noStrike" kern="0" cap="none" spc="1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宋体" pitchFamily="2" charset="-122"/>
              </a:endParaRPr>
            </a:p>
          </p:txBody>
        </p:sp>
        <p:sp>
          <p:nvSpPr>
            <p:cNvPr id="28" name="Title 1"/>
            <p:cNvSpPr txBox="1"/>
            <p:nvPr/>
          </p:nvSpPr>
          <p:spPr>
            <a:xfrm>
              <a:off x="973795" y="4054829"/>
              <a:ext cx="1135183" cy="5847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zh-CN" altLang="en-US" sz="3200" b="1" kern="1200" dirty="0">
                  <a:solidFill>
                    <a:srgbClr val="0070C0"/>
                  </a:solidFill>
                  <a:latin typeface="微软雅黑" panose="020B0503020204020204" pitchFamily="34" charset="-122"/>
                  <a:ea typeface="微软雅黑" panose="020B0503020204020204" pitchFamily="34" charset="-122"/>
                  <a:cs typeface="+mn-cs"/>
                </a:defRPr>
              </a:lvl1pPr>
            </a:lstStyle>
            <a:p>
              <a:r>
                <a:rPr lang="zh-CN" altLang="en-US" dirty="0"/>
                <a:t>掌握</a:t>
              </a:r>
              <a:endParaRPr lang="zh-CN" altLang="en-US" dirty="0"/>
            </a:p>
          </p:txBody>
        </p:sp>
      </p:grpSp>
      <p:grpSp>
        <p:nvGrpSpPr>
          <p:cNvPr id="41" name="组合 40"/>
          <p:cNvGrpSpPr/>
          <p:nvPr/>
        </p:nvGrpSpPr>
        <p:grpSpPr>
          <a:xfrm>
            <a:off x="755861" y="5307033"/>
            <a:ext cx="10679664" cy="1342390"/>
            <a:chOff x="775673" y="4981323"/>
            <a:chExt cx="10679665" cy="1342390"/>
          </a:xfrm>
        </p:grpSpPr>
        <p:grpSp>
          <p:nvGrpSpPr>
            <p:cNvPr id="35" name="组合 34"/>
            <p:cNvGrpSpPr/>
            <p:nvPr/>
          </p:nvGrpSpPr>
          <p:grpSpPr>
            <a:xfrm>
              <a:off x="775673" y="4981323"/>
              <a:ext cx="10679665" cy="1342390"/>
              <a:chOff x="1000" y="5447"/>
              <a:chExt cx="5102" cy="2114"/>
            </a:xfrm>
          </p:grpSpPr>
          <p:grpSp>
            <p:nvGrpSpPr>
              <p:cNvPr id="36" name="组合 35"/>
              <p:cNvGrpSpPr/>
              <p:nvPr/>
            </p:nvGrpSpPr>
            <p:grpSpPr>
              <a:xfrm>
                <a:off x="1000" y="5447"/>
                <a:ext cx="5102" cy="2114"/>
                <a:chOff x="1320" y="5447"/>
                <a:chExt cx="6388" cy="2114"/>
              </a:xfrm>
            </p:grpSpPr>
            <p:sp>
              <p:nvSpPr>
                <p:cNvPr id="38" name="圆角矩形 8"/>
                <p:cNvSpPr/>
                <p:nvPr/>
              </p:nvSpPr>
              <p:spPr>
                <a:xfrm>
                  <a:off x="1320" y="5447"/>
                  <a:ext cx="6388" cy="2112"/>
                </a:xfrm>
                <a:prstGeom prst="roundRect">
                  <a:avLst>
                    <a:gd name="adj" fmla="val 11316"/>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sp>
              <p:nvSpPr>
                <p:cNvPr id="39" name="同侧圆角矩形 7"/>
                <p:cNvSpPr/>
                <p:nvPr/>
              </p:nvSpPr>
              <p:spPr>
                <a:xfrm flipV="1">
                  <a:off x="1320" y="7391"/>
                  <a:ext cx="6388" cy="170"/>
                </a:xfrm>
                <a:prstGeom prst="round2SameRect">
                  <a:avLst>
                    <a:gd name="adj1" fmla="val 50000"/>
                    <a:gd name="adj2" fmla="val 0"/>
                  </a:avLst>
                </a:prstGeom>
                <a:solidFill>
                  <a:srgbClr val="EE822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grpSp>
          <p:sp>
            <p:nvSpPr>
              <p:cNvPr id="37" name="内容占位符 2"/>
              <p:cNvSpPr>
                <a:spLocks noGrp="1"/>
              </p:cNvSpPr>
              <p:nvPr/>
            </p:nvSpPr>
            <p:spPr>
              <a:xfrm>
                <a:off x="1685" y="6164"/>
                <a:ext cx="2982" cy="78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defTabSz="914400" rtl="0" eaLnBrk="1" fontAlgn="auto" latinLnBrk="0" hangingPunct="1">
                  <a:lnSpc>
                    <a:spcPct val="90000"/>
                  </a:lnSpc>
                  <a:spcBef>
                    <a:spcPts val="1000"/>
                  </a:spcBef>
                  <a:spcAft>
                    <a:spcPts val="0"/>
                  </a:spcAft>
                  <a:buClrTx/>
                  <a:buSzTx/>
                  <a:buFont typeface="Arial" panose="020B0604020202090204" pitchFamily="34" charset="0"/>
                  <a:buNone/>
                  <a:defRPr/>
                </a:pPr>
                <a:r>
                  <a:rPr lang="en-US" altLang="zh-CN" sz="2400" kern="0" spc="10" dirty="0">
                    <a:solidFill>
                      <a:prstClr val="black">
                        <a:lumMod val="85000"/>
                        <a:lumOff val="15000"/>
                      </a:prstClr>
                    </a:solidFill>
                    <a:latin typeface="微软雅黑" panose="020B0503020204020204" pitchFamily="34" charset="-122"/>
                    <a:ea typeface="微软雅黑" panose="020B0503020204020204" pitchFamily="34" charset="-122"/>
                    <a:cs typeface="宋体" pitchFamily="2" charset="-122"/>
                  </a:rPr>
                  <a:t>…</a:t>
                </a:r>
                <a:endParaRPr kumimoji="0" lang="zh-CN" altLang="en-US" sz="2400" b="0" i="0" u="none" strike="noStrike" kern="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宋体" pitchFamily="2" charset="-122"/>
                </a:endParaRPr>
              </a:p>
            </p:txBody>
          </p:sp>
        </p:grpSp>
        <p:sp>
          <p:nvSpPr>
            <p:cNvPr id="40" name="Title 1"/>
            <p:cNvSpPr txBox="1"/>
            <p:nvPr/>
          </p:nvSpPr>
          <p:spPr>
            <a:xfrm>
              <a:off x="983954" y="5349683"/>
              <a:ext cx="1135183" cy="5847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zh-CN" altLang="en-US" sz="3200" b="1" kern="1200" dirty="0">
                  <a:solidFill>
                    <a:srgbClr val="0070C0"/>
                  </a:solidFill>
                  <a:latin typeface="微软雅黑" panose="020B0503020204020204" pitchFamily="34" charset="-122"/>
                  <a:ea typeface="微软雅黑" panose="020B0503020204020204" pitchFamily="34" charset="-122"/>
                  <a:cs typeface="+mn-cs"/>
                </a:defRPr>
              </a:lvl1pPr>
            </a:lstStyle>
            <a:p>
              <a:r>
                <a:rPr lang="zh-CN" altLang="en-US" dirty="0"/>
                <a:t>运用</a:t>
              </a:r>
              <a:endParaRPr lang="zh-CN" altLang="en-US"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fltVal val="0"/>
                                          </p:val>
                                        </p:tav>
                                        <p:tav tm="100000">
                                          <p:val>
                                            <p:strVal val="#ppt_w"/>
                                          </p:val>
                                        </p:tav>
                                      </p:tavLst>
                                    </p:anim>
                                    <p:anim calcmode="lin" valueType="num">
                                      <p:cBhvr>
                                        <p:cTn id="8" dur="500" fill="hold"/>
                                        <p:tgtEl>
                                          <p:spTgt spid="25"/>
                                        </p:tgtEl>
                                        <p:attrNameLst>
                                          <p:attrName>ppt_h</p:attrName>
                                        </p:attrNameLst>
                                      </p:cBhvr>
                                      <p:tavLst>
                                        <p:tav tm="0">
                                          <p:val>
                                            <p:fltVal val="0"/>
                                          </p:val>
                                        </p:tav>
                                        <p:tav tm="100000">
                                          <p:val>
                                            <p:strVal val="#ppt_h"/>
                                          </p:val>
                                        </p:tav>
                                      </p:tavLst>
                                    </p:anim>
                                    <p:animEffect transition="in" filter="fade">
                                      <p:cBhvr>
                                        <p:cTn id="9" dur="500"/>
                                        <p:tgtEl>
                                          <p:spTgt spid="25"/>
                                        </p:tgtEl>
                                      </p:cBhvr>
                                    </p:animEffect>
                                  </p:childTnLst>
                                </p:cTn>
                              </p:par>
                              <p:par>
                                <p:cTn id="10" presetID="53" presetClass="entr" presetSubtype="16" fill="hold" nodeType="withEffect">
                                  <p:stCondLst>
                                    <p:cond delay="250"/>
                                  </p:stCondLst>
                                  <p:childTnLst>
                                    <p:set>
                                      <p:cBhvr>
                                        <p:cTn id="11" dur="1" fill="hold">
                                          <p:stCondLst>
                                            <p:cond delay="0"/>
                                          </p:stCondLst>
                                        </p:cTn>
                                        <p:tgtEl>
                                          <p:spTgt spid="30"/>
                                        </p:tgtEl>
                                        <p:attrNameLst>
                                          <p:attrName>style.visibility</p:attrName>
                                        </p:attrNameLst>
                                      </p:cBhvr>
                                      <p:to>
                                        <p:strVal val="visible"/>
                                      </p:to>
                                    </p:set>
                                    <p:anim calcmode="lin" valueType="num">
                                      <p:cBhvr>
                                        <p:cTn id="12" dur="500" fill="hold"/>
                                        <p:tgtEl>
                                          <p:spTgt spid="30"/>
                                        </p:tgtEl>
                                        <p:attrNameLst>
                                          <p:attrName>ppt_w</p:attrName>
                                        </p:attrNameLst>
                                      </p:cBhvr>
                                      <p:tavLst>
                                        <p:tav tm="0">
                                          <p:val>
                                            <p:fltVal val="0"/>
                                          </p:val>
                                        </p:tav>
                                        <p:tav tm="100000">
                                          <p:val>
                                            <p:strVal val="#ppt_w"/>
                                          </p:val>
                                        </p:tav>
                                      </p:tavLst>
                                    </p:anim>
                                    <p:anim calcmode="lin" valueType="num">
                                      <p:cBhvr>
                                        <p:cTn id="13" dur="500" fill="hold"/>
                                        <p:tgtEl>
                                          <p:spTgt spid="30"/>
                                        </p:tgtEl>
                                        <p:attrNameLst>
                                          <p:attrName>ppt_h</p:attrName>
                                        </p:attrNameLst>
                                      </p:cBhvr>
                                      <p:tavLst>
                                        <p:tav tm="0">
                                          <p:val>
                                            <p:fltVal val="0"/>
                                          </p:val>
                                        </p:tav>
                                        <p:tav tm="100000">
                                          <p:val>
                                            <p:strVal val="#ppt_h"/>
                                          </p:val>
                                        </p:tav>
                                      </p:tavLst>
                                    </p:anim>
                                    <p:animEffect transition="in" filter="fade">
                                      <p:cBhvr>
                                        <p:cTn id="14" dur="500"/>
                                        <p:tgtEl>
                                          <p:spTgt spid="30"/>
                                        </p:tgtEl>
                                      </p:cBhvr>
                                    </p:animEffect>
                                  </p:childTnLst>
                                </p:cTn>
                              </p:par>
                              <p:par>
                                <p:cTn id="15" presetID="53" presetClass="entr" presetSubtype="16" fill="hold" nodeType="withEffect">
                                  <p:stCondLst>
                                    <p:cond delay="500"/>
                                  </p:stCondLst>
                                  <p:childTnLst>
                                    <p:set>
                                      <p:cBhvr>
                                        <p:cTn id="16" dur="1" fill="hold">
                                          <p:stCondLst>
                                            <p:cond delay="0"/>
                                          </p:stCondLst>
                                        </p:cTn>
                                        <p:tgtEl>
                                          <p:spTgt spid="31"/>
                                        </p:tgtEl>
                                        <p:attrNameLst>
                                          <p:attrName>style.visibility</p:attrName>
                                        </p:attrNameLst>
                                      </p:cBhvr>
                                      <p:to>
                                        <p:strVal val="visible"/>
                                      </p:to>
                                    </p:set>
                                    <p:anim calcmode="lin" valueType="num">
                                      <p:cBhvr>
                                        <p:cTn id="17" dur="500" fill="hold"/>
                                        <p:tgtEl>
                                          <p:spTgt spid="31"/>
                                        </p:tgtEl>
                                        <p:attrNameLst>
                                          <p:attrName>ppt_w</p:attrName>
                                        </p:attrNameLst>
                                      </p:cBhvr>
                                      <p:tavLst>
                                        <p:tav tm="0">
                                          <p:val>
                                            <p:fltVal val="0"/>
                                          </p:val>
                                        </p:tav>
                                        <p:tav tm="100000">
                                          <p:val>
                                            <p:strVal val="#ppt_w"/>
                                          </p:val>
                                        </p:tav>
                                      </p:tavLst>
                                    </p:anim>
                                    <p:anim calcmode="lin" valueType="num">
                                      <p:cBhvr>
                                        <p:cTn id="18" dur="500" fill="hold"/>
                                        <p:tgtEl>
                                          <p:spTgt spid="31"/>
                                        </p:tgtEl>
                                        <p:attrNameLst>
                                          <p:attrName>ppt_h</p:attrName>
                                        </p:attrNameLst>
                                      </p:cBhvr>
                                      <p:tavLst>
                                        <p:tav tm="0">
                                          <p:val>
                                            <p:fltVal val="0"/>
                                          </p:val>
                                        </p:tav>
                                        <p:tav tm="100000">
                                          <p:val>
                                            <p:strVal val="#ppt_h"/>
                                          </p:val>
                                        </p:tav>
                                      </p:tavLst>
                                    </p:anim>
                                    <p:animEffect transition="in" filter="fade">
                                      <p:cBhvr>
                                        <p:cTn id="19" dur="500"/>
                                        <p:tgtEl>
                                          <p:spTgt spid="31"/>
                                        </p:tgtEl>
                                      </p:cBhvr>
                                    </p:animEffect>
                                  </p:childTnLst>
                                </p:cTn>
                              </p:par>
                              <p:par>
                                <p:cTn id="20" presetID="53" presetClass="entr" presetSubtype="16" fill="hold" nodeType="withEffect">
                                  <p:stCondLst>
                                    <p:cond delay="750"/>
                                  </p:stCondLst>
                                  <p:childTnLst>
                                    <p:set>
                                      <p:cBhvr>
                                        <p:cTn id="21" dur="1" fill="hold">
                                          <p:stCondLst>
                                            <p:cond delay="0"/>
                                          </p:stCondLst>
                                        </p:cTn>
                                        <p:tgtEl>
                                          <p:spTgt spid="41"/>
                                        </p:tgtEl>
                                        <p:attrNameLst>
                                          <p:attrName>style.visibility</p:attrName>
                                        </p:attrNameLst>
                                      </p:cBhvr>
                                      <p:to>
                                        <p:strVal val="visible"/>
                                      </p:to>
                                    </p:set>
                                    <p:anim calcmode="lin" valueType="num">
                                      <p:cBhvr>
                                        <p:cTn id="22" dur="500" fill="hold"/>
                                        <p:tgtEl>
                                          <p:spTgt spid="41"/>
                                        </p:tgtEl>
                                        <p:attrNameLst>
                                          <p:attrName>ppt_w</p:attrName>
                                        </p:attrNameLst>
                                      </p:cBhvr>
                                      <p:tavLst>
                                        <p:tav tm="0">
                                          <p:val>
                                            <p:fltVal val="0"/>
                                          </p:val>
                                        </p:tav>
                                        <p:tav tm="100000">
                                          <p:val>
                                            <p:strVal val="#ppt_w"/>
                                          </p:val>
                                        </p:tav>
                                      </p:tavLst>
                                    </p:anim>
                                    <p:anim calcmode="lin" valueType="num">
                                      <p:cBhvr>
                                        <p:cTn id="23" dur="500" fill="hold"/>
                                        <p:tgtEl>
                                          <p:spTgt spid="41"/>
                                        </p:tgtEl>
                                        <p:attrNameLst>
                                          <p:attrName>ppt_h</p:attrName>
                                        </p:attrNameLst>
                                      </p:cBhvr>
                                      <p:tavLst>
                                        <p:tav tm="0">
                                          <p:val>
                                            <p:fltVal val="0"/>
                                          </p:val>
                                        </p:tav>
                                        <p:tav tm="100000">
                                          <p:val>
                                            <p:strVal val="#ppt_h"/>
                                          </p:val>
                                        </p:tav>
                                      </p:tavLst>
                                    </p:anim>
                                    <p:animEffect transition="in" filter="fade">
                                      <p:cBhvr>
                                        <p:cTn id="24"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7</a:t>
            </a:r>
            <a:r>
              <a:rPr dirty="0"/>
              <a:t>.1 </a:t>
            </a:r>
            <a:r>
              <a:rPr lang="zh-CN" altLang="en-US" dirty="0"/>
              <a:t>文本文件</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7.1</a:t>
            </a:r>
            <a:endParaRPr lang="zh-CN" altLang="en-US" dirty="0"/>
          </a:p>
        </p:txBody>
      </p:sp>
      <p:sp>
        <p:nvSpPr>
          <p:cNvPr id="3" name="标题 2"/>
          <p:cNvSpPr>
            <a:spLocks noGrp="1"/>
          </p:cNvSpPr>
          <p:nvPr>
            <p:ph type="title"/>
          </p:nvPr>
        </p:nvSpPr>
        <p:spPr/>
        <p:txBody>
          <a:bodyPr/>
          <a:lstStyle/>
          <a:p>
            <a:r>
              <a:rPr lang="zh-CN" altLang="en-US" dirty="0"/>
              <a:t>文本文件</a:t>
            </a:r>
            <a:endParaRPr lang="zh-CN" altLang="en-US" dirty="0"/>
          </a:p>
        </p:txBody>
      </p:sp>
      <p:sp>
        <p:nvSpPr>
          <p:cNvPr id="2" name="内容占位符 1"/>
          <p:cNvSpPr txBox="1"/>
          <p:nvPr/>
        </p:nvSpPr>
        <p:spPr>
          <a:xfrm>
            <a:off x="838200" y="1395717"/>
            <a:ext cx="10515600" cy="3250119"/>
          </a:xfrm>
          <a:prstGeom prst="rect">
            <a:avLst/>
          </a:prstGeom>
          <a:noFill/>
          <a:ln>
            <a:noFill/>
          </a:ln>
          <a:effectLst/>
        </p:spPr>
        <p:txBody>
          <a:bodyPr vert="horz" lIns="91440" tIns="45720" rIns="91440" bIns="45720" rtlCol="0">
            <a:norm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1000"/>
              </a:spcBef>
              <a:spcAft>
                <a:spcPts val="0"/>
              </a:spcAft>
              <a:buClrTx/>
              <a:buSzTx/>
              <a:buFont typeface="Arial" panose="020B0604020202090204" pitchFamily="34" charset="0"/>
              <a:buNone/>
              <a:defRPr/>
            </a:pPr>
            <a:r>
              <a:rPr kumimoji="0" lang="zh-CN" altLang="en-US" sz="28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文件的概念</a:t>
            </a:r>
            <a:endParaRPr kumimoji="0" lang="zh-CN" altLang="en-US" sz="28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a:p>
            <a:pPr marL="0" marR="0" lvl="0" indent="457200" algn="l" defTabSz="914400" rtl="0" eaLnBrk="1" fontAlgn="auto" latinLnBrk="0" hangingPunct="1">
              <a:lnSpc>
                <a:spcPct val="150000"/>
              </a:lnSpc>
              <a:spcBef>
                <a:spcPts val="1000"/>
              </a:spcBef>
              <a:spcAft>
                <a:spcPts val="0"/>
              </a:spcAft>
              <a:buClrTx/>
              <a:buSzTx/>
              <a:buFont typeface="Arial" panose="020B0604020202090204" pitchFamily="34" charset="0"/>
              <a:buNone/>
              <a:defRPr/>
            </a:pP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文件是指为了</a:t>
            </a:r>
            <a:r>
              <a:rPr kumimoji="0" lang="zh-CN" altLang="en-US" sz="2400" b="1" i="0" u="none" strike="noStrike" kern="1200" cap="none" spc="0" normalizeH="0" baseline="0" noProof="0" dirty="0">
                <a:ln>
                  <a:noFill/>
                </a:ln>
                <a:solidFill>
                  <a:srgbClr val="EE822F"/>
                </a:solidFill>
                <a:effectLst/>
                <a:uLnTx/>
                <a:uFillTx/>
                <a:latin typeface="微软雅黑" panose="020B0503020204020204" pitchFamily="34" charset="-122"/>
                <a:ea typeface="微软雅黑" panose="020B0503020204020204" pitchFamily="34" charset="-122"/>
                <a:cs typeface="+mn-cs"/>
              </a:rPr>
              <a:t>重复使用</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或</a:t>
            </a:r>
            <a:r>
              <a:rPr kumimoji="0" lang="zh-CN" altLang="en-US" sz="2400" b="1" i="0" u="none" strike="noStrike" kern="1200" cap="none" spc="0" normalizeH="0" baseline="0" noProof="0" dirty="0">
                <a:ln>
                  <a:noFill/>
                </a:ln>
                <a:solidFill>
                  <a:srgbClr val="EE822F"/>
                </a:solidFill>
                <a:effectLst/>
                <a:uLnTx/>
                <a:uFillTx/>
                <a:latin typeface="微软雅黑" panose="020B0503020204020204" pitchFamily="34" charset="-122"/>
                <a:ea typeface="微软雅黑" panose="020B0503020204020204" pitchFamily="34" charset="-122"/>
                <a:cs typeface="+mn-cs"/>
              </a:rPr>
              <a:t>长期使用</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的目的，存放于</a:t>
            </a:r>
            <a:r>
              <a:rPr kumimoji="0" lang="zh-CN" altLang="en-US" sz="2400" b="1" i="0" u="none" strike="noStrike" kern="1200" cap="none" spc="0" normalizeH="0" baseline="0" noProof="0" dirty="0">
                <a:ln>
                  <a:noFill/>
                </a:ln>
                <a:solidFill>
                  <a:srgbClr val="EE822F"/>
                </a:solidFill>
                <a:effectLst/>
                <a:uLnTx/>
                <a:uFillTx/>
                <a:latin typeface="微软雅黑" panose="020B0503020204020204" pitchFamily="34" charset="-122"/>
                <a:ea typeface="微软雅黑" panose="020B0503020204020204" pitchFamily="34" charset="-122"/>
                <a:cs typeface="+mn-cs"/>
              </a:rPr>
              <a:t>外部存储器</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中的数据保存形式。</a:t>
            </a:r>
            <a:endPar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a:p>
            <a:pPr marL="685800" marR="0" lvl="1" indent="-228600" algn="l" defTabSz="914400" rtl="0" eaLnBrk="1" fontAlgn="auto" latinLnBrk="0" hangingPunct="1">
              <a:lnSpc>
                <a:spcPct val="150000"/>
              </a:lnSpc>
              <a:spcBef>
                <a:spcPts val="500"/>
              </a:spcBef>
              <a:spcAft>
                <a:spcPts val="0"/>
              </a:spcAft>
              <a:buClrTx/>
              <a:buSzTx/>
              <a:buFont typeface="Arial" panose="020B0604020202090204" pitchFamily="34" charset="0"/>
              <a:buChar char="•"/>
              <a:defRPr/>
            </a:pP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文本文件</a:t>
            </a:r>
            <a:endPar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a:p>
            <a:pPr marL="685800" marR="0" lvl="1" indent="-228600" algn="l" defTabSz="914400" rtl="0" eaLnBrk="1" fontAlgn="auto" latinLnBrk="0" hangingPunct="1">
              <a:lnSpc>
                <a:spcPct val="150000"/>
              </a:lnSpc>
              <a:spcBef>
                <a:spcPts val="500"/>
              </a:spcBef>
              <a:spcAft>
                <a:spcPts val="0"/>
              </a:spcAft>
              <a:buClrTx/>
              <a:buSzTx/>
              <a:buFont typeface="Arial" panose="020B0604020202090204" pitchFamily="34" charset="0"/>
              <a:buChar char="•"/>
              <a:defRPr/>
            </a:pP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二进制文件</a:t>
            </a:r>
            <a:endPar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7.1</a:t>
            </a:r>
            <a:endParaRPr lang="zh-CN" altLang="en-US" dirty="0"/>
          </a:p>
        </p:txBody>
      </p:sp>
      <p:sp>
        <p:nvSpPr>
          <p:cNvPr id="3" name="标题 2"/>
          <p:cNvSpPr>
            <a:spLocks noGrp="1"/>
          </p:cNvSpPr>
          <p:nvPr>
            <p:ph type="title"/>
          </p:nvPr>
        </p:nvSpPr>
        <p:spPr/>
        <p:txBody>
          <a:bodyPr/>
          <a:lstStyle/>
          <a:p>
            <a:r>
              <a:rPr lang="zh-CN" altLang="en-US" dirty="0"/>
              <a:t>文本文件</a:t>
            </a:r>
            <a:endParaRPr lang="zh-CN" altLang="en-US" dirty="0"/>
          </a:p>
        </p:txBody>
      </p:sp>
      <p:sp>
        <p:nvSpPr>
          <p:cNvPr id="2" name="内容占位符 1"/>
          <p:cNvSpPr txBox="1"/>
          <p:nvPr/>
        </p:nvSpPr>
        <p:spPr>
          <a:xfrm>
            <a:off x="925195" y="1395716"/>
            <a:ext cx="10509250" cy="3534094"/>
          </a:xfrm>
          <a:prstGeom prst="rect">
            <a:avLst/>
          </a:prstGeom>
          <a:noFill/>
          <a:ln>
            <a:noFill/>
          </a:ln>
          <a:effectLst/>
        </p:spPr>
        <p:txBody>
          <a:bodyPr vert="horz" lIns="91440" tIns="45720" rIns="91440" bIns="45720" rtlCol="0">
            <a:norm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1000"/>
              </a:spcBef>
              <a:spcAft>
                <a:spcPts val="0"/>
              </a:spcAft>
              <a:buClrTx/>
              <a:buSzTx/>
              <a:buFont typeface="Arial" panose="020B0604020202090204" pitchFamily="34" charset="0"/>
              <a:buNone/>
              <a:defRPr/>
            </a:pPr>
            <a:r>
              <a:rPr kumimoji="0" lang="zh-CN" altLang="en-US" sz="28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文本文件</a:t>
            </a:r>
            <a:endParaRPr kumimoji="0" lang="zh-CN" altLang="en-US" sz="28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a:p>
            <a:pPr marL="685800" marR="0" lvl="1" indent="-228600" algn="l" defTabSz="914400" rtl="0" eaLnBrk="1" fontAlgn="auto" latinLnBrk="0" hangingPunct="1">
              <a:lnSpc>
                <a:spcPct val="150000"/>
              </a:lnSpc>
              <a:spcBef>
                <a:spcPts val="500"/>
              </a:spcBef>
              <a:spcAft>
                <a:spcPts val="0"/>
              </a:spcAft>
              <a:buClrTx/>
              <a:buSzTx/>
              <a:buFont typeface="Arial" panose="020B0604020202090204" pitchFamily="34" charset="0"/>
              <a:buChar char="•"/>
              <a:defRPr/>
            </a:pP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存储常规的</a:t>
            </a:r>
            <a:r>
              <a:rPr kumimoji="0" lang="zh-CN" altLang="en-US" sz="2400" b="1" i="0" u="none" strike="noStrike" kern="1200" cap="none" spc="0" normalizeH="0" baseline="0" noProof="0" dirty="0">
                <a:ln>
                  <a:noFill/>
                </a:ln>
                <a:solidFill>
                  <a:srgbClr val="EE822F"/>
                </a:solidFill>
                <a:effectLst/>
                <a:uLnTx/>
                <a:uFillTx/>
                <a:latin typeface="微软雅黑" panose="020B0503020204020204" pitchFamily="34" charset="-122"/>
                <a:ea typeface="微软雅黑" panose="020B0503020204020204" pitchFamily="34" charset="-122"/>
                <a:cs typeface="+mn-cs"/>
              </a:rPr>
              <a:t>中西文字符</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a:t>
            </a:r>
            <a:r>
              <a:rPr kumimoji="0" lang="zh-CN" altLang="en-US" sz="2400" b="1" i="0" u="none" strike="noStrike" kern="1200" cap="none" spc="0" normalizeH="0" baseline="0" noProof="0" dirty="0">
                <a:ln>
                  <a:noFill/>
                </a:ln>
                <a:solidFill>
                  <a:srgbClr val="EE822F"/>
                </a:solidFill>
                <a:effectLst/>
                <a:uLnTx/>
                <a:uFillTx/>
                <a:latin typeface="微软雅黑" panose="020B0503020204020204" pitchFamily="34" charset="-122"/>
                <a:ea typeface="微软雅黑" panose="020B0503020204020204" pitchFamily="34" charset="-122"/>
                <a:cs typeface="+mn-cs"/>
              </a:rPr>
              <a:t>数字</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a:t>
            </a:r>
            <a:r>
              <a:rPr kumimoji="0" lang="zh-CN" altLang="en-US" sz="2400" b="1" i="0" u="none" strike="noStrike" kern="1200" cap="none" spc="0" normalizeH="0" baseline="0" noProof="0" dirty="0">
                <a:ln>
                  <a:noFill/>
                </a:ln>
                <a:solidFill>
                  <a:srgbClr val="EE822F"/>
                </a:solidFill>
                <a:effectLst/>
                <a:uLnTx/>
                <a:uFillTx/>
                <a:latin typeface="微软雅黑" panose="020B0503020204020204" pitchFamily="34" charset="-122"/>
                <a:ea typeface="微软雅黑" panose="020B0503020204020204" pitchFamily="34" charset="-122"/>
                <a:cs typeface="+mn-cs"/>
              </a:rPr>
              <a:t>标点</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等符号，</a:t>
            </a:r>
            <a:r>
              <a:rPr kumimoji="0" lang="zh-CN" altLang="en-US" sz="2400" b="1" i="0" u="none" strike="noStrike" kern="1200" cap="none" spc="0" normalizeH="0" baseline="0" noProof="0" dirty="0">
                <a:ln>
                  <a:noFill/>
                </a:ln>
                <a:solidFill>
                  <a:srgbClr val="EE822F"/>
                </a:solidFill>
                <a:effectLst/>
                <a:uLnTx/>
                <a:uFillTx/>
                <a:latin typeface="微软雅黑" panose="020B0503020204020204" pitchFamily="34" charset="-122"/>
                <a:ea typeface="微软雅黑" panose="020B0503020204020204" pitchFamily="34" charset="-122"/>
                <a:cs typeface="+mn-cs"/>
              </a:rPr>
              <a:t>换行</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常用符号 </a:t>
            </a:r>
            <a:r>
              <a:rPr kumimoji="0" lang="en-US" altLang="zh-CN" sz="2400" b="1" i="0" u="none" strike="noStrike" kern="1200" cap="none" spc="0" normalizeH="0" baseline="0" noProof="0" dirty="0">
                <a:ln>
                  <a:noFill/>
                </a:ln>
                <a:solidFill>
                  <a:srgbClr val="EE822F"/>
                </a:solidFill>
                <a:effectLst/>
                <a:uLnTx/>
                <a:uFillTx/>
                <a:latin typeface="微软雅黑" panose="020B0503020204020204" pitchFamily="34" charset="-122"/>
                <a:ea typeface="微软雅黑" panose="020B0503020204020204" pitchFamily="34" charset="-122"/>
                <a:cs typeface="+mn-cs"/>
              </a:rPr>
              <a:t>'\n'</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 表示。</a:t>
            </a:r>
            <a:endPar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a:p>
            <a:pPr marL="685800" marR="0" lvl="1" indent="-228600" algn="l" defTabSz="914400" rtl="0" eaLnBrk="1" fontAlgn="auto" latinLnBrk="0" hangingPunct="1">
              <a:lnSpc>
                <a:spcPct val="150000"/>
              </a:lnSpc>
              <a:spcBef>
                <a:spcPts val="500"/>
              </a:spcBef>
              <a:spcAft>
                <a:spcPts val="0"/>
              </a:spcAft>
              <a:buClrTx/>
              <a:buSzTx/>
              <a:buFont typeface="Arial" panose="020B0604020202090204" pitchFamily="34" charset="0"/>
              <a:buChar char="•"/>
              <a:defRPr/>
            </a:pP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使用普通</a:t>
            </a:r>
            <a:r>
              <a:rPr kumimoji="0" lang="zh-CN" altLang="en-US" sz="2400" b="1" i="0" u="none" strike="noStrike" kern="1200" cap="none" spc="0" normalizeH="0" baseline="0" noProof="0" dirty="0">
                <a:ln>
                  <a:noFill/>
                </a:ln>
                <a:solidFill>
                  <a:srgbClr val="EE822F"/>
                </a:solidFill>
                <a:effectLst/>
                <a:uLnTx/>
                <a:uFillTx/>
                <a:latin typeface="微软雅黑" panose="020B0503020204020204" pitchFamily="34" charset="-122"/>
                <a:ea typeface="微软雅黑" panose="020B0503020204020204" pitchFamily="34" charset="-122"/>
                <a:cs typeface="+mn-cs"/>
              </a:rPr>
              <a:t>文本编辑工具</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打开和编辑，人们可以</a:t>
            </a:r>
            <a:r>
              <a:rPr kumimoji="0" lang="zh-CN" altLang="en-US" sz="24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直接阅读和理解</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文件内容。</a:t>
            </a:r>
            <a:endPar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a:p>
            <a:pPr marL="685800" marR="0" lvl="1" indent="-228600" algn="l" defTabSz="914400" rtl="0" eaLnBrk="1" fontAlgn="auto" latinLnBrk="0" hangingPunct="1">
              <a:lnSpc>
                <a:spcPct val="150000"/>
              </a:lnSpc>
              <a:spcBef>
                <a:spcPts val="500"/>
              </a:spcBef>
              <a:spcAft>
                <a:spcPts val="0"/>
              </a:spcAft>
              <a:buClrTx/>
              <a:buSzTx/>
              <a:buFont typeface="Arial" panose="020B0604020202090204" pitchFamily="34" charset="0"/>
              <a:buChar char="•"/>
              <a:defRPr/>
            </a:pP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文本文件（</a:t>
            </a:r>
            <a:r>
              <a:rPr kumimoji="0" lang="en-US" altLang="zh-CN" sz="2400" b="1" i="0" u="none" strike="noStrike" kern="1200" cap="none" spc="0" normalizeH="0" baseline="0" noProof="0" dirty="0">
                <a:ln>
                  <a:noFill/>
                </a:ln>
                <a:solidFill>
                  <a:srgbClr val="EE822F"/>
                </a:solidFill>
                <a:effectLst/>
                <a:uLnTx/>
                <a:uFillTx/>
                <a:latin typeface="微软雅黑" panose="020B0503020204020204" pitchFamily="34" charset="-122"/>
                <a:ea typeface="微软雅黑" panose="020B0503020204020204" pitchFamily="34" charset="-122"/>
                <a:cs typeface="+mn-cs"/>
              </a:rPr>
              <a:t>txt</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）、逗号分隔值（</a:t>
            </a:r>
            <a:r>
              <a:rPr kumimoji="0" lang="en-US" altLang="zh-CN" sz="2400" b="1" i="0" u="none" strike="noStrike" kern="1200" cap="none" spc="0" normalizeH="0" baseline="0" noProof="0" dirty="0">
                <a:ln>
                  <a:noFill/>
                </a:ln>
                <a:solidFill>
                  <a:srgbClr val="EE822F"/>
                </a:solidFill>
                <a:effectLst/>
                <a:uLnTx/>
                <a:uFillTx/>
                <a:latin typeface="微软雅黑" panose="020B0503020204020204" pitchFamily="34" charset="-122"/>
                <a:ea typeface="微软雅黑" panose="020B0503020204020204" pitchFamily="34" charset="-122"/>
                <a:cs typeface="+mn-cs"/>
              </a:rPr>
              <a:t>csv</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）、日志文件（</a:t>
            </a:r>
            <a:r>
              <a:rPr kumimoji="0" lang="en-US" altLang="zh-CN" sz="2400" b="1" i="0" u="none" strike="noStrike" kern="1200" cap="none" spc="0" normalizeH="0" baseline="0" noProof="0" dirty="0">
                <a:ln>
                  <a:noFill/>
                </a:ln>
                <a:solidFill>
                  <a:srgbClr val="EE822F"/>
                </a:solidFill>
                <a:effectLst/>
                <a:uLnTx/>
                <a:uFillTx/>
                <a:latin typeface="微软雅黑" panose="020B0503020204020204" pitchFamily="34" charset="-122"/>
                <a:ea typeface="微软雅黑" panose="020B0503020204020204" pitchFamily="34" charset="-122"/>
                <a:cs typeface="+mn-cs"/>
              </a:rPr>
              <a:t>log</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）、配置文件（</a:t>
            </a:r>
            <a:r>
              <a:rPr kumimoji="0" lang="en-US" altLang="zh-CN" sz="2400" b="1" i="0" u="none" strike="noStrike" kern="1200" cap="none" spc="0" normalizeH="0" baseline="0" noProof="0" dirty="0" err="1">
                <a:ln>
                  <a:noFill/>
                </a:ln>
                <a:solidFill>
                  <a:srgbClr val="EE822F"/>
                </a:solidFill>
                <a:effectLst/>
                <a:uLnTx/>
                <a:uFillTx/>
                <a:latin typeface="微软雅黑" panose="020B0503020204020204" pitchFamily="34" charset="-122"/>
                <a:ea typeface="微软雅黑" panose="020B0503020204020204" pitchFamily="34" charset="-122"/>
                <a:cs typeface="+mn-cs"/>
              </a:rPr>
              <a:t>ini</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）等。</a:t>
            </a:r>
            <a:endPar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7.1</a:t>
            </a:r>
            <a:endParaRPr lang="zh-CN" altLang="en-US" dirty="0"/>
          </a:p>
        </p:txBody>
      </p:sp>
      <p:sp>
        <p:nvSpPr>
          <p:cNvPr id="3" name="标题 2"/>
          <p:cNvSpPr>
            <a:spLocks noGrp="1"/>
          </p:cNvSpPr>
          <p:nvPr>
            <p:ph type="title"/>
          </p:nvPr>
        </p:nvSpPr>
        <p:spPr/>
        <p:txBody>
          <a:bodyPr/>
          <a:lstStyle/>
          <a:p>
            <a:r>
              <a:rPr lang="zh-CN" altLang="en-US" dirty="0"/>
              <a:t>文本文件</a:t>
            </a:r>
            <a:endParaRPr lang="zh-CN" altLang="en-US" dirty="0"/>
          </a:p>
        </p:txBody>
      </p:sp>
      <p:sp>
        <p:nvSpPr>
          <p:cNvPr id="2" name="内容占位符 1"/>
          <p:cNvSpPr txBox="1"/>
          <p:nvPr/>
        </p:nvSpPr>
        <p:spPr>
          <a:xfrm>
            <a:off x="925195" y="1395716"/>
            <a:ext cx="10031730" cy="3227400"/>
          </a:xfrm>
          <a:prstGeom prst="rect">
            <a:avLst/>
          </a:prstGeom>
          <a:noFill/>
          <a:ln>
            <a:noFill/>
          </a:ln>
          <a:effectLst/>
        </p:spPr>
        <p:txBody>
          <a:bodyPr vert="horz" lIns="91440" tIns="45720" rIns="91440" bIns="45720" rtlCol="0">
            <a:norm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1000"/>
              </a:spcBef>
              <a:spcAft>
                <a:spcPts val="0"/>
              </a:spcAft>
              <a:buClrTx/>
              <a:buSzTx/>
              <a:buFont typeface="Arial" panose="020B0604020202090204" pitchFamily="34" charset="0"/>
              <a:buNone/>
              <a:defRPr/>
            </a:pPr>
            <a:r>
              <a:rPr kumimoji="0" lang="zh-CN" altLang="en-US" sz="28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二进制文件</a:t>
            </a:r>
            <a:endParaRPr kumimoji="0" lang="zh-CN" altLang="en-US" sz="28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a:p>
            <a:pPr marL="685800" marR="0" lvl="1" indent="-228600" algn="l" defTabSz="914400" rtl="0" eaLnBrk="1" fontAlgn="auto" latinLnBrk="0" hangingPunct="1">
              <a:lnSpc>
                <a:spcPct val="150000"/>
              </a:lnSpc>
              <a:spcBef>
                <a:spcPts val="500"/>
              </a:spcBef>
              <a:spcAft>
                <a:spcPts val="0"/>
              </a:spcAft>
              <a:buClrTx/>
              <a:buSzTx/>
              <a:buFont typeface="Arial" panose="020B0604020202090204" pitchFamily="34" charset="0"/>
              <a:buChar char="•"/>
              <a:defRPr/>
            </a:pP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数据以</a:t>
            </a:r>
            <a:r>
              <a:rPr kumimoji="0" lang="zh-CN" altLang="en-US" sz="2400" b="1" i="0" u="none" strike="noStrike" kern="1200" cap="none" spc="0" normalizeH="0" baseline="0" noProof="0" dirty="0">
                <a:ln>
                  <a:noFill/>
                </a:ln>
                <a:solidFill>
                  <a:srgbClr val="EE822F"/>
                </a:solidFill>
                <a:effectLst/>
                <a:uLnTx/>
                <a:uFillTx/>
                <a:latin typeface="微软雅黑" panose="020B0503020204020204" pitchFamily="34" charset="-122"/>
                <a:ea typeface="微软雅黑" panose="020B0503020204020204" pitchFamily="34" charset="-122"/>
                <a:cs typeface="+mn-cs"/>
              </a:rPr>
              <a:t>二进制</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的形式存储。</a:t>
            </a:r>
            <a:endPar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a:p>
            <a:pPr marL="685800" marR="0" lvl="1" indent="-228600" algn="l" defTabSz="914400" rtl="0" eaLnBrk="1" fontAlgn="auto" latinLnBrk="0" hangingPunct="1">
              <a:lnSpc>
                <a:spcPct val="150000"/>
              </a:lnSpc>
              <a:spcBef>
                <a:spcPts val="500"/>
              </a:spcBef>
              <a:spcAft>
                <a:spcPts val="0"/>
              </a:spcAft>
              <a:buClrTx/>
              <a:buSzTx/>
              <a:buFont typeface="Arial" panose="020B0604020202090204" pitchFamily="34" charset="0"/>
              <a:buChar char="•"/>
              <a:defRPr/>
            </a:pP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读取此类文件需要能够</a:t>
            </a:r>
            <a:r>
              <a:rPr kumimoji="0" lang="zh-CN" altLang="en-US" sz="2400" b="1" i="0" u="none" strike="noStrike" kern="1200" cap="none" spc="0" normalizeH="0" baseline="0" noProof="0" dirty="0">
                <a:ln>
                  <a:noFill/>
                </a:ln>
                <a:solidFill>
                  <a:srgbClr val="EE822F"/>
                </a:solidFill>
                <a:effectLst/>
                <a:uLnTx/>
                <a:uFillTx/>
                <a:latin typeface="微软雅黑" panose="020B0503020204020204" pitchFamily="34" charset="-122"/>
                <a:ea typeface="微软雅黑" panose="020B0503020204020204" pitchFamily="34" charset="-122"/>
                <a:cs typeface="+mn-cs"/>
              </a:rPr>
              <a:t>解析二进制数据</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的结构和含义的</a:t>
            </a:r>
            <a:r>
              <a:rPr kumimoji="0" lang="zh-CN" altLang="en-US"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应用软件</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a:t>
            </a:r>
            <a:endPar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a:p>
            <a:pPr marL="685800" marR="0" lvl="1" indent="-228600" algn="l" defTabSz="914400" rtl="0" eaLnBrk="1" fontAlgn="auto" latinLnBrk="0" hangingPunct="1">
              <a:lnSpc>
                <a:spcPct val="150000"/>
              </a:lnSpc>
              <a:spcBef>
                <a:spcPts val="500"/>
              </a:spcBef>
              <a:spcAft>
                <a:spcPts val="0"/>
              </a:spcAft>
              <a:buClrTx/>
              <a:buSzTx/>
              <a:buFont typeface="Arial" panose="020B0604020202090204" pitchFamily="34" charset="0"/>
              <a:buChar char="•"/>
              <a:defRPr/>
            </a:pP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图片文件（</a:t>
            </a:r>
            <a:r>
              <a:rPr kumimoji="0" lang="en-US" altLang="zh-CN" sz="2400" b="1" i="0" u="none" strike="noStrike" kern="1200" cap="none" spc="0" normalizeH="0" baseline="0" noProof="0" dirty="0">
                <a:ln>
                  <a:noFill/>
                </a:ln>
                <a:solidFill>
                  <a:srgbClr val="EE822F"/>
                </a:solidFill>
                <a:effectLst/>
                <a:uLnTx/>
                <a:uFillTx/>
                <a:latin typeface="微软雅黑" panose="020B0503020204020204" pitchFamily="34" charset="-122"/>
                <a:ea typeface="微软雅黑" panose="020B0503020204020204" pitchFamily="34" charset="-122"/>
                <a:cs typeface="+mn-cs"/>
              </a:rPr>
              <a:t>jpeg</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）、视频文件（</a:t>
            </a:r>
            <a:r>
              <a:rPr kumimoji="0" lang="en-US" altLang="zh-CN" sz="2400" b="1" i="0" u="none" strike="noStrike" kern="1200" cap="none" spc="0" normalizeH="0" baseline="0" noProof="0" dirty="0">
                <a:ln>
                  <a:noFill/>
                </a:ln>
                <a:solidFill>
                  <a:srgbClr val="EE822F"/>
                </a:solidFill>
                <a:effectLst/>
                <a:uLnTx/>
                <a:uFillTx/>
                <a:latin typeface="微软雅黑" panose="020B0503020204020204" pitchFamily="34" charset="-122"/>
                <a:ea typeface="微软雅黑" panose="020B0503020204020204" pitchFamily="34" charset="-122"/>
                <a:cs typeface="+mn-cs"/>
              </a:rPr>
              <a:t>mpeg</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a:t>
            </a:r>
            <a:r>
              <a:rPr kumimoji="0" lang="en-US" altLang="zh-CN"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Windows </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下的可执行文件（</a:t>
            </a:r>
            <a:r>
              <a:rPr kumimoji="0" lang="en-US" altLang="zh-CN" sz="2400" b="1" i="0" u="none" strike="noStrike" kern="1200" cap="none" spc="0" normalizeH="0" baseline="0" noProof="0" dirty="0">
                <a:ln>
                  <a:noFill/>
                </a:ln>
                <a:solidFill>
                  <a:srgbClr val="EE822F"/>
                </a:solidFill>
                <a:effectLst/>
                <a:uLnTx/>
                <a:uFillTx/>
                <a:latin typeface="微软雅黑" panose="020B0503020204020204" pitchFamily="34" charset="-122"/>
                <a:ea typeface="微软雅黑" panose="020B0503020204020204" pitchFamily="34" charset="-122"/>
                <a:cs typeface="+mn-cs"/>
              </a:rPr>
              <a:t>exe</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）等。</a:t>
            </a:r>
            <a:endPar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7.1</a:t>
            </a:r>
            <a:endParaRPr lang="zh-CN" altLang="en-US" dirty="0"/>
          </a:p>
        </p:txBody>
      </p:sp>
      <p:sp>
        <p:nvSpPr>
          <p:cNvPr id="3" name="标题 2"/>
          <p:cNvSpPr>
            <a:spLocks noGrp="1"/>
          </p:cNvSpPr>
          <p:nvPr>
            <p:ph type="title"/>
          </p:nvPr>
        </p:nvSpPr>
        <p:spPr/>
        <p:txBody>
          <a:bodyPr/>
          <a:lstStyle/>
          <a:p>
            <a:r>
              <a:rPr lang="zh-CN" altLang="en-US" dirty="0"/>
              <a:t>文本文件</a:t>
            </a:r>
            <a:endParaRPr lang="zh-CN" altLang="en-US" dirty="0"/>
          </a:p>
        </p:txBody>
      </p:sp>
      <p:sp>
        <p:nvSpPr>
          <p:cNvPr id="2" name="内容占位符 1"/>
          <p:cNvSpPr txBox="1"/>
          <p:nvPr/>
        </p:nvSpPr>
        <p:spPr>
          <a:xfrm>
            <a:off x="925195" y="1395716"/>
            <a:ext cx="10031730" cy="2971822"/>
          </a:xfrm>
          <a:prstGeom prst="rect">
            <a:avLst/>
          </a:prstGeom>
          <a:noFill/>
          <a:ln>
            <a:noFill/>
          </a:ln>
          <a:effectLst/>
        </p:spPr>
        <p:txBody>
          <a:bodyPr vert="horz" lIns="91440" tIns="45720" rIns="91440" bIns="45720" rtlCol="0">
            <a:norm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1000"/>
              </a:spcBef>
              <a:spcAft>
                <a:spcPts val="0"/>
              </a:spcAft>
              <a:buClrTx/>
              <a:buSzTx/>
              <a:buFont typeface="Arial" panose="020B0604020202090204" pitchFamily="34" charset="0"/>
              <a:buNone/>
              <a:defRPr/>
            </a:pPr>
            <a:r>
              <a:rPr kumimoji="0" lang="zh-CN" altLang="en-US" sz="28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文件写入或读取操作过程</a:t>
            </a:r>
            <a:endParaRPr kumimoji="0" lang="zh-CN" altLang="en-US" sz="28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a:p>
            <a:pPr marL="457200" marR="0" lvl="1" indent="0" algn="l" defTabSz="914400" rtl="0" eaLnBrk="1" fontAlgn="auto" latinLnBrk="0" hangingPunct="1">
              <a:lnSpc>
                <a:spcPct val="150000"/>
              </a:lnSpc>
              <a:spcBef>
                <a:spcPts val="500"/>
              </a:spcBef>
              <a:spcAft>
                <a:spcPts val="0"/>
              </a:spcAft>
              <a:buClrTx/>
              <a:buSzTx/>
              <a:buFont typeface="Arial" panose="020B0604020202090204" pitchFamily="34" charset="0"/>
              <a:buNone/>
              <a:defRPr/>
            </a:pP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a:t>
            </a:r>
            <a:r>
              <a:rPr kumimoji="0" lang="en-US" altLang="zh-CN"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1</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a:t>
            </a:r>
            <a:r>
              <a:rPr kumimoji="0" lang="zh-CN" altLang="en-US" sz="2400" b="1" i="0" u="none" strike="noStrike" kern="1200" cap="none" spc="0" normalizeH="0" baseline="0" noProof="0" dirty="0">
                <a:ln>
                  <a:noFill/>
                </a:ln>
                <a:solidFill>
                  <a:srgbClr val="EE822F"/>
                </a:solidFill>
                <a:effectLst/>
                <a:uLnTx/>
                <a:uFillTx/>
                <a:latin typeface="微软雅黑" panose="020B0503020204020204" pitchFamily="34" charset="-122"/>
                <a:ea typeface="微软雅黑" panose="020B0503020204020204" pitchFamily="34" charset="-122"/>
                <a:cs typeface="+mn-cs"/>
              </a:rPr>
              <a:t>打开文件</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并</a:t>
            </a:r>
            <a:r>
              <a:rPr kumimoji="0" lang="zh-CN" altLang="en-US"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创建</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文件</a:t>
            </a:r>
            <a:r>
              <a:rPr kumimoji="0" lang="zh-CN" altLang="en-US" sz="2400" b="1" i="0" u="none" strike="noStrike" kern="1200" cap="none" spc="0" normalizeH="0" baseline="0" noProof="0" dirty="0">
                <a:ln>
                  <a:noFill/>
                </a:ln>
                <a:solidFill>
                  <a:srgbClr val="EE822F"/>
                </a:solidFill>
                <a:effectLst/>
                <a:uLnTx/>
                <a:uFillTx/>
                <a:latin typeface="微软雅黑" panose="020B0503020204020204" pitchFamily="34" charset="-122"/>
                <a:ea typeface="微软雅黑" panose="020B0503020204020204" pitchFamily="34" charset="-122"/>
                <a:cs typeface="+mn-cs"/>
              </a:rPr>
              <a:t>对象</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a:t>
            </a:r>
            <a:endPar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a:p>
            <a:pPr marL="457200" marR="0" lvl="1" indent="0" algn="l" defTabSz="914400" rtl="0" eaLnBrk="1" fontAlgn="auto" latinLnBrk="0" hangingPunct="1">
              <a:lnSpc>
                <a:spcPct val="150000"/>
              </a:lnSpc>
              <a:spcBef>
                <a:spcPts val="500"/>
              </a:spcBef>
              <a:spcAft>
                <a:spcPts val="0"/>
              </a:spcAft>
              <a:buClrTx/>
              <a:buSzTx/>
              <a:buFont typeface="Arial" panose="020B0604020202090204" pitchFamily="34" charset="0"/>
              <a:buNone/>
              <a:defRPr/>
            </a:pP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a:t>
            </a:r>
            <a:r>
              <a:rPr kumimoji="0" lang="en-US" altLang="zh-CN"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2</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）通过文件对象对文件中的内容进行</a:t>
            </a:r>
            <a:r>
              <a:rPr kumimoji="0" lang="zh-CN" altLang="en-US" sz="2400" b="1" i="0" u="none" strike="noStrike" kern="1200" cap="none" spc="0" normalizeH="0" baseline="0" noProof="0" dirty="0">
                <a:ln>
                  <a:noFill/>
                </a:ln>
                <a:solidFill>
                  <a:srgbClr val="EE822F"/>
                </a:solidFill>
                <a:effectLst/>
                <a:uLnTx/>
                <a:uFillTx/>
                <a:latin typeface="微软雅黑" panose="020B0503020204020204" pitchFamily="34" charset="-122"/>
                <a:ea typeface="微软雅黑" panose="020B0503020204020204" pitchFamily="34" charset="-122"/>
                <a:cs typeface="+mn-cs"/>
              </a:rPr>
              <a:t>读取</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和</a:t>
            </a:r>
            <a:r>
              <a:rPr kumimoji="0" lang="zh-CN" altLang="en-US" sz="2400" b="1" i="0" u="none" strike="noStrike" kern="1200" cap="none" spc="0" normalizeH="0" baseline="0" noProof="0" dirty="0">
                <a:ln>
                  <a:noFill/>
                </a:ln>
                <a:solidFill>
                  <a:srgbClr val="EE822F"/>
                </a:solidFill>
                <a:effectLst/>
                <a:uLnTx/>
                <a:uFillTx/>
                <a:latin typeface="微软雅黑" panose="020B0503020204020204" pitchFamily="34" charset="-122"/>
                <a:ea typeface="微软雅黑" panose="020B0503020204020204" pitchFamily="34" charset="-122"/>
                <a:cs typeface="+mn-cs"/>
              </a:rPr>
              <a:t>写入</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等操作；</a:t>
            </a:r>
            <a:endPar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a:p>
            <a:pPr marL="457200" marR="0" lvl="1" indent="0" algn="l" defTabSz="914400" rtl="0" eaLnBrk="1" fontAlgn="auto" latinLnBrk="0" hangingPunct="1">
              <a:lnSpc>
                <a:spcPct val="150000"/>
              </a:lnSpc>
              <a:spcBef>
                <a:spcPts val="500"/>
              </a:spcBef>
              <a:spcAft>
                <a:spcPts val="0"/>
              </a:spcAft>
              <a:buClrTx/>
              <a:buSzTx/>
              <a:buFont typeface="Arial" panose="020B0604020202090204" pitchFamily="34" charset="0"/>
              <a:buNone/>
              <a:defRPr/>
            </a:pP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a:t>
            </a:r>
            <a:r>
              <a:rPr kumimoji="0" lang="en-US" altLang="zh-CN"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3</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a:t>
            </a:r>
            <a:r>
              <a:rPr kumimoji="0" lang="zh-CN" altLang="en-US" sz="2400" b="1" i="0" u="none" strike="noStrike" kern="1200" cap="none" spc="0" normalizeH="0" baseline="0" noProof="0" dirty="0">
                <a:ln>
                  <a:noFill/>
                </a:ln>
                <a:solidFill>
                  <a:srgbClr val="EE822F"/>
                </a:solidFill>
                <a:effectLst/>
                <a:uLnTx/>
                <a:uFillTx/>
                <a:latin typeface="微软雅黑" panose="020B0503020204020204" pitchFamily="34" charset="-122"/>
                <a:ea typeface="微软雅黑" panose="020B0503020204020204" pitchFamily="34" charset="-122"/>
                <a:cs typeface="+mn-cs"/>
              </a:rPr>
              <a:t>关闭</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并</a:t>
            </a:r>
            <a:r>
              <a:rPr kumimoji="0" lang="zh-CN" altLang="en-US" sz="2400" b="1" i="0" u="none" strike="noStrike" kern="1200" cap="none" spc="0" normalizeH="0" baseline="0" noProof="0" dirty="0">
                <a:ln>
                  <a:noFill/>
                </a:ln>
                <a:solidFill>
                  <a:srgbClr val="EE822F"/>
                </a:solidFill>
                <a:effectLst/>
                <a:uLnTx/>
                <a:uFillTx/>
                <a:latin typeface="微软雅黑" panose="020B0503020204020204" pitchFamily="34" charset="-122"/>
                <a:ea typeface="微软雅黑" panose="020B0503020204020204" pitchFamily="34" charset="-122"/>
                <a:cs typeface="+mn-cs"/>
              </a:rPr>
              <a:t>保存</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文件内容。</a:t>
            </a:r>
            <a:endPar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7.1.1</a:t>
            </a:r>
            <a:endParaRPr lang="zh-CN" altLang="en-US" dirty="0"/>
          </a:p>
        </p:txBody>
      </p:sp>
      <p:sp>
        <p:nvSpPr>
          <p:cNvPr id="3" name="标题 2"/>
          <p:cNvSpPr>
            <a:spLocks noGrp="1"/>
          </p:cNvSpPr>
          <p:nvPr>
            <p:ph type="title"/>
          </p:nvPr>
        </p:nvSpPr>
        <p:spPr/>
        <p:txBody>
          <a:bodyPr/>
          <a:lstStyle/>
          <a:p>
            <a:r>
              <a:rPr lang="zh-CN" altLang="en-US" dirty="0"/>
              <a:t>文件的打开</a:t>
            </a:r>
            <a:endParaRPr lang="zh-CN" altLang="en-US" dirty="0"/>
          </a:p>
        </p:txBody>
      </p:sp>
      <p:sp>
        <p:nvSpPr>
          <p:cNvPr id="5" name="内容占位符 1"/>
          <p:cNvSpPr txBox="1"/>
          <p:nvPr/>
        </p:nvSpPr>
        <p:spPr>
          <a:xfrm>
            <a:off x="852628" y="2861187"/>
            <a:ext cx="10486743" cy="3480619"/>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nSpc>
                <a:spcPct val="130000"/>
              </a:lnSpc>
              <a:buClr>
                <a:sysClr val="windowText" lastClr="000000"/>
              </a:buClr>
              <a:buNone/>
            </a:pPr>
            <a:r>
              <a:rPr lang="en-US" altLang="zh-CN" sz="2000" dirty="0">
                <a:solidFill>
                  <a:sysClr val="windowText" lastClr="000000"/>
                </a:solidFill>
                <a:latin typeface="微软雅黑" panose="020B0503020204020204" pitchFamily="34" charset="-122"/>
                <a:ea typeface="微软雅黑" panose="020B0503020204020204" pitchFamily="34" charset="-122"/>
              </a:rPr>
              <a:t>   file </a:t>
            </a:r>
            <a:r>
              <a:rPr lang="zh-CN" altLang="en-US" sz="2000" dirty="0">
                <a:solidFill>
                  <a:sysClr val="windowText" lastClr="000000"/>
                </a:solidFill>
                <a:latin typeface="微软雅黑" panose="020B0503020204020204" pitchFamily="34" charset="-122"/>
                <a:ea typeface="微软雅黑" panose="020B0503020204020204" pitchFamily="34" charset="-122"/>
              </a:rPr>
              <a:t>参数是一个</a:t>
            </a:r>
            <a:r>
              <a:rPr lang="zh-CN" altLang="en-US" sz="2000" b="1" dirty="0">
                <a:solidFill>
                  <a:schemeClr val="accent2"/>
                </a:solidFill>
                <a:latin typeface="微软雅黑" panose="020B0503020204020204" pitchFamily="34" charset="-122"/>
                <a:ea typeface="微软雅黑" panose="020B0503020204020204" pitchFamily="34" charset="-122"/>
              </a:rPr>
              <a:t>带路径的文件名</a:t>
            </a:r>
            <a:endParaRPr lang="en-US" altLang="zh-CN" sz="2000" b="1" dirty="0">
              <a:solidFill>
                <a:schemeClr val="accent2"/>
              </a:solidFill>
              <a:latin typeface="微软雅黑" panose="020B0503020204020204" pitchFamily="34" charset="-122"/>
              <a:ea typeface="微软雅黑" panose="020B0503020204020204" pitchFamily="34" charset="-122"/>
            </a:endParaRPr>
          </a:p>
          <a:p>
            <a:pPr>
              <a:lnSpc>
                <a:spcPct val="130000"/>
              </a:lnSpc>
              <a:buClr>
                <a:sysClr val="windowText" lastClr="000000"/>
              </a:buClr>
            </a:pPr>
            <a:r>
              <a:rPr lang="zh-CN" altLang="en-US" sz="2000" dirty="0">
                <a:solidFill>
                  <a:sysClr val="windowText" lastClr="000000"/>
                </a:solidFill>
                <a:latin typeface="微软雅黑" panose="020B0503020204020204" pitchFamily="34" charset="-122"/>
                <a:ea typeface="微软雅黑" panose="020B0503020204020204" pitchFamily="34" charset="-122"/>
              </a:rPr>
              <a:t>可以带一个从</a:t>
            </a:r>
            <a:r>
              <a:rPr lang="zh-CN" altLang="en-US" sz="2000" b="1" dirty="0">
                <a:solidFill>
                  <a:schemeClr val="accent2"/>
                </a:solidFill>
                <a:latin typeface="微软雅黑" panose="020B0503020204020204" pitchFamily="34" charset="-122"/>
                <a:ea typeface="微软雅黑" panose="020B0503020204020204" pitchFamily="34" charset="-122"/>
              </a:rPr>
              <a:t>根目录</a:t>
            </a:r>
            <a:r>
              <a:rPr lang="zh-CN" altLang="en-US" sz="2000" dirty="0">
                <a:solidFill>
                  <a:sysClr val="windowText" lastClr="000000"/>
                </a:solidFill>
                <a:latin typeface="微软雅黑" panose="020B0503020204020204" pitchFamily="34" charset="-122"/>
                <a:ea typeface="微软雅黑" panose="020B0503020204020204" pitchFamily="34" charset="-122"/>
              </a:rPr>
              <a:t>开始的</a:t>
            </a:r>
            <a:r>
              <a:rPr lang="zh-CN" altLang="en-US" sz="2000" b="1" dirty="0">
                <a:solidFill>
                  <a:schemeClr val="accent2"/>
                </a:solidFill>
                <a:latin typeface="微软雅黑" panose="020B0503020204020204" pitchFamily="34" charset="-122"/>
                <a:ea typeface="微软雅黑" panose="020B0503020204020204" pitchFamily="34" charset="-122"/>
              </a:rPr>
              <a:t>绝对路径</a:t>
            </a:r>
            <a:r>
              <a:rPr lang="zh-CN" altLang="en-US" sz="2000" dirty="0">
                <a:solidFill>
                  <a:sysClr val="windowText" lastClr="000000"/>
                </a:solidFill>
                <a:latin typeface="微软雅黑" panose="020B0503020204020204" pitchFamily="34" charset="-122"/>
                <a:ea typeface="微软雅黑" panose="020B0503020204020204" pitchFamily="34" charset="-122"/>
              </a:rPr>
              <a:t>，如 </a:t>
            </a:r>
            <a:r>
              <a:rPr lang="en-US" altLang="zh-CN" sz="2000" dirty="0">
                <a:solidFill>
                  <a:sysClr val="windowText" lastClr="000000"/>
                </a:solidFill>
                <a:latin typeface="微软雅黑" panose="020B0503020204020204" pitchFamily="34" charset="-122"/>
                <a:ea typeface="微软雅黑" panose="020B0503020204020204" pitchFamily="34" charset="-122"/>
              </a:rPr>
              <a:t>'c:\\temp\\temp.txt'</a:t>
            </a:r>
            <a:endParaRPr lang="en-US" altLang="zh-CN" sz="2000" dirty="0">
              <a:solidFill>
                <a:sysClr val="windowText" lastClr="000000"/>
              </a:solidFill>
              <a:latin typeface="微软雅黑" panose="020B0503020204020204" pitchFamily="34" charset="-122"/>
              <a:ea typeface="微软雅黑" panose="020B0503020204020204" pitchFamily="34" charset="-122"/>
            </a:endParaRPr>
          </a:p>
          <a:p>
            <a:pPr>
              <a:lnSpc>
                <a:spcPct val="130000"/>
              </a:lnSpc>
              <a:buClr>
                <a:sysClr val="windowText" lastClr="000000"/>
              </a:buClr>
            </a:pPr>
            <a:r>
              <a:rPr lang="zh-CN" altLang="en-US" sz="2000" dirty="0">
                <a:solidFill>
                  <a:sysClr val="windowText" lastClr="000000"/>
                </a:solidFill>
                <a:latin typeface="微软雅黑" panose="020B0503020204020204" pitchFamily="34" charset="-122"/>
                <a:ea typeface="微软雅黑" panose="020B0503020204020204" pitchFamily="34" charset="-122"/>
              </a:rPr>
              <a:t>或相对当前打开文件所在路径的</a:t>
            </a:r>
            <a:r>
              <a:rPr lang="zh-CN" altLang="en-US" sz="2000" b="1" dirty="0">
                <a:solidFill>
                  <a:schemeClr val="accent2"/>
                </a:solidFill>
                <a:latin typeface="微软雅黑" panose="020B0503020204020204" pitchFamily="34" charset="-122"/>
                <a:ea typeface="微软雅黑" panose="020B0503020204020204" pitchFamily="34" charset="-122"/>
              </a:rPr>
              <a:t>相对路径</a:t>
            </a:r>
            <a:r>
              <a:rPr lang="zh-CN" altLang="en-US" sz="2000" dirty="0">
                <a:solidFill>
                  <a:sysClr val="windowText" lastClr="000000"/>
                </a:solidFill>
                <a:latin typeface="微软雅黑" panose="020B0503020204020204" pitchFamily="34" charset="-122"/>
                <a:ea typeface="微软雅黑" panose="020B0503020204020204" pitchFamily="34" charset="-122"/>
              </a:rPr>
              <a:t>，如 </a:t>
            </a:r>
            <a:r>
              <a:rPr lang="en-US" altLang="zh-CN" sz="2000" dirty="0">
                <a:solidFill>
                  <a:sysClr val="windowText" lastClr="000000"/>
                </a:solidFill>
                <a:latin typeface="微软雅黑" panose="020B0503020204020204" pitchFamily="34" charset="-122"/>
                <a:ea typeface="微软雅黑" panose="020B0503020204020204" pitchFamily="34" charset="-122"/>
              </a:rPr>
              <a:t>./temp.txt</a:t>
            </a:r>
            <a:endParaRPr lang="en-US" altLang="zh-CN" sz="2000" dirty="0">
              <a:solidFill>
                <a:sysClr val="windowText" lastClr="000000"/>
              </a:solidFill>
              <a:latin typeface="微软雅黑" panose="020B0503020204020204" pitchFamily="34" charset="-122"/>
              <a:ea typeface="微软雅黑" panose="020B0503020204020204" pitchFamily="34" charset="-122"/>
            </a:endParaRPr>
          </a:p>
          <a:p>
            <a:pPr>
              <a:lnSpc>
                <a:spcPct val="130000"/>
              </a:lnSpc>
              <a:buClr>
                <a:sysClr val="windowText" lastClr="000000"/>
              </a:buClr>
            </a:pPr>
            <a:r>
              <a:rPr lang="zh-CN" altLang="en-US" sz="2000" dirty="0">
                <a:solidFill>
                  <a:sysClr val="windowText" lastClr="000000"/>
                </a:solidFill>
                <a:latin typeface="微软雅黑" panose="020B0503020204020204" pitchFamily="34" charset="-122"/>
                <a:ea typeface="微软雅黑" panose="020B0503020204020204" pitchFamily="34" charset="-122"/>
              </a:rPr>
              <a:t>当打开的文件与当前程序文件在同一路径下时，不需要写路径</a:t>
            </a:r>
            <a:endParaRPr lang="en-US" altLang="zh-CN" sz="2000" dirty="0">
              <a:solidFill>
                <a:sysClr val="windowText" lastClr="000000"/>
              </a:solidFill>
              <a:latin typeface="微软雅黑" panose="020B0503020204020204" pitchFamily="34" charset="-122"/>
              <a:ea typeface="微软雅黑" panose="020B0503020204020204" pitchFamily="34" charset="-122"/>
            </a:endParaRPr>
          </a:p>
          <a:p>
            <a:pPr>
              <a:lnSpc>
                <a:spcPct val="130000"/>
              </a:lnSpc>
              <a:buClr>
                <a:sysClr val="windowText" lastClr="000000"/>
              </a:buClr>
            </a:pPr>
            <a:r>
              <a:rPr lang="zh-CN" altLang="en-US" sz="2000" dirty="0">
                <a:solidFill>
                  <a:sysClr val="windowText" lastClr="000000"/>
                </a:solidFill>
                <a:latin typeface="微软雅黑" panose="020B0503020204020204" pitchFamily="34" charset="-122"/>
                <a:ea typeface="微软雅黑" panose="020B0503020204020204" pitchFamily="34" charset="-122"/>
              </a:rPr>
              <a:t>考虑到程序的可移植性，一般建议使用相对路径。</a:t>
            </a:r>
            <a:endParaRPr lang="zh-CN" altLang="en-US" sz="2000" dirty="0">
              <a:solidFill>
                <a:sysClr val="windowText" lastClr="000000"/>
              </a:solidFill>
              <a:latin typeface="微软雅黑" panose="020B0503020204020204" pitchFamily="34" charset="-122"/>
              <a:ea typeface="微软雅黑" panose="020B0503020204020204" pitchFamily="34" charset="-122"/>
            </a:endParaRPr>
          </a:p>
        </p:txBody>
      </p:sp>
      <p:sp>
        <p:nvSpPr>
          <p:cNvPr id="9" name="内容占位符 5"/>
          <p:cNvSpPr txBox="1"/>
          <p:nvPr/>
        </p:nvSpPr>
        <p:spPr>
          <a:xfrm>
            <a:off x="780061" y="1740980"/>
            <a:ext cx="10631877" cy="848652"/>
          </a:xfrm>
          <a:prstGeom prst="roundRect">
            <a:avLst>
              <a:gd name="adj" fmla="val 20006"/>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0" algn="ctr" eaLnBrk="0" fontAlgn="base" hangingPunct="0">
              <a:lnSpc>
                <a:spcPct val="150000"/>
              </a:lnSpc>
              <a:spcBef>
                <a:spcPct val="0"/>
              </a:spcBef>
              <a:spcAft>
                <a:spcPct val="0"/>
              </a:spcAft>
              <a:defRPr/>
            </a:pPr>
            <a:r>
              <a:rPr lang="en-US" altLang="zh-CN" sz="2400" b="1" kern="0" dirty="0">
                <a:solidFill>
                  <a:srgbClr val="080808"/>
                </a:solidFill>
              </a:rPr>
              <a:t>  </a:t>
            </a:r>
            <a:r>
              <a:rPr lang="zh-CN" altLang="zh-CN" sz="2400" b="1" kern="0" dirty="0">
                <a:solidFill>
                  <a:srgbClr val="080808"/>
                </a:solidFill>
              </a:rPr>
              <a:t>fr </a:t>
            </a:r>
            <a:r>
              <a:rPr lang="zh-CN" altLang="zh-CN" sz="2400" b="1" kern="0" dirty="0">
                <a:solidFill>
                  <a:srgbClr val="025DFF"/>
                </a:solidFill>
              </a:rPr>
              <a:t>= </a:t>
            </a:r>
            <a:r>
              <a:rPr lang="zh-CN" altLang="zh-CN" sz="2400" b="1" kern="0" dirty="0">
                <a:solidFill>
                  <a:srgbClr val="FF6A02"/>
                </a:solidFill>
              </a:rPr>
              <a:t>open</a:t>
            </a:r>
            <a:r>
              <a:rPr lang="zh-CN" altLang="zh-CN" sz="2400" b="1" kern="0" dirty="0">
                <a:solidFill>
                  <a:srgbClr val="7102FF"/>
                </a:solidFill>
              </a:rPr>
              <a:t>(</a:t>
            </a:r>
            <a:r>
              <a:rPr lang="zh-CN" altLang="zh-CN" sz="2400" b="1" kern="0" dirty="0">
                <a:solidFill>
                  <a:srgbClr val="080808"/>
                </a:solidFill>
              </a:rPr>
              <a:t>file, </a:t>
            </a:r>
            <a:r>
              <a:rPr lang="zh-CN" altLang="zh-CN" sz="2400" b="1" kern="0" dirty="0">
                <a:solidFill>
                  <a:srgbClr val="660099"/>
                </a:solidFill>
              </a:rPr>
              <a:t>mode</a:t>
            </a:r>
            <a:r>
              <a:rPr lang="zh-CN" altLang="zh-CN" sz="2400" b="1" kern="0" dirty="0">
                <a:solidFill>
                  <a:srgbClr val="025DFF"/>
                </a:solidFill>
              </a:rPr>
              <a:t>=</a:t>
            </a:r>
            <a:r>
              <a:rPr lang="zh-CN" altLang="zh-CN" sz="2400" b="1" kern="0" dirty="0">
                <a:solidFill>
                  <a:srgbClr val="49C957"/>
                </a:solidFill>
              </a:rPr>
              <a:t>'r'</a:t>
            </a:r>
            <a:r>
              <a:rPr lang="zh-CN" altLang="zh-CN" sz="2400" b="1" kern="0" dirty="0">
                <a:solidFill>
                  <a:srgbClr val="080808"/>
                </a:solidFill>
              </a:rPr>
              <a:t>, </a:t>
            </a:r>
            <a:r>
              <a:rPr lang="zh-CN" altLang="zh-CN" sz="2400" b="1" kern="0" dirty="0">
                <a:solidFill>
                  <a:srgbClr val="660099"/>
                </a:solidFill>
              </a:rPr>
              <a:t>encoding</a:t>
            </a:r>
            <a:r>
              <a:rPr lang="zh-CN" altLang="zh-CN" sz="2400" b="1" kern="0" dirty="0">
                <a:solidFill>
                  <a:srgbClr val="025DFF"/>
                </a:solidFill>
              </a:rPr>
              <a:t>=</a:t>
            </a:r>
            <a:r>
              <a:rPr lang="zh-CN" altLang="zh-CN" sz="2400" b="1" kern="0" dirty="0">
                <a:solidFill>
                  <a:srgbClr val="F80505"/>
                </a:solidFill>
              </a:rPr>
              <a:t>None</a:t>
            </a:r>
            <a:r>
              <a:rPr lang="zh-CN" altLang="zh-CN" sz="2400" b="1" kern="0" dirty="0">
                <a:solidFill>
                  <a:srgbClr val="7102FF"/>
                </a:solidFill>
              </a:rPr>
              <a:t>)</a:t>
            </a:r>
            <a:endParaRPr lang="en-US" altLang="zh-CN" sz="2400" b="1" kern="0" dirty="0">
              <a:solidFill>
                <a:srgbClr val="7102FF"/>
              </a:solidFill>
            </a:endParaRPr>
          </a:p>
        </p:txBody>
      </p:sp>
      <p:sp>
        <p:nvSpPr>
          <p:cNvPr id="10" name="内容占位符 4"/>
          <p:cNvSpPr txBox="1"/>
          <p:nvPr/>
        </p:nvSpPr>
        <p:spPr>
          <a:xfrm>
            <a:off x="852628" y="1003533"/>
            <a:ext cx="10631877" cy="581043"/>
          </a:xfrm>
          <a:prstGeom prst="rect">
            <a:avLst/>
          </a:prstGeom>
          <a:noFill/>
          <a:ln>
            <a:noFill/>
          </a:ln>
          <a:effectLst/>
        </p:spPr>
        <p:txBody>
          <a:bodyPr vert="horz" lIns="91440" tIns="45720" rIns="91440" bIns="45720" rtlCol="0">
            <a:norm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457200" lvl="1" indent="0">
              <a:lnSpc>
                <a:spcPct val="150000"/>
              </a:lnSpc>
              <a:buNone/>
            </a:pPr>
            <a:r>
              <a:rPr lang="zh-CN" altLang="en-US" b="1" dirty="0">
                <a:solidFill>
                  <a:srgbClr val="0070C0"/>
                </a:solidFill>
                <a:latin typeface="微软雅黑" panose="020B0503020204020204" pitchFamily="34" charset="-122"/>
                <a:ea typeface="微软雅黑" panose="020B0503020204020204" pitchFamily="34" charset="-122"/>
              </a:rPr>
              <a:t>内置函数 </a:t>
            </a:r>
            <a:r>
              <a:rPr lang="en-US" altLang="zh-CN" b="1" dirty="0">
                <a:solidFill>
                  <a:schemeClr val="accent2"/>
                </a:solidFill>
                <a:latin typeface="微软雅黑" panose="020B0503020204020204" pitchFamily="34" charset="-122"/>
                <a:ea typeface="微软雅黑" panose="020B0503020204020204" pitchFamily="34" charset="-122"/>
              </a:rPr>
              <a:t>open</a:t>
            </a:r>
            <a:r>
              <a:rPr lang="en-US" altLang="zh-CN" b="1" dirty="0">
                <a:solidFill>
                  <a:srgbClr val="7102FF"/>
                </a:solidFill>
                <a:latin typeface="微软雅黑" panose="020B0503020204020204" pitchFamily="34" charset="-122"/>
                <a:ea typeface="微软雅黑" panose="020B0503020204020204" pitchFamily="34" charset="-122"/>
              </a:rPr>
              <a:t>()</a:t>
            </a:r>
            <a:r>
              <a:rPr lang="en-US" altLang="zh-CN" b="1" dirty="0">
                <a:solidFill>
                  <a:srgbClr val="0070C0"/>
                </a:solidFill>
                <a:latin typeface="微软雅黑" panose="020B0503020204020204" pitchFamily="34" charset="-122"/>
                <a:ea typeface="微软雅黑" panose="020B0503020204020204" pitchFamily="34" charset="-122"/>
              </a:rPr>
              <a:t> </a:t>
            </a:r>
            <a:r>
              <a:rPr lang="zh-CN" altLang="en-US" b="1" dirty="0">
                <a:solidFill>
                  <a:srgbClr val="0070C0"/>
                </a:solidFill>
                <a:latin typeface="微软雅黑" panose="020B0503020204020204" pitchFamily="34" charset="-122"/>
                <a:ea typeface="微软雅黑" panose="020B0503020204020204" pitchFamily="34" charset="-122"/>
              </a:rPr>
              <a:t>将文件以</a:t>
            </a:r>
            <a:r>
              <a:rPr lang="zh-CN" altLang="en-US" b="1" dirty="0">
                <a:solidFill>
                  <a:schemeClr val="accent2"/>
                </a:solidFill>
                <a:latin typeface="微软雅黑" panose="020B0503020204020204" pitchFamily="34" charset="-122"/>
                <a:ea typeface="微软雅黑" panose="020B0503020204020204" pitchFamily="34" charset="-122"/>
              </a:rPr>
              <a:t>文本形式</a:t>
            </a:r>
            <a:r>
              <a:rPr lang="zh-CN" altLang="en-US" b="1" dirty="0">
                <a:solidFill>
                  <a:srgbClr val="0070C0"/>
                </a:solidFill>
                <a:latin typeface="微软雅黑" panose="020B0503020204020204" pitchFamily="34" charset="-122"/>
                <a:ea typeface="微软雅黑" panose="020B0503020204020204" pitchFamily="34" charset="-122"/>
              </a:rPr>
              <a:t>或</a:t>
            </a:r>
            <a:r>
              <a:rPr lang="zh-CN" altLang="en-US" b="1" dirty="0">
                <a:solidFill>
                  <a:schemeClr val="accent2"/>
                </a:solidFill>
                <a:latin typeface="微软雅黑" panose="020B0503020204020204" pitchFamily="34" charset="-122"/>
                <a:ea typeface="微软雅黑" panose="020B0503020204020204" pitchFamily="34" charset="-122"/>
              </a:rPr>
              <a:t>二进制形式</a:t>
            </a:r>
            <a:r>
              <a:rPr lang="zh-CN" altLang="en-US" b="1" dirty="0">
                <a:solidFill>
                  <a:srgbClr val="0070C0"/>
                </a:solidFill>
                <a:latin typeface="微软雅黑" panose="020B0503020204020204" pitchFamily="34" charset="-122"/>
                <a:ea typeface="微软雅黑" panose="020B0503020204020204" pitchFamily="34" charset="-122"/>
              </a:rPr>
              <a:t>打开</a:t>
            </a:r>
            <a:endParaRPr lang="en-US" altLang="zh-CN" b="1" dirty="0">
              <a:solidFill>
                <a:srgbClr val="0070C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2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7.1.1</a:t>
            </a:r>
            <a:endParaRPr lang="zh-CN" altLang="en-US" dirty="0"/>
          </a:p>
        </p:txBody>
      </p:sp>
      <p:sp>
        <p:nvSpPr>
          <p:cNvPr id="3" name="标题 2"/>
          <p:cNvSpPr>
            <a:spLocks noGrp="1"/>
          </p:cNvSpPr>
          <p:nvPr>
            <p:ph type="title"/>
          </p:nvPr>
        </p:nvSpPr>
        <p:spPr/>
        <p:txBody>
          <a:bodyPr/>
          <a:lstStyle/>
          <a:p>
            <a:r>
              <a:rPr lang="zh-CN" altLang="en-US" dirty="0"/>
              <a:t>文件的打开</a:t>
            </a:r>
            <a:endParaRPr lang="zh-CN" altLang="en-US" dirty="0"/>
          </a:p>
        </p:txBody>
      </p:sp>
      <p:sp>
        <p:nvSpPr>
          <p:cNvPr id="5" name="内容占位符 1"/>
          <p:cNvSpPr txBox="1"/>
          <p:nvPr/>
        </p:nvSpPr>
        <p:spPr>
          <a:xfrm>
            <a:off x="852628" y="2861187"/>
            <a:ext cx="10486743" cy="3559278"/>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nSpc>
                <a:spcPct val="130000"/>
              </a:lnSpc>
              <a:buClr>
                <a:sysClr val="windowText" lastClr="000000"/>
              </a:buClr>
              <a:buNone/>
            </a:pPr>
            <a:r>
              <a:rPr lang="en-US" altLang="zh-CN" sz="2000" dirty="0">
                <a:solidFill>
                  <a:sysClr val="windowText" lastClr="000000"/>
                </a:solidFill>
                <a:latin typeface="微软雅黑" panose="020B0503020204020204" pitchFamily="34" charset="-122"/>
                <a:ea typeface="微软雅黑" panose="020B0503020204020204" pitchFamily="34" charset="-122"/>
              </a:rPr>
              <a:t>   mode </a:t>
            </a:r>
            <a:r>
              <a:rPr lang="zh-CN" altLang="en-US" sz="2000" dirty="0">
                <a:solidFill>
                  <a:sysClr val="windowText" lastClr="000000"/>
                </a:solidFill>
                <a:latin typeface="微软雅黑" panose="020B0503020204020204" pitchFamily="34" charset="-122"/>
                <a:ea typeface="微软雅黑" panose="020B0503020204020204" pitchFamily="34" charset="-122"/>
              </a:rPr>
              <a:t>参数是可选参数，用于指定文件打开的</a:t>
            </a:r>
            <a:r>
              <a:rPr lang="zh-CN" altLang="en-US" sz="2000" b="1" dirty="0">
                <a:solidFill>
                  <a:schemeClr val="accent2"/>
                </a:solidFill>
                <a:latin typeface="微软雅黑" panose="020B0503020204020204" pitchFamily="34" charset="-122"/>
                <a:ea typeface="微软雅黑" panose="020B0503020204020204" pitchFamily="34" charset="-122"/>
              </a:rPr>
              <a:t>方式和类型</a:t>
            </a:r>
            <a:endParaRPr lang="en-US" altLang="zh-CN" sz="2000" b="1" dirty="0">
              <a:solidFill>
                <a:schemeClr val="accent2"/>
              </a:solidFill>
              <a:latin typeface="微软雅黑" panose="020B0503020204020204" pitchFamily="34" charset="-122"/>
              <a:ea typeface="微软雅黑" panose="020B0503020204020204" pitchFamily="34" charset="-122"/>
            </a:endParaRPr>
          </a:p>
          <a:p>
            <a:pPr>
              <a:lnSpc>
                <a:spcPct val="130000"/>
              </a:lnSpc>
              <a:buClr>
                <a:sysClr val="windowText" lastClr="000000"/>
              </a:buClr>
            </a:pPr>
            <a:r>
              <a:rPr lang="zh-CN" altLang="en-US" sz="2000" dirty="0">
                <a:solidFill>
                  <a:sysClr val="windowText" lastClr="000000"/>
                </a:solidFill>
                <a:latin typeface="微软雅黑" panose="020B0503020204020204" pitchFamily="34" charset="-122"/>
                <a:ea typeface="微软雅黑" panose="020B0503020204020204" pitchFamily="34" charset="-122"/>
              </a:rPr>
              <a:t>缺省时使用默认值 </a:t>
            </a:r>
            <a:r>
              <a:rPr lang="en-US" altLang="zh-CN" sz="2000" dirty="0">
                <a:solidFill>
                  <a:sysClr val="windowText" lastClr="000000"/>
                </a:solidFill>
                <a:latin typeface="微软雅黑" panose="020B0503020204020204" pitchFamily="34" charset="-122"/>
                <a:ea typeface="微软雅黑" panose="020B0503020204020204" pitchFamily="34" charset="-122"/>
              </a:rPr>
              <a:t>'r'</a:t>
            </a:r>
            <a:r>
              <a:rPr lang="zh-CN" altLang="en-US" sz="2000" dirty="0">
                <a:solidFill>
                  <a:sysClr val="windowText" lastClr="000000"/>
                </a:solidFill>
                <a:latin typeface="微软雅黑" panose="020B0503020204020204" pitchFamily="34" charset="-122"/>
                <a:ea typeface="微软雅黑" panose="020B0503020204020204" pitchFamily="34" charset="-122"/>
              </a:rPr>
              <a:t>，以</a:t>
            </a:r>
            <a:r>
              <a:rPr lang="zh-CN" altLang="en-US" sz="2000" b="1" dirty="0">
                <a:solidFill>
                  <a:schemeClr val="accent2"/>
                </a:solidFill>
                <a:latin typeface="微软雅黑" panose="020B0503020204020204" pitchFamily="34" charset="-122"/>
                <a:ea typeface="微软雅黑" panose="020B0503020204020204" pitchFamily="34" charset="-122"/>
              </a:rPr>
              <a:t>只读</a:t>
            </a:r>
            <a:r>
              <a:rPr lang="zh-CN" altLang="en-US" sz="2000" dirty="0">
                <a:solidFill>
                  <a:sysClr val="windowText" lastClr="000000"/>
                </a:solidFill>
                <a:latin typeface="微软雅黑" panose="020B0503020204020204" pitchFamily="34" charset="-122"/>
                <a:ea typeface="微软雅黑" panose="020B0503020204020204" pitchFamily="34" charset="-122"/>
              </a:rPr>
              <a:t>方式打开。</a:t>
            </a:r>
            <a:endParaRPr lang="en-US" altLang="zh-CN" sz="2000" dirty="0">
              <a:solidFill>
                <a:sysClr val="windowText" lastClr="000000"/>
              </a:solidFill>
              <a:latin typeface="微软雅黑" panose="020B0503020204020204" pitchFamily="34" charset="-122"/>
              <a:ea typeface="微软雅黑" panose="020B0503020204020204" pitchFamily="34" charset="-122"/>
            </a:endParaRPr>
          </a:p>
          <a:p>
            <a:pPr>
              <a:lnSpc>
                <a:spcPct val="130000"/>
              </a:lnSpc>
              <a:buClr>
                <a:sysClr val="windowText" lastClr="000000"/>
              </a:buClr>
            </a:pPr>
            <a:r>
              <a:rPr lang="zh-CN" altLang="en-US" sz="2000" dirty="0">
                <a:solidFill>
                  <a:sysClr val="windowText" lastClr="000000"/>
                </a:solidFill>
                <a:latin typeface="微软雅黑" panose="020B0503020204020204" pitchFamily="34" charset="-122"/>
                <a:ea typeface="微软雅黑" panose="020B0503020204020204" pitchFamily="34" charset="-122"/>
              </a:rPr>
              <a:t>该参数可以使用的符号包括 </a:t>
            </a:r>
            <a:r>
              <a:rPr lang="en-US" altLang="zh-CN" sz="2000" dirty="0">
                <a:solidFill>
                  <a:sysClr val="windowText" lastClr="000000"/>
                </a:solidFill>
                <a:latin typeface="微软雅黑" panose="020B0503020204020204" pitchFamily="34" charset="-122"/>
                <a:ea typeface="微软雅黑" panose="020B0503020204020204" pitchFamily="34" charset="-122"/>
              </a:rPr>
              <a:t>'r'</a:t>
            </a:r>
            <a:r>
              <a:rPr lang="zh-CN" altLang="en-US" sz="2000" dirty="0">
                <a:solidFill>
                  <a:sysClr val="windowText" lastClr="000000"/>
                </a:solidFill>
                <a:latin typeface="微软雅黑" panose="020B0503020204020204" pitchFamily="34" charset="-122"/>
                <a:ea typeface="微软雅黑" panose="020B0503020204020204" pitchFamily="34" charset="-122"/>
              </a:rPr>
              <a:t>、</a:t>
            </a:r>
            <a:r>
              <a:rPr lang="en-US" altLang="zh-CN" sz="2000" dirty="0">
                <a:solidFill>
                  <a:sysClr val="windowText" lastClr="000000"/>
                </a:solidFill>
                <a:latin typeface="微软雅黑" panose="020B0503020204020204" pitchFamily="34" charset="-122"/>
                <a:ea typeface="微软雅黑" panose="020B0503020204020204" pitchFamily="34" charset="-122"/>
              </a:rPr>
              <a:t>'w'</a:t>
            </a:r>
            <a:r>
              <a:rPr lang="zh-CN" altLang="en-US" sz="2000" dirty="0">
                <a:solidFill>
                  <a:sysClr val="windowText" lastClr="000000"/>
                </a:solidFill>
                <a:latin typeface="微软雅黑" panose="020B0503020204020204" pitchFamily="34" charset="-122"/>
                <a:ea typeface="微软雅黑" panose="020B0503020204020204" pitchFamily="34" charset="-122"/>
              </a:rPr>
              <a:t>、</a:t>
            </a:r>
            <a:r>
              <a:rPr lang="en-US" altLang="zh-CN" sz="2000" dirty="0">
                <a:solidFill>
                  <a:sysClr val="windowText" lastClr="000000"/>
                </a:solidFill>
                <a:latin typeface="微软雅黑" panose="020B0503020204020204" pitchFamily="34" charset="-122"/>
                <a:ea typeface="微软雅黑" panose="020B0503020204020204" pitchFamily="34" charset="-122"/>
              </a:rPr>
              <a:t>'x'</a:t>
            </a:r>
            <a:r>
              <a:rPr lang="zh-CN" altLang="en-US" sz="2000" dirty="0">
                <a:solidFill>
                  <a:sysClr val="windowText" lastClr="000000"/>
                </a:solidFill>
                <a:latin typeface="微软雅黑" panose="020B0503020204020204" pitchFamily="34" charset="-122"/>
                <a:ea typeface="微软雅黑" panose="020B0503020204020204" pitchFamily="34" charset="-122"/>
              </a:rPr>
              <a:t>、</a:t>
            </a:r>
            <a:r>
              <a:rPr lang="en-US" altLang="zh-CN" sz="2000" dirty="0">
                <a:solidFill>
                  <a:sysClr val="windowText" lastClr="000000"/>
                </a:solidFill>
                <a:latin typeface="微软雅黑" panose="020B0503020204020204" pitchFamily="34" charset="-122"/>
                <a:ea typeface="微软雅黑" panose="020B0503020204020204" pitchFamily="34" charset="-122"/>
              </a:rPr>
              <a:t>'a'</a:t>
            </a:r>
            <a:r>
              <a:rPr lang="zh-CN" altLang="en-US" sz="2000" dirty="0">
                <a:solidFill>
                  <a:sysClr val="windowText" lastClr="000000"/>
                </a:solidFill>
                <a:latin typeface="微软雅黑" panose="020B0503020204020204" pitchFamily="34" charset="-122"/>
                <a:ea typeface="微软雅黑" panose="020B0503020204020204" pitchFamily="34" charset="-122"/>
              </a:rPr>
              <a:t>、</a:t>
            </a:r>
            <a:r>
              <a:rPr lang="en-US" altLang="zh-CN" sz="2000" dirty="0">
                <a:solidFill>
                  <a:sysClr val="windowText" lastClr="000000"/>
                </a:solidFill>
                <a:latin typeface="微软雅黑" panose="020B0503020204020204" pitchFamily="34" charset="-122"/>
                <a:ea typeface="微软雅黑" panose="020B0503020204020204" pitchFamily="34" charset="-122"/>
              </a:rPr>
              <a:t>'b'</a:t>
            </a:r>
            <a:r>
              <a:rPr lang="zh-CN" altLang="en-US" sz="2000" dirty="0">
                <a:solidFill>
                  <a:sysClr val="windowText" lastClr="000000"/>
                </a:solidFill>
                <a:latin typeface="微软雅黑" panose="020B0503020204020204" pitchFamily="34" charset="-122"/>
                <a:ea typeface="微软雅黑" panose="020B0503020204020204" pitchFamily="34" charset="-122"/>
              </a:rPr>
              <a:t>、</a:t>
            </a:r>
            <a:r>
              <a:rPr lang="en-US" altLang="zh-CN" sz="2000" dirty="0">
                <a:solidFill>
                  <a:sysClr val="windowText" lastClr="000000"/>
                </a:solidFill>
                <a:latin typeface="微软雅黑" panose="020B0503020204020204" pitchFamily="34" charset="-122"/>
                <a:ea typeface="微软雅黑" panose="020B0503020204020204" pitchFamily="34" charset="-122"/>
              </a:rPr>
              <a:t>'t'</a:t>
            </a:r>
            <a:r>
              <a:rPr lang="zh-CN" altLang="en-US" sz="2000" dirty="0">
                <a:solidFill>
                  <a:sysClr val="windowText" lastClr="000000"/>
                </a:solidFill>
                <a:latin typeface="微软雅黑" panose="020B0503020204020204" pitchFamily="34" charset="-122"/>
                <a:ea typeface="微软雅黑" panose="020B0503020204020204" pitchFamily="34" charset="-122"/>
              </a:rPr>
              <a:t>、</a:t>
            </a:r>
            <a:r>
              <a:rPr lang="en-US" altLang="zh-CN" sz="2000" dirty="0">
                <a:solidFill>
                  <a:sysClr val="windowText" lastClr="000000"/>
                </a:solidFill>
                <a:latin typeface="微软雅黑" panose="020B0503020204020204" pitchFamily="34" charset="-122"/>
                <a:ea typeface="微软雅黑" panose="020B0503020204020204" pitchFamily="34" charset="-122"/>
              </a:rPr>
              <a:t>'+' </a:t>
            </a:r>
            <a:r>
              <a:rPr lang="zh-CN" altLang="en-US" sz="2000" dirty="0">
                <a:solidFill>
                  <a:sysClr val="windowText" lastClr="000000"/>
                </a:solidFill>
                <a:latin typeface="微软雅黑" panose="020B0503020204020204" pitchFamily="34" charset="-122"/>
                <a:ea typeface="微软雅黑" panose="020B0503020204020204" pitchFamily="34" charset="-122"/>
              </a:rPr>
              <a:t>等符号。</a:t>
            </a:r>
            <a:endParaRPr lang="en-US" altLang="zh-CN" sz="2000" dirty="0">
              <a:solidFill>
                <a:sysClr val="windowText" lastClr="000000"/>
              </a:solidFill>
              <a:latin typeface="微软雅黑" panose="020B0503020204020204" pitchFamily="34" charset="-122"/>
              <a:ea typeface="微软雅黑" panose="020B0503020204020204" pitchFamily="34" charset="-122"/>
            </a:endParaRPr>
          </a:p>
          <a:p>
            <a:pPr marL="0" indent="0">
              <a:lnSpc>
                <a:spcPct val="130000"/>
              </a:lnSpc>
              <a:buClr>
                <a:sysClr val="windowText" lastClr="000000"/>
              </a:buClr>
              <a:buNone/>
            </a:pPr>
            <a:r>
              <a:rPr lang="en-US" altLang="zh-CN" sz="2000" dirty="0">
                <a:solidFill>
                  <a:sysClr val="windowText" lastClr="000000"/>
                </a:solidFill>
                <a:latin typeface="微软雅黑" panose="020B0503020204020204" pitchFamily="34" charset="-122"/>
                <a:ea typeface="微软雅黑" panose="020B0503020204020204" pitchFamily="34" charset="-122"/>
              </a:rPr>
              <a:t>   Python </a:t>
            </a:r>
            <a:r>
              <a:rPr lang="zh-CN" altLang="en-US" sz="2000" dirty="0">
                <a:solidFill>
                  <a:sysClr val="windowText" lastClr="000000"/>
                </a:solidFill>
                <a:latin typeface="微软雅黑" panose="020B0503020204020204" pitchFamily="34" charset="-122"/>
                <a:ea typeface="微软雅黑" panose="020B0503020204020204" pitchFamily="34" charset="-122"/>
              </a:rPr>
              <a:t>严格区分二进制和文本输入输出</a:t>
            </a:r>
            <a:endParaRPr lang="en-US" altLang="zh-CN" sz="2000" dirty="0">
              <a:solidFill>
                <a:sysClr val="windowText" lastClr="000000"/>
              </a:solidFill>
              <a:latin typeface="微软雅黑" panose="020B0503020204020204" pitchFamily="34" charset="-122"/>
              <a:ea typeface="微软雅黑" panose="020B0503020204020204" pitchFamily="34" charset="-122"/>
            </a:endParaRPr>
          </a:p>
          <a:p>
            <a:pPr>
              <a:lnSpc>
                <a:spcPct val="130000"/>
              </a:lnSpc>
              <a:buClr>
                <a:sysClr val="windowText" lastClr="000000"/>
              </a:buClr>
            </a:pPr>
            <a:r>
              <a:rPr lang="zh-CN" altLang="en-US" sz="2000" dirty="0">
                <a:solidFill>
                  <a:sysClr val="windowText" lastClr="000000"/>
                </a:solidFill>
                <a:latin typeface="微软雅黑" panose="020B0503020204020204" pitchFamily="34" charset="-122"/>
                <a:ea typeface="微软雅黑" panose="020B0503020204020204" pitchFamily="34" charset="-122"/>
              </a:rPr>
              <a:t>用二进制模式打开文件时，不做任何解码，直接用</a:t>
            </a:r>
            <a:r>
              <a:rPr lang="zh-CN" altLang="en-US" sz="2000" b="1" dirty="0">
                <a:solidFill>
                  <a:schemeClr val="accent2"/>
                </a:solidFill>
                <a:latin typeface="微软雅黑" panose="020B0503020204020204" pitchFamily="34" charset="-122"/>
                <a:ea typeface="微软雅黑" panose="020B0503020204020204" pitchFamily="34" charset="-122"/>
              </a:rPr>
              <a:t>二进制对象</a:t>
            </a:r>
            <a:r>
              <a:rPr lang="zh-CN" altLang="en-US" sz="2000" dirty="0">
                <a:solidFill>
                  <a:sysClr val="windowText" lastClr="000000"/>
                </a:solidFill>
                <a:latin typeface="微软雅黑" panose="020B0503020204020204" pitchFamily="34" charset="-122"/>
                <a:ea typeface="微软雅黑" panose="020B0503020204020204" pitchFamily="34" charset="-122"/>
              </a:rPr>
              <a:t>返回文件内容</a:t>
            </a:r>
            <a:endParaRPr lang="en-US" altLang="zh-CN" sz="2000" dirty="0">
              <a:solidFill>
                <a:sysClr val="windowText" lastClr="000000"/>
              </a:solidFill>
              <a:latin typeface="微软雅黑" panose="020B0503020204020204" pitchFamily="34" charset="-122"/>
              <a:ea typeface="微软雅黑" panose="020B0503020204020204" pitchFamily="34" charset="-122"/>
            </a:endParaRPr>
          </a:p>
          <a:p>
            <a:pPr>
              <a:lnSpc>
                <a:spcPct val="130000"/>
              </a:lnSpc>
              <a:buClr>
                <a:sysClr val="windowText" lastClr="000000"/>
              </a:buClr>
            </a:pPr>
            <a:r>
              <a:rPr lang="zh-CN" altLang="en-US" sz="2000" dirty="0">
                <a:solidFill>
                  <a:sysClr val="windowText" lastClr="000000"/>
                </a:solidFill>
                <a:latin typeface="微软雅黑" panose="020B0503020204020204" pitchFamily="34" charset="-122"/>
                <a:ea typeface="微软雅黑" panose="020B0503020204020204" pitchFamily="34" charset="-122"/>
              </a:rPr>
              <a:t>用文本模式打开文件时，先用平台默认的编码方式或 </a:t>
            </a:r>
            <a:r>
              <a:rPr lang="en-US" altLang="zh-CN" sz="2000" dirty="0">
                <a:solidFill>
                  <a:sysClr val="windowText" lastClr="000000"/>
                </a:solidFill>
                <a:latin typeface="微软雅黑" panose="020B0503020204020204" pitchFamily="34" charset="-122"/>
                <a:ea typeface="微软雅黑" panose="020B0503020204020204" pitchFamily="34" charset="-122"/>
              </a:rPr>
              <a:t>encoding </a:t>
            </a:r>
            <a:r>
              <a:rPr lang="zh-CN" altLang="en-US" sz="2000" dirty="0">
                <a:solidFill>
                  <a:sysClr val="windowText" lastClr="000000"/>
                </a:solidFill>
                <a:latin typeface="微软雅黑" panose="020B0503020204020204" pitchFamily="34" charset="-122"/>
                <a:ea typeface="微软雅黑" panose="020B0503020204020204" pitchFamily="34" charset="-122"/>
              </a:rPr>
              <a:t>参数指定的编码方式，对字节流进行解码，再用</a:t>
            </a:r>
            <a:r>
              <a:rPr lang="zh-CN" altLang="en-US" sz="2000" b="1" dirty="0">
                <a:solidFill>
                  <a:schemeClr val="accent2"/>
                </a:solidFill>
                <a:latin typeface="微软雅黑" panose="020B0503020204020204" pitchFamily="34" charset="-122"/>
                <a:ea typeface="微软雅黑" panose="020B0503020204020204" pitchFamily="34" charset="-122"/>
              </a:rPr>
              <a:t>字符串形式</a:t>
            </a:r>
            <a:r>
              <a:rPr lang="zh-CN" altLang="en-US" sz="2000" dirty="0">
                <a:solidFill>
                  <a:sysClr val="windowText" lastClr="000000"/>
                </a:solidFill>
                <a:latin typeface="微软雅黑" panose="020B0503020204020204" pitchFamily="34" charset="-122"/>
                <a:ea typeface="微软雅黑" panose="020B0503020204020204" pitchFamily="34" charset="-122"/>
              </a:rPr>
              <a:t>返回文件内容。</a:t>
            </a:r>
            <a:endParaRPr lang="zh-CN" altLang="en-US" sz="2000" dirty="0">
              <a:solidFill>
                <a:sysClr val="windowText" lastClr="000000"/>
              </a:solidFill>
              <a:latin typeface="微软雅黑" panose="020B0503020204020204" pitchFamily="34" charset="-122"/>
              <a:ea typeface="微软雅黑" panose="020B0503020204020204" pitchFamily="34" charset="-122"/>
            </a:endParaRPr>
          </a:p>
        </p:txBody>
      </p:sp>
      <p:sp>
        <p:nvSpPr>
          <p:cNvPr id="9" name="内容占位符 5"/>
          <p:cNvSpPr txBox="1"/>
          <p:nvPr/>
        </p:nvSpPr>
        <p:spPr>
          <a:xfrm>
            <a:off x="780061" y="1740980"/>
            <a:ext cx="10631877" cy="848652"/>
          </a:xfrm>
          <a:prstGeom prst="roundRect">
            <a:avLst>
              <a:gd name="adj" fmla="val 20006"/>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0" algn="ctr" eaLnBrk="0" fontAlgn="base" hangingPunct="0">
              <a:lnSpc>
                <a:spcPct val="150000"/>
              </a:lnSpc>
              <a:spcBef>
                <a:spcPct val="0"/>
              </a:spcBef>
              <a:spcAft>
                <a:spcPct val="0"/>
              </a:spcAft>
              <a:defRPr/>
            </a:pPr>
            <a:r>
              <a:rPr lang="en-US" altLang="zh-CN" sz="2400" b="1" kern="0" dirty="0">
                <a:solidFill>
                  <a:srgbClr val="080808"/>
                </a:solidFill>
              </a:rPr>
              <a:t>  </a:t>
            </a:r>
            <a:r>
              <a:rPr lang="zh-CN" altLang="zh-CN" sz="2400" b="1" kern="0" dirty="0">
                <a:solidFill>
                  <a:srgbClr val="080808"/>
                </a:solidFill>
              </a:rPr>
              <a:t>fr </a:t>
            </a:r>
            <a:r>
              <a:rPr lang="zh-CN" altLang="zh-CN" sz="2400" b="1" kern="0" dirty="0">
                <a:solidFill>
                  <a:srgbClr val="025DFF"/>
                </a:solidFill>
              </a:rPr>
              <a:t>= </a:t>
            </a:r>
            <a:r>
              <a:rPr lang="zh-CN" altLang="zh-CN" sz="2400" b="1" kern="0" dirty="0">
                <a:solidFill>
                  <a:srgbClr val="FF6A02"/>
                </a:solidFill>
              </a:rPr>
              <a:t>open</a:t>
            </a:r>
            <a:r>
              <a:rPr lang="zh-CN" altLang="zh-CN" sz="2400" b="1" kern="0" dirty="0">
                <a:solidFill>
                  <a:srgbClr val="7102FF"/>
                </a:solidFill>
              </a:rPr>
              <a:t>(</a:t>
            </a:r>
            <a:r>
              <a:rPr lang="zh-CN" altLang="zh-CN" sz="2400" b="1" kern="0" dirty="0">
                <a:solidFill>
                  <a:srgbClr val="080808"/>
                </a:solidFill>
              </a:rPr>
              <a:t>file, </a:t>
            </a:r>
            <a:r>
              <a:rPr lang="zh-CN" altLang="zh-CN" sz="2400" b="1" kern="0" dirty="0">
                <a:solidFill>
                  <a:srgbClr val="660099"/>
                </a:solidFill>
              </a:rPr>
              <a:t>mode</a:t>
            </a:r>
            <a:r>
              <a:rPr lang="zh-CN" altLang="zh-CN" sz="2400" b="1" kern="0" dirty="0">
                <a:solidFill>
                  <a:srgbClr val="025DFF"/>
                </a:solidFill>
              </a:rPr>
              <a:t>=</a:t>
            </a:r>
            <a:r>
              <a:rPr lang="zh-CN" altLang="zh-CN" sz="2400" b="1" kern="0" dirty="0">
                <a:solidFill>
                  <a:srgbClr val="49C957"/>
                </a:solidFill>
              </a:rPr>
              <a:t>'r'</a:t>
            </a:r>
            <a:r>
              <a:rPr lang="zh-CN" altLang="zh-CN" sz="2400" b="1" kern="0" dirty="0">
                <a:solidFill>
                  <a:srgbClr val="080808"/>
                </a:solidFill>
              </a:rPr>
              <a:t>, </a:t>
            </a:r>
            <a:r>
              <a:rPr lang="zh-CN" altLang="zh-CN" sz="2400" b="1" kern="0" dirty="0">
                <a:solidFill>
                  <a:srgbClr val="660099"/>
                </a:solidFill>
              </a:rPr>
              <a:t>encoding</a:t>
            </a:r>
            <a:r>
              <a:rPr lang="zh-CN" altLang="zh-CN" sz="2400" b="1" kern="0" dirty="0">
                <a:solidFill>
                  <a:srgbClr val="025DFF"/>
                </a:solidFill>
              </a:rPr>
              <a:t>=</a:t>
            </a:r>
            <a:r>
              <a:rPr lang="zh-CN" altLang="zh-CN" sz="2400" b="1" kern="0" dirty="0">
                <a:solidFill>
                  <a:srgbClr val="F80505"/>
                </a:solidFill>
              </a:rPr>
              <a:t>None</a:t>
            </a:r>
            <a:r>
              <a:rPr lang="zh-CN" altLang="zh-CN" sz="2400" b="1" kern="0" dirty="0">
                <a:solidFill>
                  <a:srgbClr val="7102FF"/>
                </a:solidFill>
              </a:rPr>
              <a:t>)</a:t>
            </a:r>
            <a:endParaRPr lang="en-US" altLang="zh-CN" sz="2400" b="1" kern="0" dirty="0">
              <a:solidFill>
                <a:srgbClr val="7102FF"/>
              </a:solidFill>
            </a:endParaRPr>
          </a:p>
        </p:txBody>
      </p:sp>
      <p:sp>
        <p:nvSpPr>
          <p:cNvPr id="10" name="内容占位符 4"/>
          <p:cNvSpPr txBox="1"/>
          <p:nvPr/>
        </p:nvSpPr>
        <p:spPr>
          <a:xfrm>
            <a:off x="852628" y="1003533"/>
            <a:ext cx="10631877" cy="581043"/>
          </a:xfrm>
          <a:prstGeom prst="rect">
            <a:avLst/>
          </a:prstGeom>
          <a:noFill/>
          <a:ln>
            <a:noFill/>
          </a:ln>
          <a:effectLst/>
        </p:spPr>
        <p:txBody>
          <a:bodyPr vert="horz" lIns="91440" tIns="45720" rIns="91440" bIns="45720" rtlCol="0">
            <a:norm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457200" lvl="1" indent="0">
              <a:lnSpc>
                <a:spcPct val="150000"/>
              </a:lnSpc>
              <a:buNone/>
            </a:pPr>
            <a:r>
              <a:rPr lang="zh-CN" altLang="en-US" b="1" dirty="0">
                <a:solidFill>
                  <a:srgbClr val="0070C0"/>
                </a:solidFill>
                <a:latin typeface="微软雅黑" panose="020B0503020204020204" pitchFamily="34" charset="-122"/>
                <a:ea typeface="微软雅黑" panose="020B0503020204020204" pitchFamily="34" charset="-122"/>
              </a:rPr>
              <a:t>内置函数 </a:t>
            </a:r>
            <a:r>
              <a:rPr lang="en-US" altLang="zh-CN" b="1" dirty="0">
                <a:solidFill>
                  <a:schemeClr val="accent2"/>
                </a:solidFill>
                <a:latin typeface="微软雅黑" panose="020B0503020204020204" pitchFamily="34" charset="-122"/>
                <a:ea typeface="微软雅黑" panose="020B0503020204020204" pitchFamily="34" charset="-122"/>
              </a:rPr>
              <a:t>open</a:t>
            </a:r>
            <a:r>
              <a:rPr lang="en-US" altLang="zh-CN" b="1" dirty="0">
                <a:solidFill>
                  <a:srgbClr val="7102FF"/>
                </a:solidFill>
                <a:latin typeface="微软雅黑" panose="020B0503020204020204" pitchFamily="34" charset="-122"/>
                <a:ea typeface="微软雅黑" panose="020B0503020204020204" pitchFamily="34" charset="-122"/>
              </a:rPr>
              <a:t>()</a:t>
            </a:r>
            <a:r>
              <a:rPr lang="en-US" altLang="zh-CN" b="1" dirty="0">
                <a:solidFill>
                  <a:srgbClr val="0070C0"/>
                </a:solidFill>
                <a:latin typeface="微软雅黑" panose="020B0503020204020204" pitchFamily="34" charset="-122"/>
                <a:ea typeface="微软雅黑" panose="020B0503020204020204" pitchFamily="34" charset="-122"/>
              </a:rPr>
              <a:t> </a:t>
            </a:r>
            <a:r>
              <a:rPr lang="zh-CN" altLang="en-US" b="1" dirty="0">
                <a:solidFill>
                  <a:srgbClr val="0070C0"/>
                </a:solidFill>
                <a:latin typeface="微软雅黑" panose="020B0503020204020204" pitchFamily="34" charset="-122"/>
                <a:ea typeface="微软雅黑" panose="020B0503020204020204" pitchFamily="34" charset="-122"/>
              </a:rPr>
              <a:t>将文件以</a:t>
            </a:r>
            <a:r>
              <a:rPr lang="zh-CN" altLang="en-US" b="1" dirty="0">
                <a:solidFill>
                  <a:schemeClr val="accent2"/>
                </a:solidFill>
                <a:latin typeface="微软雅黑" panose="020B0503020204020204" pitchFamily="34" charset="-122"/>
                <a:ea typeface="微软雅黑" panose="020B0503020204020204" pitchFamily="34" charset="-122"/>
              </a:rPr>
              <a:t>文本形式</a:t>
            </a:r>
            <a:r>
              <a:rPr lang="zh-CN" altLang="en-US" b="1" dirty="0">
                <a:solidFill>
                  <a:srgbClr val="0070C0"/>
                </a:solidFill>
                <a:latin typeface="微软雅黑" panose="020B0503020204020204" pitchFamily="34" charset="-122"/>
                <a:ea typeface="微软雅黑" panose="020B0503020204020204" pitchFamily="34" charset="-122"/>
              </a:rPr>
              <a:t>或</a:t>
            </a:r>
            <a:r>
              <a:rPr lang="zh-CN" altLang="en-US" b="1" dirty="0">
                <a:solidFill>
                  <a:schemeClr val="accent2"/>
                </a:solidFill>
                <a:latin typeface="微软雅黑" panose="020B0503020204020204" pitchFamily="34" charset="-122"/>
                <a:ea typeface="微软雅黑" panose="020B0503020204020204" pitchFamily="34" charset="-122"/>
              </a:rPr>
              <a:t>二进制形式</a:t>
            </a:r>
            <a:r>
              <a:rPr lang="zh-CN" altLang="en-US" b="1" dirty="0">
                <a:solidFill>
                  <a:srgbClr val="0070C0"/>
                </a:solidFill>
                <a:latin typeface="微软雅黑" panose="020B0503020204020204" pitchFamily="34" charset="-122"/>
                <a:ea typeface="微软雅黑" panose="020B0503020204020204" pitchFamily="34" charset="-122"/>
              </a:rPr>
              <a:t>打开</a:t>
            </a:r>
            <a:endParaRPr lang="en-US" altLang="zh-CN" b="1" dirty="0">
              <a:solidFill>
                <a:srgbClr val="0070C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2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7.1.1</a:t>
            </a:r>
            <a:endParaRPr lang="zh-CN" altLang="en-US" dirty="0"/>
          </a:p>
        </p:txBody>
      </p:sp>
      <p:sp>
        <p:nvSpPr>
          <p:cNvPr id="3" name="标题 2"/>
          <p:cNvSpPr>
            <a:spLocks noGrp="1"/>
          </p:cNvSpPr>
          <p:nvPr>
            <p:ph type="title"/>
          </p:nvPr>
        </p:nvSpPr>
        <p:spPr/>
        <p:txBody>
          <a:bodyPr/>
          <a:lstStyle/>
          <a:p>
            <a:r>
              <a:rPr lang="zh-CN" altLang="en-US" dirty="0"/>
              <a:t>文件的打开</a:t>
            </a:r>
            <a:endParaRPr lang="zh-CN" altLang="en-US" dirty="0"/>
          </a:p>
        </p:txBody>
      </p:sp>
      <p:graphicFrame>
        <p:nvGraphicFramePr>
          <p:cNvPr id="6" name="表格 5"/>
          <p:cNvGraphicFramePr>
            <a:graphicFrameLocks noGrp="1"/>
          </p:cNvGraphicFramePr>
          <p:nvPr/>
        </p:nvGraphicFramePr>
        <p:xfrm>
          <a:off x="420329" y="1122124"/>
          <a:ext cx="11351341" cy="5506827"/>
        </p:xfrm>
        <a:graphic>
          <a:graphicData uri="http://schemas.openxmlformats.org/drawingml/2006/table">
            <a:tbl>
              <a:tblPr firstRow="1" bandRow="1"/>
              <a:tblGrid>
                <a:gridCol w="893616"/>
                <a:gridCol w="10457725"/>
              </a:tblGrid>
              <a:tr h="493696">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36195" indent="0" algn="ctr">
                        <a:lnSpc>
                          <a:spcPct val="130000"/>
                        </a:lnSpc>
                        <a:spcAft>
                          <a:spcPts val="0"/>
                        </a:spcAft>
                      </a:pPr>
                      <a:r>
                        <a:rPr lang="zh-CN" altLang="en-US" sz="2400" dirty="0">
                          <a:solidFill>
                            <a:schemeClr val="bg1"/>
                          </a:solidFill>
                          <a:effectLst/>
                        </a:rPr>
                        <a:t>符号</a:t>
                      </a:r>
                      <a:endParaRPr lang="zh-CN" altLang="en-US" sz="2400" dirty="0">
                        <a:solidFill>
                          <a:schemeClr val="bg1"/>
                        </a:solidFill>
                        <a:effectLst/>
                        <a:latin typeface="+mn-ea"/>
                        <a:ea typeface="+mn-ea"/>
                        <a:cs typeface="Times New Roman" panose="02020603050405020304" pitchFamily="18" charset="0"/>
                      </a:endParaRPr>
                    </a:p>
                  </a:txBody>
                  <a:tcPr marL="9525" marR="9525" marT="9525" marB="9525" anchor="ctr">
                    <a:lnL>
                      <a:noFill/>
                    </a:lnL>
                    <a:lnR>
                      <a:noFill/>
                    </a:lnR>
                    <a:lnT w="25400" cmpd="sng">
                      <a:solidFill>
                        <a:sysClr val="windowText" lastClr="000000"/>
                      </a:solidFill>
                    </a:lnT>
                    <a:lnB w="25400" cmpd="sng">
                      <a:solidFill>
                        <a:sysClr val="windowText" lastClr="000000"/>
                      </a:solidFill>
                    </a:lnB>
                    <a:lnTlToBr w="12700" cmpd="sng">
                      <a:noFill/>
                      <a:prstDash val="solid"/>
                    </a:lnTlToBr>
                    <a:lnBlToTr w="12700" cmpd="sng">
                      <a:noFill/>
                      <a:prstDash val="solid"/>
                    </a:lnBlToTr>
                    <a:solidFill>
                      <a:srgbClr val="4874CB"/>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36195" indent="0" algn="ctr">
                        <a:lnSpc>
                          <a:spcPct val="130000"/>
                        </a:lnSpc>
                        <a:spcAft>
                          <a:spcPts val="0"/>
                        </a:spcAft>
                      </a:pPr>
                      <a:r>
                        <a:rPr lang="zh-CN" altLang="en-US" sz="2400" dirty="0">
                          <a:solidFill>
                            <a:schemeClr val="bg1"/>
                          </a:solidFill>
                          <a:effectLst/>
                        </a:rPr>
                        <a:t>含义</a:t>
                      </a:r>
                      <a:endParaRPr lang="zh-CN" altLang="en-US" sz="2400" dirty="0">
                        <a:solidFill>
                          <a:schemeClr val="bg1"/>
                        </a:solidFill>
                        <a:effectLst/>
                        <a:latin typeface="+mn-ea"/>
                        <a:ea typeface="+mn-ea"/>
                        <a:cs typeface="Times New Roman" panose="02020603050405020304" pitchFamily="18" charset="0"/>
                      </a:endParaRPr>
                    </a:p>
                  </a:txBody>
                  <a:tcPr marL="9525" marR="9525" marT="9525" marB="9525" anchor="ctr">
                    <a:lnL>
                      <a:noFill/>
                    </a:lnL>
                    <a:lnR>
                      <a:noFill/>
                    </a:lnR>
                    <a:lnT w="25400" cmpd="sng">
                      <a:solidFill>
                        <a:sysClr val="windowText" lastClr="000000"/>
                      </a:solidFill>
                    </a:lnT>
                    <a:lnB w="25400" cmpd="sng">
                      <a:solidFill>
                        <a:sysClr val="windowText" lastClr="000000"/>
                      </a:solidFill>
                    </a:lnB>
                    <a:lnTlToBr w="12700" cmpd="sng">
                      <a:noFill/>
                      <a:prstDash val="solid"/>
                    </a:lnTlToBr>
                    <a:lnBlToTr w="12700" cmpd="sng">
                      <a:noFill/>
                      <a:prstDash val="solid"/>
                    </a:lnBlToTr>
                    <a:solidFill>
                      <a:srgbClr val="4874CB"/>
                    </a:solidFill>
                  </a:tcPr>
                </a:tc>
              </a:tr>
              <a:tr h="49556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36195" indent="0" algn="ctr">
                        <a:lnSpc>
                          <a:spcPct val="130000"/>
                        </a:lnSpc>
                        <a:spcAft>
                          <a:spcPts val="0"/>
                        </a:spcAft>
                      </a:pPr>
                      <a:r>
                        <a:rPr lang="en-US" sz="2400" dirty="0">
                          <a:solidFill>
                            <a:srgbClr val="000000"/>
                          </a:solidFill>
                          <a:effectLst/>
                          <a:latin typeface="+mj-lt"/>
                        </a:rPr>
                        <a:t>'r'</a:t>
                      </a:r>
                      <a:endParaRPr lang="en-US" sz="2400" dirty="0">
                        <a:effectLst/>
                        <a:latin typeface="+mj-lt"/>
                        <a:ea typeface="+mn-ea"/>
                        <a:cs typeface="Times New Roman" panose="02020603050405020304" pitchFamily="18" charset="0"/>
                      </a:endParaRPr>
                    </a:p>
                  </a:txBody>
                  <a:tcPr marL="9525" marR="9525" marT="9525" marB="9525" anchor="ctr">
                    <a:lnL>
                      <a:noFill/>
                    </a:lnL>
                    <a:lnR>
                      <a:noFill/>
                    </a:lnR>
                    <a:lnT w="25400" cmpd="sng">
                      <a:solidFill>
                        <a:sysClr val="windowText" lastClr="000000"/>
                      </a:solidFill>
                    </a:lnT>
                    <a:lnB w="12700" cap="flat" cmpd="sng" algn="ctr">
                      <a:solidFill>
                        <a:sysClr val="windowText" lastClr="000000"/>
                      </a:solidFill>
                      <a:prstDash val="dash"/>
                      <a:round/>
                      <a:headEnd type="none" w="med" len="med"/>
                      <a:tailEnd type="none" w="med" len="med"/>
                    </a:lnB>
                    <a:lnTlToBr w="12700" cmpd="sng">
                      <a:noFill/>
                      <a:prstDash val="solid"/>
                    </a:lnTlToBr>
                    <a:lnBlToTr w="12700" cmpd="sng">
                      <a:noFill/>
                      <a:prstDash val="solid"/>
                    </a:lnBlToTr>
                    <a:solidFill>
                      <a:sysClr val="windowText" lastClr="000000">
                        <a:tint val="20000"/>
                      </a:sys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36195" indent="0">
                        <a:lnSpc>
                          <a:spcPct val="130000"/>
                        </a:lnSpc>
                        <a:spcAft>
                          <a:spcPts val="0"/>
                        </a:spcAft>
                      </a:pPr>
                      <a:r>
                        <a:rPr lang="zh-CN" altLang="en-US" sz="2000" dirty="0">
                          <a:solidFill>
                            <a:srgbClr val="000000"/>
                          </a:solidFill>
                          <a:effectLst/>
                        </a:rPr>
                        <a:t>以</a:t>
                      </a:r>
                      <a:r>
                        <a:rPr lang="zh-CN" altLang="en-US" sz="2000" b="1" dirty="0">
                          <a:solidFill>
                            <a:srgbClr val="EE822F"/>
                          </a:solidFill>
                          <a:effectLst/>
                        </a:rPr>
                        <a:t>只读</a:t>
                      </a:r>
                      <a:r>
                        <a:rPr lang="zh-CN" altLang="en-US" sz="2000" dirty="0">
                          <a:solidFill>
                            <a:srgbClr val="000000"/>
                          </a:solidFill>
                          <a:effectLst/>
                        </a:rPr>
                        <a:t>模式打开文件（默认值）</a:t>
                      </a:r>
                      <a:endParaRPr lang="zh-CN" altLang="en-US" sz="2000" dirty="0">
                        <a:effectLst/>
                        <a:latin typeface="+mn-ea"/>
                        <a:ea typeface="+mn-ea"/>
                        <a:cs typeface="Times New Roman" panose="02020603050405020304" pitchFamily="18" charset="0"/>
                      </a:endParaRPr>
                    </a:p>
                  </a:txBody>
                  <a:tcPr marL="9525" marR="9525" marT="9525" marB="9525" anchor="ctr">
                    <a:lnL>
                      <a:noFill/>
                    </a:lnL>
                    <a:lnR>
                      <a:noFill/>
                    </a:lnR>
                    <a:lnT w="25400" cmpd="sng">
                      <a:solidFill>
                        <a:sysClr val="windowText" lastClr="000000"/>
                      </a:solidFill>
                    </a:lnT>
                    <a:lnB w="12700" cap="flat" cmpd="sng" algn="ctr">
                      <a:solidFill>
                        <a:sysClr val="windowText" lastClr="000000"/>
                      </a:solidFill>
                      <a:prstDash val="dash"/>
                      <a:round/>
                      <a:headEnd type="none" w="med" len="med"/>
                      <a:tailEnd type="none" w="med" len="med"/>
                    </a:lnB>
                    <a:lnTlToBr w="12700" cmpd="sng">
                      <a:noFill/>
                      <a:prstDash val="solid"/>
                    </a:lnTlToBr>
                    <a:lnBlToTr w="12700" cmpd="sng">
                      <a:noFill/>
                      <a:prstDash val="solid"/>
                    </a:lnBlToTr>
                    <a:solidFill>
                      <a:sysClr val="windowText" lastClr="000000">
                        <a:tint val="20000"/>
                      </a:sysClr>
                    </a:solidFill>
                  </a:tcPr>
                </a:tc>
              </a:tr>
              <a:tr h="1010297">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36195" indent="0" algn="ctr">
                        <a:lnSpc>
                          <a:spcPct val="130000"/>
                        </a:lnSpc>
                        <a:spcAft>
                          <a:spcPts val="0"/>
                        </a:spcAft>
                      </a:pPr>
                      <a:r>
                        <a:rPr lang="en-US" sz="2400" dirty="0">
                          <a:solidFill>
                            <a:srgbClr val="000000"/>
                          </a:solidFill>
                          <a:effectLst/>
                          <a:latin typeface="+mj-lt"/>
                        </a:rPr>
                        <a:t>'w'</a:t>
                      </a:r>
                      <a:endParaRPr lang="en-US" sz="2400" dirty="0">
                        <a:effectLst/>
                        <a:latin typeface="+mj-lt"/>
                        <a:ea typeface="+mn-ea"/>
                        <a:cs typeface="Times New Roman" panose="02020603050405020304" pitchFamily="18" charset="0"/>
                      </a:endParaRPr>
                    </a:p>
                  </a:txBody>
                  <a:tcPr marL="9525" marR="9525" marT="9525" marB="9525" anchor="ctr">
                    <a:lnL>
                      <a:noFill/>
                    </a:lnL>
                    <a:lnR>
                      <a:noFill/>
                    </a:lnR>
                    <a:lnT w="12700" cap="flat" cmpd="sng" algn="ctr">
                      <a:solidFill>
                        <a:sysClr val="windowText" lastClr="000000"/>
                      </a:solidFill>
                      <a:prstDash val="dash"/>
                      <a:round/>
                      <a:headEnd type="none" w="med" len="med"/>
                      <a:tailEnd type="none" w="med" len="med"/>
                    </a:lnT>
                    <a:lnB w="12700" cap="flat" cmpd="sng" algn="ctr">
                      <a:solidFill>
                        <a:sysClr val="windowText" lastClr="000000"/>
                      </a:solidFill>
                      <a:prstDash val="dash"/>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36195" indent="0">
                        <a:lnSpc>
                          <a:spcPct val="130000"/>
                        </a:lnSpc>
                        <a:spcAft>
                          <a:spcPts val="0"/>
                        </a:spcAft>
                      </a:pPr>
                      <a:r>
                        <a:rPr lang="zh-CN" altLang="en-US" sz="2000" dirty="0">
                          <a:solidFill>
                            <a:srgbClr val="000000"/>
                          </a:solidFill>
                          <a:effectLst/>
                        </a:rPr>
                        <a:t>以</a:t>
                      </a:r>
                      <a:r>
                        <a:rPr lang="zh-CN" altLang="en-US" sz="2000" b="1" dirty="0">
                          <a:solidFill>
                            <a:srgbClr val="EE822F"/>
                          </a:solidFill>
                          <a:effectLst/>
                        </a:rPr>
                        <a:t>写</a:t>
                      </a:r>
                      <a:r>
                        <a:rPr lang="zh-CN" altLang="en-US" sz="2000" dirty="0">
                          <a:solidFill>
                            <a:srgbClr val="000000"/>
                          </a:solidFill>
                          <a:effectLst/>
                        </a:rPr>
                        <a:t>数据模式打开文件，该</a:t>
                      </a:r>
                      <a:r>
                        <a:rPr lang="zh-CN" altLang="en-US" sz="2000" b="1" dirty="0">
                          <a:solidFill>
                            <a:srgbClr val="EE822F"/>
                          </a:solidFill>
                          <a:effectLst/>
                        </a:rPr>
                        <a:t>文件已存在</a:t>
                      </a:r>
                      <a:r>
                        <a:rPr lang="zh-CN" altLang="en-US" sz="2000" dirty="0">
                          <a:solidFill>
                            <a:srgbClr val="000000"/>
                          </a:solidFill>
                          <a:effectLst/>
                        </a:rPr>
                        <a:t>，</a:t>
                      </a:r>
                      <a:r>
                        <a:rPr lang="zh-CN" altLang="en-US" sz="2000" b="1" dirty="0">
                          <a:solidFill>
                            <a:srgbClr val="EE822F"/>
                          </a:solidFill>
                          <a:effectLst/>
                        </a:rPr>
                        <a:t>先清除</a:t>
                      </a:r>
                      <a:r>
                        <a:rPr lang="zh-CN" altLang="en-US" sz="2000" dirty="0">
                          <a:solidFill>
                            <a:srgbClr val="000000"/>
                          </a:solidFill>
                          <a:effectLst/>
                        </a:rPr>
                        <a:t>该文件中</a:t>
                      </a:r>
                      <a:r>
                        <a:rPr lang="zh-CN" altLang="en-US" sz="2000" b="1" dirty="0">
                          <a:solidFill>
                            <a:srgbClr val="EE822F"/>
                          </a:solidFill>
                          <a:effectLst/>
                        </a:rPr>
                        <a:t>所有内容</a:t>
                      </a:r>
                      <a:r>
                        <a:rPr lang="zh-CN" altLang="en-US" sz="2000" dirty="0">
                          <a:solidFill>
                            <a:srgbClr val="000000"/>
                          </a:solidFill>
                          <a:effectLst/>
                        </a:rPr>
                        <a:t>；该文件不存在，先创建该文件再打开。</a:t>
                      </a:r>
                      <a:endParaRPr lang="zh-CN" altLang="en-US" sz="2000" dirty="0">
                        <a:effectLst/>
                        <a:latin typeface="+mn-ea"/>
                        <a:ea typeface="+mn-ea"/>
                        <a:cs typeface="Times New Roman" panose="02020603050405020304" pitchFamily="18" charset="0"/>
                      </a:endParaRPr>
                    </a:p>
                  </a:txBody>
                  <a:tcPr marL="9525" marR="9525" marT="9525" marB="9525" anchor="ctr">
                    <a:lnL>
                      <a:noFill/>
                    </a:lnL>
                    <a:lnR>
                      <a:noFill/>
                    </a:lnR>
                    <a:lnT w="12700" cap="flat" cmpd="sng" algn="ctr">
                      <a:solidFill>
                        <a:sysClr val="windowText" lastClr="000000"/>
                      </a:solidFill>
                      <a:prstDash val="dash"/>
                      <a:round/>
                      <a:headEnd type="none" w="med" len="med"/>
                      <a:tailEnd type="none" w="med" len="med"/>
                    </a:lnT>
                    <a:lnB w="12700" cap="flat" cmpd="sng" algn="ctr">
                      <a:solidFill>
                        <a:sysClr val="windowText" lastClr="000000"/>
                      </a:solidFill>
                      <a:prstDash val="dash"/>
                      <a:round/>
                      <a:headEnd type="none" w="med" len="med"/>
                      <a:tailEnd type="none" w="med" len="med"/>
                    </a:lnB>
                    <a:lnTlToBr w="12700" cmpd="sng">
                      <a:noFill/>
                      <a:prstDash val="solid"/>
                    </a:lnTlToBr>
                    <a:lnBlToTr w="12700" cmpd="sng">
                      <a:noFill/>
                      <a:prstDash val="solid"/>
                    </a:lnBlToTr>
                    <a:solidFill>
                      <a:sysClr val="window" lastClr="FFFFFF"/>
                    </a:solidFill>
                  </a:tcPr>
                </a:tc>
              </a:tr>
              <a:tr h="49556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36195" indent="0" algn="ctr">
                        <a:lnSpc>
                          <a:spcPct val="130000"/>
                        </a:lnSpc>
                        <a:spcAft>
                          <a:spcPts val="0"/>
                        </a:spcAft>
                      </a:pPr>
                      <a:r>
                        <a:rPr lang="en-US" sz="2400">
                          <a:solidFill>
                            <a:srgbClr val="000000"/>
                          </a:solidFill>
                          <a:effectLst/>
                          <a:latin typeface="+mj-lt"/>
                        </a:rPr>
                        <a:t>'x'</a:t>
                      </a:r>
                      <a:endParaRPr lang="en-US" sz="2400">
                        <a:effectLst/>
                        <a:latin typeface="+mj-lt"/>
                        <a:ea typeface="+mn-ea"/>
                        <a:cs typeface="Times New Roman" panose="02020603050405020304" pitchFamily="18" charset="0"/>
                      </a:endParaRPr>
                    </a:p>
                  </a:txBody>
                  <a:tcPr marL="9525" marR="9525" marT="9525" marB="9525" anchor="ctr">
                    <a:lnL>
                      <a:noFill/>
                    </a:lnL>
                    <a:lnR>
                      <a:noFill/>
                    </a:lnR>
                    <a:lnT w="12700" cap="flat" cmpd="sng" algn="ctr">
                      <a:solidFill>
                        <a:sysClr val="windowText" lastClr="000000"/>
                      </a:solidFill>
                      <a:prstDash val="dash"/>
                      <a:round/>
                      <a:headEnd type="none" w="med" len="med"/>
                      <a:tailEnd type="none" w="med" len="med"/>
                    </a:lnT>
                    <a:lnB w="12700" cap="flat" cmpd="sng" algn="ctr">
                      <a:solidFill>
                        <a:sysClr val="windowText" lastClr="000000"/>
                      </a:solidFill>
                      <a:prstDash val="dash"/>
                      <a:round/>
                      <a:headEnd type="none" w="med" len="med"/>
                      <a:tailEnd type="none" w="med" len="med"/>
                    </a:lnB>
                    <a:lnTlToBr w="12700" cmpd="sng">
                      <a:noFill/>
                      <a:prstDash val="solid"/>
                    </a:lnTlToBr>
                    <a:lnBlToTr w="12700" cmpd="sng">
                      <a:noFill/>
                      <a:prstDash val="solid"/>
                    </a:lnBlToTr>
                    <a:solidFill>
                      <a:sysClr val="windowText" lastClr="000000">
                        <a:tint val="20000"/>
                      </a:sys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36195" indent="0">
                        <a:lnSpc>
                          <a:spcPct val="130000"/>
                        </a:lnSpc>
                        <a:spcAft>
                          <a:spcPts val="0"/>
                        </a:spcAft>
                      </a:pPr>
                      <a:r>
                        <a:rPr lang="zh-CN" altLang="en-US" sz="2000" dirty="0">
                          <a:solidFill>
                            <a:srgbClr val="000000"/>
                          </a:solidFill>
                          <a:effectLst/>
                        </a:rPr>
                        <a:t>以</a:t>
                      </a:r>
                      <a:r>
                        <a:rPr lang="zh-CN" altLang="en-US" sz="2000" b="1" dirty="0">
                          <a:solidFill>
                            <a:srgbClr val="00B0F0"/>
                          </a:solidFill>
                          <a:effectLst/>
                        </a:rPr>
                        <a:t>创建</a:t>
                      </a:r>
                      <a:r>
                        <a:rPr lang="zh-CN" altLang="en-US" sz="2000" dirty="0">
                          <a:solidFill>
                            <a:srgbClr val="000000"/>
                          </a:solidFill>
                          <a:effectLst/>
                        </a:rPr>
                        <a:t>文件</a:t>
                      </a:r>
                      <a:r>
                        <a:rPr lang="zh-CN" altLang="en-US" sz="2000" b="1" dirty="0">
                          <a:solidFill>
                            <a:srgbClr val="EE822F"/>
                          </a:solidFill>
                          <a:effectLst/>
                        </a:rPr>
                        <a:t>写</a:t>
                      </a:r>
                      <a:r>
                        <a:rPr lang="zh-CN" altLang="en-US" sz="2000" dirty="0">
                          <a:solidFill>
                            <a:srgbClr val="000000"/>
                          </a:solidFill>
                          <a:effectLst/>
                        </a:rPr>
                        <a:t>数据模式打开文件，该</a:t>
                      </a:r>
                      <a:r>
                        <a:rPr lang="zh-CN" altLang="en-US" sz="2000" b="1" dirty="0">
                          <a:solidFill>
                            <a:srgbClr val="EE822F"/>
                          </a:solidFill>
                          <a:effectLst/>
                        </a:rPr>
                        <a:t>文件已存在</a:t>
                      </a:r>
                      <a:r>
                        <a:rPr lang="zh-CN" altLang="en-US" sz="2000" dirty="0">
                          <a:solidFill>
                            <a:srgbClr val="000000"/>
                          </a:solidFill>
                          <a:effectLst/>
                        </a:rPr>
                        <a:t>，</a:t>
                      </a:r>
                      <a:r>
                        <a:rPr lang="zh-CN" altLang="en-US" sz="2000" b="1" dirty="0">
                          <a:solidFill>
                            <a:srgbClr val="EE822F"/>
                          </a:solidFill>
                          <a:effectLst/>
                        </a:rPr>
                        <a:t>打开失败</a:t>
                      </a:r>
                      <a:r>
                        <a:rPr lang="zh-CN" altLang="en-US" sz="2000" dirty="0">
                          <a:solidFill>
                            <a:srgbClr val="000000"/>
                          </a:solidFill>
                          <a:effectLst/>
                        </a:rPr>
                        <a:t>。</a:t>
                      </a:r>
                      <a:endParaRPr lang="zh-CN" altLang="en-US" sz="2000" dirty="0">
                        <a:effectLst/>
                        <a:latin typeface="+mn-ea"/>
                        <a:ea typeface="+mn-ea"/>
                        <a:cs typeface="Times New Roman" panose="02020603050405020304" pitchFamily="18" charset="0"/>
                      </a:endParaRPr>
                    </a:p>
                  </a:txBody>
                  <a:tcPr marL="9525" marR="9525" marT="9525" marB="9525" anchor="ctr">
                    <a:lnL>
                      <a:noFill/>
                    </a:lnL>
                    <a:lnR>
                      <a:noFill/>
                    </a:lnR>
                    <a:lnT w="12700" cap="flat" cmpd="sng" algn="ctr">
                      <a:solidFill>
                        <a:sysClr val="windowText" lastClr="000000"/>
                      </a:solidFill>
                      <a:prstDash val="dash"/>
                      <a:round/>
                      <a:headEnd type="none" w="med" len="med"/>
                      <a:tailEnd type="none" w="med" len="med"/>
                    </a:lnT>
                    <a:lnB w="12700" cap="flat" cmpd="sng" algn="ctr">
                      <a:solidFill>
                        <a:sysClr val="windowText" lastClr="000000"/>
                      </a:solidFill>
                      <a:prstDash val="dash"/>
                      <a:round/>
                      <a:headEnd type="none" w="med" len="med"/>
                      <a:tailEnd type="none" w="med" len="med"/>
                    </a:lnB>
                    <a:lnTlToBr w="12700" cmpd="sng">
                      <a:noFill/>
                      <a:prstDash val="solid"/>
                    </a:lnTlToBr>
                    <a:lnBlToTr w="12700" cmpd="sng">
                      <a:noFill/>
                      <a:prstDash val="solid"/>
                    </a:lnBlToTr>
                    <a:solidFill>
                      <a:sysClr val="windowText" lastClr="000000">
                        <a:tint val="20000"/>
                      </a:sysClr>
                    </a:solidFill>
                  </a:tcPr>
                </a:tc>
              </a:tr>
              <a:tr h="1010297">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36195" indent="0" algn="ctr">
                        <a:lnSpc>
                          <a:spcPct val="130000"/>
                        </a:lnSpc>
                        <a:spcAft>
                          <a:spcPts val="0"/>
                        </a:spcAft>
                      </a:pPr>
                      <a:r>
                        <a:rPr lang="en-US" sz="2400" dirty="0">
                          <a:solidFill>
                            <a:srgbClr val="000000"/>
                          </a:solidFill>
                          <a:effectLst/>
                          <a:latin typeface="+mj-lt"/>
                        </a:rPr>
                        <a:t>'a'</a:t>
                      </a:r>
                      <a:endParaRPr lang="en-US" sz="2400" dirty="0">
                        <a:effectLst/>
                        <a:latin typeface="+mj-lt"/>
                        <a:ea typeface="+mn-ea"/>
                        <a:cs typeface="Times New Roman" panose="02020603050405020304" pitchFamily="18" charset="0"/>
                      </a:endParaRPr>
                    </a:p>
                  </a:txBody>
                  <a:tcPr marL="9525" marR="9525" marT="9525" marB="9525" anchor="ctr">
                    <a:lnL>
                      <a:noFill/>
                    </a:lnL>
                    <a:lnR>
                      <a:noFill/>
                    </a:lnR>
                    <a:lnT w="12700" cap="flat" cmpd="sng" algn="ctr">
                      <a:solidFill>
                        <a:sysClr val="windowText" lastClr="000000"/>
                      </a:solidFill>
                      <a:prstDash val="dash"/>
                      <a:round/>
                      <a:headEnd type="none" w="med" len="med"/>
                      <a:tailEnd type="none" w="med" len="med"/>
                    </a:lnT>
                    <a:lnB w="12700" cap="flat" cmpd="sng" algn="ctr">
                      <a:solidFill>
                        <a:sysClr val="windowText" lastClr="000000"/>
                      </a:solidFill>
                      <a:prstDash val="dash"/>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36195" indent="0">
                        <a:lnSpc>
                          <a:spcPct val="130000"/>
                        </a:lnSpc>
                        <a:spcAft>
                          <a:spcPts val="0"/>
                        </a:spcAft>
                      </a:pPr>
                      <a:r>
                        <a:rPr lang="zh-CN" altLang="en-US" sz="2000" dirty="0">
                          <a:solidFill>
                            <a:srgbClr val="000000"/>
                          </a:solidFill>
                          <a:effectLst/>
                        </a:rPr>
                        <a:t>以</a:t>
                      </a:r>
                      <a:r>
                        <a:rPr lang="zh-CN" altLang="en-US" sz="2000" b="1" dirty="0">
                          <a:solidFill>
                            <a:srgbClr val="00B0F0"/>
                          </a:solidFill>
                          <a:effectLst/>
                        </a:rPr>
                        <a:t>追加</a:t>
                      </a:r>
                      <a:r>
                        <a:rPr lang="zh-CN" altLang="en-US" sz="2000" b="1" dirty="0">
                          <a:solidFill>
                            <a:srgbClr val="EE822F"/>
                          </a:solidFill>
                          <a:effectLst/>
                        </a:rPr>
                        <a:t>写</a:t>
                      </a:r>
                      <a:r>
                        <a:rPr lang="zh-CN" altLang="en-US" sz="2000" dirty="0">
                          <a:solidFill>
                            <a:srgbClr val="000000"/>
                          </a:solidFill>
                          <a:effectLst/>
                        </a:rPr>
                        <a:t>数据模式打开文件，该</a:t>
                      </a:r>
                      <a:r>
                        <a:rPr lang="zh-CN" altLang="en-US" sz="2000" b="1" dirty="0">
                          <a:solidFill>
                            <a:srgbClr val="00B0F0"/>
                          </a:solidFill>
                          <a:effectLst/>
                        </a:rPr>
                        <a:t>文件已存在</a:t>
                      </a:r>
                      <a:r>
                        <a:rPr lang="zh-CN" altLang="en-US" sz="2000" dirty="0">
                          <a:solidFill>
                            <a:srgbClr val="000000"/>
                          </a:solidFill>
                          <a:effectLst/>
                        </a:rPr>
                        <a:t>，新数据</a:t>
                      </a:r>
                      <a:r>
                        <a:rPr lang="zh-CN" altLang="en-US" sz="2000" b="1" dirty="0">
                          <a:solidFill>
                            <a:srgbClr val="EE822F"/>
                          </a:solidFill>
                          <a:effectLst/>
                        </a:rPr>
                        <a:t>追加</a:t>
                      </a:r>
                      <a:r>
                        <a:rPr lang="zh-CN" altLang="en-US" sz="2000" dirty="0">
                          <a:solidFill>
                            <a:srgbClr val="000000"/>
                          </a:solidFill>
                          <a:effectLst/>
                        </a:rPr>
                        <a:t>在现有数据之后；该文件不存在，先创建文件后在打开。</a:t>
                      </a:r>
                      <a:endParaRPr lang="zh-CN" altLang="en-US" sz="2000" dirty="0">
                        <a:effectLst/>
                        <a:latin typeface="+mn-ea"/>
                        <a:ea typeface="+mn-ea"/>
                        <a:cs typeface="Times New Roman" panose="02020603050405020304" pitchFamily="18" charset="0"/>
                      </a:endParaRPr>
                    </a:p>
                  </a:txBody>
                  <a:tcPr marL="9525" marR="9525" marT="9525" marB="9525" anchor="ctr">
                    <a:lnL>
                      <a:noFill/>
                    </a:lnL>
                    <a:lnR>
                      <a:noFill/>
                    </a:lnR>
                    <a:lnT w="12700" cap="flat" cmpd="sng" algn="ctr">
                      <a:solidFill>
                        <a:sysClr val="windowText" lastClr="000000"/>
                      </a:solidFill>
                      <a:prstDash val="dash"/>
                      <a:round/>
                      <a:headEnd type="none" w="med" len="med"/>
                      <a:tailEnd type="none" w="med" len="med"/>
                    </a:lnT>
                    <a:lnB w="12700" cap="flat" cmpd="sng" algn="ctr">
                      <a:solidFill>
                        <a:sysClr val="windowText" lastClr="000000"/>
                      </a:solidFill>
                      <a:prstDash val="dash"/>
                      <a:round/>
                      <a:headEnd type="none" w="med" len="med"/>
                      <a:tailEnd type="none" w="med" len="med"/>
                    </a:lnB>
                    <a:lnTlToBr w="12700" cmpd="sng">
                      <a:noFill/>
                      <a:prstDash val="solid"/>
                    </a:lnTlToBr>
                    <a:lnBlToTr w="12700" cmpd="sng">
                      <a:noFill/>
                      <a:prstDash val="solid"/>
                    </a:lnBlToTr>
                    <a:solidFill>
                      <a:sysClr val="window" lastClr="FFFFFF"/>
                    </a:solidFill>
                  </a:tcPr>
                </a:tc>
              </a:tr>
              <a:tr h="49556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36195" indent="0" algn="ctr">
                        <a:lnSpc>
                          <a:spcPct val="130000"/>
                        </a:lnSpc>
                        <a:spcAft>
                          <a:spcPts val="0"/>
                        </a:spcAft>
                      </a:pPr>
                      <a:r>
                        <a:rPr lang="en-US" sz="2400" dirty="0">
                          <a:solidFill>
                            <a:srgbClr val="000000"/>
                          </a:solidFill>
                          <a:effectLst/>
                          <a:latin typeface="+mj-lt"/>
                        </a:rPr>
                        <a:t>'b'</a:t>
                      </a:r>
                      <a:endParaRPr lang="en-US" sz="2400" dirty="0">
                        <a:effectLst/>
                        <a:latin typeface="+mj-lt"/>
                        <a:ea typeface="+mn-ea"/>
                        <a:cs typeface="Times New Roman" panose="02020603050405020304" pitchFamily="18" charset="0"/>
                      </a:endParaRPr>
                    </a:p>
                  </a:txBody>
                  <a:tcPr marL="9525" marR="9525" marT="9525" marB="9525" anchor="ctr">
                    <a:lnL>
                      <a:noFill/>
                    </a:lnL>
                    <a:lnR>
                      <a:noFill/>
                    </a:lnR>
                    <a:lnT w="12700" cap="flat" cmpd="sng" algn="ctr">
                      <a:solidFill>
                        <a:sysClr val="windowText" lastClr="000000"/>
                      </a:solidFill>
                      <a:prstDash val="dash"/>
                      <a:round/>
                      <a:headEnd type="none" w="med" len="med"/>
                      <a:tailEnd type="none" w="med" len="med"/>
                    </a:lnT>
                    <a:lnB w="12700" cap="flat" cmpd="sng" algn="ctr">
                      <a:solidFill>
                        <a:sysClr val="windowText" lastClr="000000"/>
                      </a:solidFill>
                      <a:prstDash val="dash"/>
                      <a:round/>
                      <a:headEnd type="none" w="med" len="med"/>
                      <a:tailEnd type="none" w="med" len="med"/>
                    </a:lnB>
                    <a:lnTlToBr w="12700" cmpd="sng">
                      <a:noFill/>
                      <a:prstDash val="solid"/>
                    </a:lnTlToBr>
                    <a:lnBlToTr w="12700" cmpd="sng">
                      <a:noFill/>
                      <a:prstDash val="solid"/>
                    </a:lnBlToTr>
                    <a:solidFill>
                      <a:sysClr val="windowText" lastClr="000000">
                        <a:tint val="20000"/>
                      </a:sys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36195" indent="0">
                        <a:lnSpc>
                          <a:spcPct val="130000"/>
                        </a:lnSpc>
                        <a:spcAft>
                          <a:spcPts val="0"/>
                        </a:spcAft>
                      </a:pPr>
                      <a:r>
                        <a:rPr lang="zh-CN" altLang="en-US" sz="2000" dirty="0">
                          <a:solidFill>
                            <a:srgbClr val="000000"/>
                          </a:solidFill>
                          <a:effectLst/>
                        </a:rPr>
                        <a:t>以</a:t>
                      </a:r>
                      <a:r>
                        <a:rPr lang="zh-CN" altLang="en-US" sz="2000" b="1" dirty="0">
                          <a:solidFill>
                            <a:srgbClr val="EE822F"/>
                          </a:solidFill>
                          <a:effectLst/>
                        </a:rPr>
                        <a:t>二进制</a:t>
                      </a:r>
                      <a:r>
                        <a:rPr lang="zh-CN" altLang="en-US" sz="2000" dirty="0">
                          <a:solidFill>
                            <a:srgbClr val="000000"/>
                          </a:solidFill>
                          <a:effectLst/>
                        </a:rPr>
                        <a:t>模式打开文件处理数据</a:t>
                      </a:r>
                      <a:endParaRPr lang="zh-CN" altLang="en-US" sz="2000" dirty="0">
                        <a:effectLst/>
                        <a:latin typeface="+mn-ea"/>
                        <a:ea typeface="+mn-ea"/>
                        <a:cs typeface="Times New Roman" panose="02020603050405020304" pitchFamily="18" charset="0"/>
                      </a:endParaRPr>
                    </a:p>
                  </a:txBody>
                  <a:tcPr marL="9525" marR="9525" marT="9525" marB="9525" anchor="ctr">
                    <a:lnL>
                      <a:noFill/>
                    </a:lnL>
                    <a:lnR>
                      <a:noFill/>
                    </a:lnR>
                    <a:lnT w="12700" cap="flat" cmpd="sng" algn="ctr">
                      <a:solidFill>
                        <a:sysClr val="windowText" lastClr="000000"/>
                      </a:solidFill>
                      <a:prstDash val="dash"/>
                      <a:round/>
                      <a:headEnd type="none" w="med" len="med"/>
                      <a:tailEnd type="none" w="med" len="med"/>
                    </a:lnT>
                    <a:lnB w="12700" cap="flat" cmpd="sng" algn="ctr">
                      <a:solidFill>
                        <a:sysClr val="windowText" lastClr="000000"/>
                      </a:solidFill>
                      <a:prstDash val="dash"/>
                      <a:round/>
                      <a:headEnd type="none" w="med" len="med"/>
                      <a:tailEnd type="none" w="med" len="med"/>
                    </a:lnB>
                    <a:lnTlToBr w="12700" cmpd="sng">
                      <a:noFill/>
                      <a:prstDash val="solid"/>
                    </a:lnTlToBr>
                    <a:lnBlToTr w="12700" cmpd="sng">
                      <a:noFill/>
                      <a:prstDash val="solid"/>
                    </a:lnBlToTr>
                    <a:solidFill>
                      <a:sysClr val="windowText" lastClr="000000">
                        <a:tint val="20000"/>
                      </a:sysClr>
                    </a:solidFill>
                  </a:tcPr>
                </a:tc>
              </a:tr>
              <a:tr h="49556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36195" indent="0" algn="ctr">
                        <a:lnSpc>
                          <a:spcPct val="130000"/>
                        </a:lnSpc>
                        <a:spcAft>
                          <a:spcPts val="0"/>
                        </a:spcAft>
                      </a:pPr>
                      <a:r>
                        <a:rPr lang="en-US" sz="2400" dirty="0">
                          <a:solidFill>
                            <a:srgbClr val="000000"/>
                          </a:solidFill>
                          <a:effectLst/>
                          <a:latin typeface="+mj-lt"/>
                        </a:rPr>
                        <a:t>'t'</a:t>
                      </a:r>
                      <a:endParaRPr lang="en-US" sz="2400" dirty="0">
                        <a:effectLst/>
                        <a:latin typeface="+mj-lt"/>
                        <a:ea typeface="+mn-ea"/>
                        <a:cs typeface="Times New Roman" panose="02020603050405020304" pitchFamily="18" charset="0"/>
                      </a:endParaRPr>
                    </a:p>
                  </a:txBody>
                  <a:tcPr marL="9525" marR="9525" marT="9525" marB="9525" anchor="ctr">
                    <a:lnL>
                      <a:noFill/>
                    </a:lnL>
                    <a:lnR>
                      <a:noFill/>
                    </a:lnR>
                    <a:lnT w="12700" cap="flat" cmpd="sng" algn="ctr">
                      <a:solidFill>
                        <a:sysClr val="windowText" lastClr="000000"/>
                      </a:solidFill>
                      <a:prstDash val="dash"/>
                      <a:round/>
                      <a:headEnd type="none" w="med" len="med"/>
                      <a:tailEnd type="none" w="med" len="med"/>
                    </a:lnT>
                    <a:lnB w="12700" cap="flat" cmpd="sng" algn="ctr">
                      <a:solidFill>
                        <a:sysClr val="windowText" lastClr="000000"/>
                      </a:solidFill>
                      <a:prstDash val="dash"/>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36195" indent="0">
                        <a:lnSpc>
                          <a:spcPct val="130000"/>
                        </a:lnSpc>
                        <a:spcAft>
                          <a:spcPts val="0"/>
                        </a:spcAft>
                      </a:pPr>
                      <a:r>
                        <a:rPr lang="zh-CN" altLang="en-US" sz="2000" dirty="0">
                          <a:solidFill>
                            <a:srgbClr val="000000"/>
                          </a:solidFill>
                          <a:effectLst/>
                        </a:rPr>
                        <a:t>以</a:t>
                      </a:r>
                      <a:r>
                        <a:rPr lang="zh-CN" altLang="en-US" sz="2000" b="1" dirty="0">
                          <a:solidFill>
                            <a:srgbClr val="EE822F"/>
                          </a:solidFill>
                          <a:effectLst/>
                        </a:rPr>
                        <a:t>文本</a:t>
                      </a:r>
                      <a:r>
                        <a:rPr lang="zh-CN" altLang="en-US" sz="2000" dirty="0">
                          <a:solidFill>
                            <a:schemeClr val="tx1"/>
                          </a:solidFill>
                          <a:effectLst/>
                        </a:rPr>
                        <a:t>模式</a:t>
                      </a:r>
                      <a:r>
                        <a:rPr lang="zh-CN" altLang="en-US" sz="2000" dirty="0">
                          <a:solidFill>
                            <a:srgbClr val="000000"/>
                          </a:solidFill>
                          <a:effectLst/>
                        </a:rPr>
                        <a:t>打开文件处理数据（</a:t>
                      </a:r>
                      <a:r>
                        <a:rPr lang="zh-CN" altLang="en-US" sz="2000" b="1" dirty="0">
                          <a:solidFill>
                            <a:srgbClr val="EE822F"/>
                          </a:solidFill>
                          <a:effectLst/>
                        </a:rPr>
                        <a:t>默认模式</a:t>
                      </a:r>
                      <a:r>
                        <a:rPr lang="zh-CN" altLang="en-US" sz="2000" dirty="0">
                          <a:solidFill>
                            <a:srgbClr val="000000"/>
                          </a:solidFill>
                          <a:effectLst/>
                        </a:rPr>
                        <a:t>）</a:t>
                      </a:r>
                      <a:endParaRPr lang="zh-CN" altLang="en-US" sz="2000" dirty="0">
                        <a:effectLst/>
                        <a:latin typeface="+mn-ea"/>
                        <a:ea typeface="+mn-ea"/>
                        <a:cs typeface="Times New Roman" panose="02020603050405020304" pitchFamily="18" charset="0"/>
                      </a:endParaRPr>
                    </a:p>
                  </a:txBody>
                  <a:tcPr marL="9525" marR="9525" marT="9525" marB="9525" anchor="ctr">
                    <a:lnL>
                      <a:noFill/>
                    </a:lnL>
                    <a:lnR>
                      <a:noFill/>
                    </a:lnR>
                    <a:lnT w="12700" cap="flat" cmpd="sng" algn="ctr">
                      <a:solidFill>
                        <a:sysClr val="windowText" lastClr="000000"/>
                      </a:solidFill>
                      <a:prstDash val="dash"/>
                      <a:round/>
                      <a:headEnd type="none" w="med" len="med"/>
                      <a:tailEnd type="none" w="med" len="med"/>
                    </a:lnT>
                    <a:lnB w="12700" cap="flat" cmpd="sng" algn="ctr">
                      <a:solidFill>
                        <a:sysClr val="windowText" lastClr="000000"/>
                      </a:solidFill>
                      <a:prstDash val="dash"/>
                      <a:round/>
                      <a:headEnd type="none" w="med" len="med"/>
                      <a:tailEnd type="none" w="med" len="med"/>
                    </a:lnB>
                    <a:lnTlToBr w="12700" cmpd="sng">
                      <a:noFill/>
                      <a:prstDash val="solid"/>
                    </a:lnTlToBr>
                    <a:lnBlToTr w="12700" cmpd="sng">
                      <a:noFill/>
                      <a:prstDash val="solid"/>
                    </a:lnBlToTr>
                    <a:solidFill>
                      <a:sysClr val="window" lastClr="FFFFFF"/>
                    </a:solidFill>
                  </a:tcPr>
                </a:tc>
              </a:tr>
              <a:tr h="1010297">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36195" indent="0" algn="ctr">
                        <a:lnSpc>
                          <a:spcPct val="130000"/>
                        </a:lnSpc>
                        <a:spcAft>
                          <a:spcPts val="0"/>
                        </a:spcAft>
                      </a:pPr>
                      <a:r>
                        <a:rPr lang="en-US" altLang="zh-CN" sz="2400" dirty="0">
                          <a:solidFill>
                            <a:srgbClr val="000000"/>
                          </a:solidFill>
                          <a:effectLst/>
                          <a:latin typeface="+mj-lt"/>
                        </a:rPr>
                        <a:t>'+'</a:t>
                      </a:r>
                      <a:endParaRPr lang="zh-CN" altLang="en-US" sz="2400" dirty="0">
                        <a:effectLst/>
                        <a:latin typeface="+mj-lt"/>
                        <a:ea typeface="+mn-ea"/>
                        <a:cs typeface="Times New Roman" panose="02020603050405020304" pitchFamily="18" charset="0"/>
                      </a:endParaRPr>
                    </a:p>
                  </a:txBody>
                  <a:tcPr marL="9525" marR="9525" marT="9525" marB="9525" anchor="ctr">
                    <a:lnL>
                      <a:noFill/>
                    </a:lnL>
                    <a:lnR>
                      <a:noFill/>
                    </a:lnR>
                    <a:lnT w="12700" cap="flat" cmpd="sng" algn="ctr">
                      <a:solidFill>
                        <a:sysClr val="windowText" lastClr="000000"/>
                      </a:solidFill>
                      <a:prstDash val="dash"/>
                      <a:round/>
                      <a:headEnd type="none" w="med" len="med"/>
                      <a:tailEnd type="none" w="med" len="med"/>
                    </a:lnT>
                    <a:lnB w="25400" cmpd="sng">
                      <a:solidFill>
                        <a:sysClr val="windowText" lastClr="000000"/>
                      </a:solidFill>
                    </a:lnB>
                    <a:lnTlToBr w="12700" cmpd="sng">
                      <a:noFill/>
                      <a:prstDash val="solid"/>
                    </a:lnTlToBr>
                    <a:lnBlToTr w="12700" cmpd="sng">
                      <a:noFill/>
                      <a:prstDash val="solid"/>
                    </a:lnBlToTr>
                    <a:solidFill>
                      <a:sysClr val="windowText" lastClr="000000">
                        <a:tint val="20000"/>
                      </a:sys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36195" indent="0">
                        <a:lnSpc>
                          <a:spcPct val="130000"/>
                        </a:lnSpc>
                        <a:spcAft>
                          <a:spcPts val="0"/>
                        </a:spcAft>
                      </a:pPr>
                      <a:r>
                        <a:rPr lang="zh-CN" altLang="en-US" sz="2000" dirty="0">
                          <a:solidFill>
                            <a:srgbClr val="000000"/>
                          </a:solidFill>
                          <a:effectLst/>
                        </a:rPr>
                        <a:t>打开文件并允许更新，相当于增加</a:t>
                      </a:r>
                      <a:r>
                        <a:rPr lang="zh-CN" altLang="en-US" sz="2000" b="1" dirty="0">
                          <a:solidFill>
                            <a:srgbClr val="EE822F"/>
                          </a:solidFill>
                          <a:effectLst/>
                        </a:rPr>
                        <a:t>读</a:t>
                      </a:r>
                      <a:r>
                        <a:rPr lang="zh-CN" altLang="en-US" sz="2000" dirty="0">
                          <a:solidFill>
                            <a:schemeClr val="tx1"/>
                          </a:solidFill>
                          <a:effectLst/>
                        </a:rPr>
                        <a:t>或</a:t>
                      </a:r>
                      <a:r>
                        <a:rPr lang="zh-CN" altLang="en-US" sz="2000" b="1" dirty="0">
                          <a:solidFill>
                            <a:srgbClr val="EE822F"/>
                          </a:solidFill>
                          <a:effectLst/>
                        </a:rPr>
                        <a:t>写</a:t>
                      </a:r>
                      <a:r>
                        <a:rPr lang="zh-CN" altLang="en-US" sz="2000" dirty="0">
                          <a:solidFill>
                            <a:srgbClr val="000000"/>
                          </a:solidFill>
                          <a:effectLst/>
                        </a:rPr>
                        <a:t>模式（与 </a:t>
                      </a:r>
                      <a:r>
                        <a:rPr lang="en-US" altLang="zh-CN" sz="2000" dirty="0">
                          <a:solidFill>
                            <a:srgbClr val="000000"/>
                          </a:solidFill>
                          <a:effectLst/>
                        </a:rPr>
                        <a:t>'r'</a:t>
                      </a:r>
                      <a:r>
                        <a:rPr lang="zh-CN" altLang="en-US" sz="2000" dirty="0">
                          <a:solidFill>
                            <a:srgbClr val="000000"/>
                          </a:solidFill>
                          <a:effectLst/>
                        </a:rPr>
                        <a:t>、</a:t>
                      </a:r>
                      <a:r>
                        <a:rPr lang="en-US" altLang="zh-CN" sz="2000" dirty="0">
                          <a:solidFill>
                            <a:srgbClr val="000000"/>
                          </a:solidFill>
                          <a:effectLst/>
                        </a:rPr>
                        <a:t>'w' </a:t>
                      </a:r>
                      <a:r>
                        <a:rPr lang="zh-CN" altLang="en-US" sz="2000" dirty="0">
                          <a:solidFill>
                            <a:srgbClr val="000000"/>
                          </a:solidFill>
                          <a:effectLst/>
                        </a:rPr>
                        <a:t>或 </a:t>
                      </a:r>
                      <a:r>
                        <a:rPr lang="en-US" altLang="zh-CN" sz="2000" dirty="0">
                          <a:solidFill>
                            <a:srgbClr val="000000"/>
                          </a:solidFill>
                          <a:effectLst/>
                        </a:rPr>
                        <a:t>'a' </a:t>
                      </a:r>
                      <a:r>
                        <a:rPr lang="zh-CN" altLang="en-US" sz="2000" dirty="0">
                          <a:solidFill>
                            <a:srgbClr val="000000"/>
                          </a:solidFill>
                          <a:effectLst/>
                        </a:rPr>
                        <a:t>组合使用，如 </a:t>
                      </a:r>
                      <a:r>
                        <a:rPr lang="en-US" altLang="zh-CN" sz="2000" dirty="0">
                          <a:solidFill>
                            <a:srgbClr val="000000"/>
                          </a:solidFill>
                          <a:effectLst/>
                        </a:rPr>
                        <a:t>'r+'</a:t>
                      </a:r>
                      <a:r>
                        <a:rPr lang="zh-CN" altLang="en-US" sz="2000" dirty="0">
                          <a:solidFill>
                            <a:srgbClr val="000000"/>
                          </a:solidFill>
                          <a:effectLst/>
                        </a:rPr>
                        <a:t>可读可写、</a:t>
                      </a:r>
                      <a:r>
                        <a:rPr lang="en-US" altLang="zh-CN" sz="2000" dirty="0">
                          <a:solidFill>
                            <a:srgbClr val="000000"/>
                          </a:solidFill>
                          <a:effectLst/>
                        </a:rPr>
                        <a:t>'w+' </a:t>
                      </a:r>
                      <a:r>
                        <a:rPr lang="zh-CN" altLang="en-US" sz="2000" dirty="0">
                          <a:solidFill>
                            <a:srgbClr val="000000"/>
                          </a:solidFill>
                          <a:effectLst/>
                        </a:rPr>
                        <a:t>可写可读、</a:t>
                      </a:r>
                      <a:r>
                        <a:rPr lang="en-US" altLang="zh-CN" sz="2000" dirty="0">
                          <a:solidFill>
                            <a:srgbClr val="000000"/>
                          </a:solidFill>
                          <a:effectLst/>
                        </a:rPr>
                        <a:t>'a+' </a:t>
                      </a:r>
                      <a:r>
                        <a:rPr lang="zh-CN" altLang="en-US" sz="2000" dirty="0">
                          <a:solidFill>
                            <a:srgbClr val="000000"/>
                          </a:solidFill>
                          <a:effectLst/>
                        </a:rPr>
                        <a:t>可追加写，可读）</a:t>
                      </a:r>
                      <a:endParaRPr lang="zh-CN" altLang="en-US" sz="2000" dirty="0">
                        <a:effectLst/>
                        <a:latin typeface="+mn-ea"/>
                        <a:ea typeface="+mn-ea"/>
                        <a:cs typeface="Times New Roman" panose="02020603050405020304" pitchFamily="18" charset="0"/>
                      </a:endParaRPr>
                    </a:p>
                  </a:txBody>
                  <a:tcPr marL="9525" marR="9525" marT="9525" marB="9525" anchor="ctr">
                    <a:lnL>
                      <a:noFill/>
                    </a:lnL>
                    <a:lnR>
                      <a:noFill/>
                    </a:lnR>
                    <a:lnT w="12700" cap="flat" cmpd="sng" algn="ctr">
                      <a:solidFill>
                        <a:sysClr val="windowText" lastClr="000000"/>
                      </a:solidFill>
                      <a:prstDash val="dash"/>
                      <a:round/>
                      <a:headEnd type="none" w="med" len="med"/>
                      <a:tailEnd type="none" w="med" len="med"/>
                    </a:lnT>
                    <a:lnB w="25400" cmpd="sng">
                      <a:solidFill>
                        <a:sysClr val="windowText" lastClr="000000"/>
                      </a:solidFill>
                    </a:lnB>
                    <a:lnTlToBr w="12700" cmpd="sng">
                      <a:noFill/>
                      <a:prstDash val="solid"/>
                    </a:lnTlToBr>
                    <a:lnBlToTr w="12700" cmpd="sng">
                      <a:noFill/>
                      <a:prstDash val="solid"/>
                    </a:lnBlToTr>
                    <a:solidFill>
                      <a:sysClr val="windowText" lastClr="000000">
                        <a:tint val="20000"/>
                      </a:sysClr>
                    </a:solidFill>
                  </a:tcPr>
                </a:tc>
              </a:tr>
            </a:tbl>
          </a:graphicData>
        </a:graphic>
      </p:graphicFrame>
      <p:sp>
        <p:nvSpPr>
          <p:cNvPr id="7" name="文本框 6"/>
          <p:cNvSpPr txBox="1"/>
          <p:nvPr/>
        </p:nvSpPr>
        <p:spPr>
          <a:xfrm>
            <a:off x="7167345" y="537349"/>
            <a:ext cx="4604325" cy="581057"/>
          </a:xfrm>
          <a:prstGeom prst="rect">
            <a:avLst/>
          </a:prstGeom>
          <a:noFill/>
        </p:spPr>
        <p:txBody>
          <a:bodyPr wrap="square">
            <a:spAutoFit/>
          </a:bodyPr>
          <a:lstStyle/>
          <a:p>
            <a:pPr algn="r">
              <a:lnSpc>
                <a:spcPct val="150000"/>
              </a:lnSpc>
              <a:defRPr/>
            </a:pPr>
            <a:r>
              <a:rPr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mode </a:t>
            </a:r>
            <a:r>
              <a:rPr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参数符号含义</a:t>
            </a:r>
            <a:endParaRPr lang="zh-CN" altLang="en-US" sz="24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7.1.1</a:t>
            </a:r>
            <a:endParaRPr lang="zh-CN" altLang="en-US" dirty="0"/>
          </a:p>
        </p:txBody>
      </p:sp>
      <p:sp>
        <p:nvSpPr>
          <p:cNvPr id="3" name="标题 2"/>
          <p:cNvSpPr>
            <a:spLocks noGrp="1"/>
          </p:cNvSpPr>
          <p:nvPr>
            <p:ph type="title"/>
          </p:nvPr>
        </p:nvSpPr>
        <p:spPr/>
        <p:txBody>
          <a:bodyPr/>
          <a:lstStyle/>
          <a:p>
            <a:r>
              <a:rPr lang="zh-CN" altLang="en-US" dirty="0"/>
              <a:t>文件的打开</a:t>
            </a:r>
            <a:endParaRPr lang="zh-CN" altLang="en-US" dirty="0"/>
          </a:p>
        </p:txBody>
      </p:sp>
      <p:sp>
        <p:nvSpPr>
          <p:cNvPr id="5" name="内容占位符 1"/>
          <p:cNvSpPr txBox="1"/>
          <p:nvPr/>
        </p:nvSpPr>
        <p:spPr>
          <a:xfrm>
            <a:off x="852628" y="2920181"/>
            <a:ext cx="10486743" cy="3451122"/>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nSpc>
                <a:spcPct val="130000"/>
              </a:lnSpc>
              <a:buClr>
                <a:sysClr val="windowText" lastClr="000000"/>
              </a:buClr>
              <a:buNone/>
            </a:pPr>
            <a:r>
              <a:rPr lang="en-US" altLang="zh-CN" sz="2000" dirty="0">
                <a:solidFill>
                  <a:sysClr val="windowText" lastClr="000000"/>
                </a:solidFill>
                <a:latin typeface="微软雅黑" panose="020B0503020204020204" pitchFamily="34" charset="-122"/>
                <a:ea typeface="微软雅黑" panose="020B0503020204020204" pitchFamily="34" charset="-122"/>
              </a:rPr>
              <a:t>   encoding </a:t>
            </a:r>
            <a:r>
              <a:rPr lang="zh-CN" altLang="en-US" sz="2000" dirty="0">
                <a:solidFill>
                  <a:sysClr val="windowText" lastClr="000000"/>
                </a:solidFill>
                <a:latin typeface="微软雅黑" panose="020B0503020204020204" pitchFamily="34" charset="-122"/>
                <a:ea typeface="微软雅黑" panose="020B0503020204020204" pitchFamily="34" charset="-122"/>
              </a:rPr>
              <a:t>参数是可选参数，用于标明打开文本文件时，采用何种</a:t>
            </a:r>
            <a:r>
              <a:rPr lang="zh-CN" altLang="en-US" sz="2000" b="1" dirty="0">
                <a:solidFill>
                  <a:schemeClr val="accent2"/>
                </a:solidFill>
                <a:latin typeface="微软雅黑" panose="020B0503020204020204" pitchFamily="34" charset="-122"/>
                <a:ea typeface="微软雅黑" panose="020B0503020204020204" pitchFamily="34" charset="-122"/>
              </a:rPr>
              <a:t>字符编码</a:t>
            </a:r>
            <a:r>
              <a:rPr lang="zh-CN" altLang="en-US" sz="2000" dirty="0">
                <a:solidFill>
                  <a:sysClr val="windowText" lastClr="000000"/>
                </a:solidFill>
                <a:latin typeface="微软雅黑" panose="020B0503020204020204" pitchFamily="34" charset="-122"/>
                <a:ea typeface="微软雅黑" panose="020B0503020204020204" pitchFamily="34" charset="-122"/>
              </a:rPr>
              <a:t>处理数据</a:t>
            </a:r>
            <a:endParaRPr lang="en-US" altLang="zh-CN" sz="2000" dirty="0">
              <a:solidFill>
                <a:sysClr val="windowText" lastClr="000000"/>
              </a:solidFill>
              <a:latin typeface="微软雅黑" panose="020B0503020204020204" pitchFamily="34" charset="-122"/>
              <a:ea typeface="微软雅黑" panose="020B0503020204020204" pitchFamily="34" charset="-122"/>
            </a:endParaRPr>
          </a:p>
          <a:p>
            <a:pPr>
              <a:lnSpc>
                <a:spcPct val="130000"/>
              </a:lnSpc>
              <a:buClr>
                <a:sysClr val="windowText" lastClr="000000"/>
              </a:buClr>
            </a:pPr>
            <a:r>
              <a:rPr lang="en-US" altLang="zh-CN" sz="2000" dirty="0">
                <a:solidFill>
                  <a:sysClr val="windowText" lastClr="000000"/>
                </a:solidFill>
                <a:latin typeface="微软雅黑" panose="020B0503020204020204" pitchFamily="34" charset="-122"/>
                <a:ea typeface="微软雅黑" panose="020B0503020204020204" pitchFamily="34" charset="-122"/>
              </a:rPr>
              <a:t>encoding </a:t>
            </a:r>
            <a:r>
              <a:rPr lang="zh-CN" altLang="en-US" sz="2000" dirty="0">
                <a:solidFill>
                  <a:sysClr val="windowText" lastClr="000000"/>
                </a:solidFill>
                <a:latin typeface="微软雅黑" panose="020B0503020204020204" pitchFamily="34" charset="-122"/>
                <a:ea typeface="微软雅黑" panose="020B0503020204020204" pitchFamily="34" charset="-122"/>
              </a:rPr>
              <a:t>参数缺省时，表示使用当前操作系统默认编码类型（中文 </a:t>
            </a:r>
            <a:r>
              <a:rPr lang="en-US" altLang="zh-CN" sz="2000" dirty="0">
                <a:solidFill>
                  <a:sysClr val="windowText" lastClr="000000"/>
                </a:solidFill>
                <a:latin typeface="微软雅黑" panose="020B0503020204020204" pitchFamily="34" charset="-122"/>
                <a:ea typeface="微软雅黑" panose="020B0503020204020204" pitchFamily="34" charset="-122"/>
              </a:rPr>
              <a:t>windows10 </a:t>
            </a:r>
            <a:r>
              <a:rPr lang="zh-CN" altLang="en-US" sz="2000" dirty="0">
                <a:solidFill>
                  <a:sysClr val="windowText" lastClr="000000"/>
                </a:solidFill>
                <a:latin typeface="微软雅黑" panose="020B0503020204020204" pitchFamily="34" charset="-122"/>
                <a:ea typeface="微软雅黑" panose="020B0503020204020204" pitchFamily="34" charset="-122"/>
              </a:rPr>
              <a:t>一般默认 </a:t>
            </a:r>
            <a:r>
              <a:rPr lang="en-US" altLang="zh-CN" sz="2000" dirty="0">
                <a:solidFill>
                  <a:sysClr val="windowText" lastClr="000000"/>
                </a:solidFill>
                <a:latin typeface="微软雅黑" panose="020B0503020204020204" pitchFamily="34" charset="-122"/>
                <a:ea typeface="微软雅黑" panose="020B0503020204020204" pitchFamily="34" charset="-122"/>
              </a:rPr>
              <a:t>GBK </a:t>
            </a:r>
            <a:r>
              <a:rPr lang="zh-CN" altLang="en-US" sz="2000" dirty="0">
                <a:solidFill>
                  <a:sysClr val="windowText" lastClr="000000"/>
                </a:solidFill>
                <a:latin typeface="微软雅黑" panose="020B0503020204020204" pitchFamily="34" charset="-122"/>
                <a:ea typeface="微软雅黑" panose="020B0503020204020204" pitchFamily="34" charset="-122"/>
              </a:rPr>
              <a:t>编码，</a:t>
            </a:r>
            <a:r>
              <a:rPr lang="en-US" altLang="zh-CN" sz="2000" dirty="0">
                <a:solidFill>
                  <a:sysClr val="windowText" lastClr="000000"/>
                </a:solidFill>
                <a:latin typeface="微软雅黑" panose="020B0503020204020204" pitchFamily="34" charset="-122"/>
                <a:ea typeface="微软雅黑" panose="020B0503020204020204" pitchFamily="34" charset="-122"/>
              </a:rPr>
              <a:t>Mac </a:t>
            </a:r>
            <a:r>
              <a:rPr lang="zh-CN" altLang="en-US" sz="2000" dirty="0">
                <a:solidFill>
                  <a:sysClr val="windowText" lastClr="000000"/>
                </a:solidFill>
                <a:latin typeface="微软雅黑" panose="020B0503020204020204" pitchFamily="34" charset="-122"/>
                <a:ea typeface="微软雅黑" panose="020B0503020204020204" pitchFamily="34" charset="-122"/>
              </a:rPr>
              <a:t>和 </a:t>
            </a:r>
            <a:r>
              <a:rPr lang="en-US" altLang="zh-CN" sz="2000" dirty="0">
                <a:solidFill>
                  <a:sysClr val="windowText" lastClr="000000"/>
                </a:solidFill>
                <a:latin typeface="微软雅黑" panose="020B0503020204020204" pitchFamily="34" charset="-122"/>
                <a:ea typeface="微软雅黑" panose="020B0503020204020204" pitchFamily="34" charset="-122"/>
              </a:rPr>
              <a:t>Linux </a:t>
            </a:r>
            <a:r>
              <a:rPr lang="zh-CN" altLang="en-US" sz="2000" dirty="0">
                <a:solidFill>
                  <a:sysClr val="windowText" lastClr="000000"/>
                </a:solidFill>
                <a:latin typeface="微软雅黑" panose="020B0503020204020204" pitchFamily="34" charset="-122"/>
                <a:ea typeface="微软雅黑" panose="020B0503020204020204" pitchFamily="34" charset="-122"/>
              </a:rPr>
              <a:t>等一般默认编码为 </a:t>
            </a:r>
            <a:r>
              <a:rPr lang="en-US" altLang="zh-CN" sz="2000" dirty="0">
                <a:solidFill>
                  <a:sysClr val="windowText" lastClr="000000"/>
                </a:solidFill>
                <a:latin typeface="微软雅黑" panose="020B0503020204020204" pitchFamily="34" charset="-122"/>
                <a:ea typeface="微软雅黑" panose="020B0503020204020204" pitchFamily="34" charset="-122"/>
              </a:rPr>
              <a:t>UTF-8 </a:t>
            </a:r>
            <a:r>
              <a:rPr lang="zh-CN" altLang="en-US" sz="2000" dirty="0">
                <a:solidFill>
                  <a:sysClr val="windowText" lastClr="000000"/>
                </a:solidFill>
                <a:latin typeface="微软雅黑" panose="020B0503020204020204" pitchFamily="34" charset="-122"/>
                <a:ea typeface="微软雅黑" panose="020B0503020204020204" pitchFamily="34" charset="-122"/>
              </a:rPr>
              <a:t>编码）</a:t>
            </a:r>
            <a:endParaRPr lang="en-US" altLang="zh-CN" sz="2000" dirty="0">
              <a:solidFill>
                <a:sysClr val="windowText" lastClr="000000"/>
              </a:solidFill>
              <a:latin typeface="微软雅黑" panose="020B0503020204020204" pitchFamily="34" charset="-122"/>
              <a:ea typeface="微软雅黑" panose="020B0503020204020204" pitchFamily="34" charset="-122"/>
            </a:endParaRPr>
          </a:p>
          <a:p>
            <a:pPr>
              <a:lnSpc>
                <a:spcPct val="130000"/>
              </a:lnSpc>
              <a:buClr>
                <a:sysClr val="windowText" lastClr="000000"/>
              </a:buClr>
            </a:pPr>
            <a:r>
              <a:rPr lang="en-US" altLang="zh-CN" sz="2000" dirty="0">
                <a:solidFill>
                  <a:sysClr val="windowText" lastClr="000000"/>
                </a:solidFill>
                <a:latin typeface="微软雅黑" panose="020B0503020204020204" pitchFamily="34" charset="-122"/>
                <a:ea typeface="微软雅黑" panose="020B0503020204020204" pitchFamily="34" charset="-122"/>
              </a:rPr>
              <a:t>UTF-8 </a:t>
            </a:r>
            <a:r>
              <a:rPr lang="zh-CN" altLang="en-US" sz="2000" dirty="0">
                <a:solidFill>
                  <a:sysClr val="windowText" lastClr="000000"/>
                </a:solidFill>
                <a:latin typeface="微软雅黑" panose="020B0503020204020204" pitchFamily="34" charset="-122"/>
                <a:ea typeface="微软雅黑" panose="020B0503020204020204" pitchFamily="34" charset="-122"/>
              </a:rPr>
              <a:t>用 </a:t>
            </a:r>
            <a:r>
              <a:rPr lang="en-US" altLang="zh-CN" sz="2000" dirty="0">
                <a:solidFill>
                  <a:sysClr val="windowText" lastClr="000000"/>
                </a:solidFill>
                <a:latin typeface="微软雅黑" panose="020B0503020204020204" pitchFamily="34" charset="-122"/>
                <a:ea typeface="微软雅黑" panose="020B0503020204020204" pitchFamily="34" charset="-122"/>
              </a:rPr>
              <a:t>1 </a:t>
            </a:r>
            <a:r>
              <a:rPr lang="zh-CN" altLang="en-US" sz="2000" dirty="0">
                <a:solidFill>
                  <a:sysClr val="windowText" lastClr="000000"/>
                </a:solidFill>
                <a:latin typeface="微软雅黑" panose="020B0503020204020204" pitchFamily="34" charset="-122"/>
                <a:ea typeface="微软雅黑" panose="020B0503020204020204" pitchFamily="34" charset="-122"/>
              </a:rPr>
              <a:t>到 </a:t>
            </a:r>
            <a:r>
              <a:rPr lang="en-US" altLang="zh-CN" sz="2000" dirty="0">
                <a:solidFill>
                  <a:sysClr val="windowText" lastClr="000000"/>
                </a:solidFill>
                <a:latin typeface="微软雅黑" panose="020B0503020204020204" pitchFamily="34" charset="-122"/>
                <a:ea typeface="微软雅黑" panose="020B0503020204020204" pitchFamily="34" charset="-122"/>
              </a:rPr>
              <a:t>6 </a:t>
            </a:r>
            <a:r>
              <a:rPr lang="zh-CN" altLang="en-US" sz="2000" dirty="0">
                <a:solidFill>
                  <a:sysClr val="windowText" lastClr="000000"/>
                </a:solidFill>
                <a:latin typeface="微软雅黑" panose="020B0503020204020204" pitchFamily="34" charset="-122"/>
                <a:ea typeface="微软雅黑" panose="020B0503020204020204" pitchFamily="34" charset="-122"/>
              </a:rPr>
              <a:t>个字节编码 </a:t>
            </a:r>
            <a:r>
              <a:rPr lang="en-US" altLang="zh-CN" sz="2000" dirty="0">
                <a:solidFill>
                  <a:sysClr val="windowText" lastClr="000000"/>
                </a:solidFill>
                <a:latin typeface="微软雅黑" panose="020B0503020204020204" pitchFamily="34" charset="-122"/>
                <a:ea typeface="微软雅黑" panose="020B0503020204020204" pitchFamily="34" charset="-122"/>
              </a:rPr>
              <a:t>Unicode </a:t>
            </a:r>
            <a:r>
              <a:rPr lang="zh-CN" altLang="en-US" sz="2000" dirty="0">
                <a:solidFill>
                  <a:sysClr val="windowText" lastClr="000000"/>
                </a:solidFill>
                <a:latin typeface="微软雅黑" panose="020B0503020204020204" pitchFamily="34" charset="-122"/>
                <a:ea typeface="微软雅黑" panose="020B0503020204020204" pitchFamily="34" charset="-122"/>
              </a:rPr>
              <a:t>字符，包含全世界所有国家需要用到的字符。</a:t>
            </a:r>
            <a:r>
              <a:rPr lang="en-US" altLang="zh-CN" sz="2000" dirty="0">
                <a:solidFill>
                  <a:sysClr val="windowText" lastClr="000000"/>
                </a:solidFill>
                <a:latin typeface="微软雅黑" panose="020B0503020204020204" pitchFamily="34" charset="-122"/>
                <a:ea typeface="微软雅黑" panose="020B0503020204020204" pitchFamily="34" charset="-122"/>
              </a:rPr>
              <a:t>Python 3 </a:t>
            </a:r>
            <a:r>
              <a:rPr lang="zh-CN" altLang="en-US" sz="2000" b="1" dirty="0">
                <a:solidFill>
                  <a:schemeClr val="accent2"/>
                </a:solidFill>
                <a:latin typeface="微软雅黑" panose="020B0503020204020204" pitchFamily="34" charset="-122"/>
                <a:ea typeface="微软雅黑" panose="020B0503020204020204" pitchFamily="34" charset="-122"/>
              </a:rPr>
              <a:t>推荐使用 </a:t>
            </a:r>
            <a:r>
              <a:rPr lang="en-US" altLang="zh-CN" sz="2000" b="1" dirty="0">
                <a:solidFill>
                  <a:schemeClr val="accent2"/>
                </a:solidFill>
                <a:latin typeface="微软雅黑" panose="020B0503020204020204" pitchFamily="34" charset="-122"/>
                <a:ea typeface="微软雅黑" panose="020B0503020204020204" pitchFamily="34" charset="-122"/>
              </a:rPr>
              <a:t>UTF-8 </a:t>
            </a:r>
            <a:r>
              <a:rPr lang="zh-CN" altLang="en-US" sz="2000" b="1" dirty="0">
                <a:solidFill>
                  <a:schemeClr val="accent2"/>
                </a:solidFill>
                <a:latin typeface="微软雅黑" panose="020B0503020204020204" pitchFamily="34" charset="-122"/>
                <a:ea typeface="微软雅黑" panose="020B0503020204020204" pitchFamily="34" charset="-122"/>
              </a:rPr>
              <a:t>编码</a:t>
            </a:r>
            <a:r>
              <a:rPr lang="zh-CN" altLang="en-US" sz="2000" dirty="0">
                <a:solidFill>
                  <a:sysClr val="windowText" lastClr="000000"/>
                </a:solidFill>
                <a:latin typeface="微软雅黑" panose="020B0503020204020204" pitchFamily="34" charset="-122"/>
                <a:ea typeface="微软雅黑" panose="020B0503020204020204" pitchFamily="34" charset="-122"/>
              </a:rPr>
              <a:t>，创建文本文件时，建议指定使用 </a:t>
            </a:r>
            <a:r>
              <a:rPr lang="en-US" altLang="zh-CN" sz="2000" dirty="0">
                <a:solidFill>
                  <a:sysClr val="windowText" lastClr="000000"/>
                </a:solidFill>
                <a:latin typeface="微软雅黑" panose="020B0503020204020204" pitchFamily="34" charset="-122"/>
                <a:ea typeface="微软雅黑" panose="020B0503020204020204" pitchFamily="34" charset="-122"/>
              </a:rPr>
              <a:t>UTF-8 </a:t>
            </a:r>
            <a:r>
              <a:rPr lang="zh-CN" altLang="en-US" sz="2000" dirty="0">
                <a:solidFill>
                  <a:sysClr val="windowText" lastClr="000000"/>
                </a:solidFill>
                <a:latin typeface="微软雅黑" panose="020B0503020204020204" pitchFamily="34" charset="-122"/>
                <a:ea typeface="微软雅黑" panose="020B0503020204020204" pitchFamily="34" charset="-122"/>
              </a:rPr>
              <a:t>编码，以方便其他用户和程序访问该文件。</a:t>
            </a:r>
            <a:endParaRPr lang="en-US" altLang="zh-CN" sz="2000" dirty="0">
              <a:solidFill>
                <a:sysClr val="windowText" lastClr="000000"/>
              </a:solidFill>
              <a:latin typeface="微软雅黑" panose="020B0503020204020204" pitchFamily="34" charset="-122"/>
              <a:ea typeface="微软雅黑" panose="020B0503020204020204" pitchFamily="34" charset="-122"/>
            </a:endParaRPr>
          </a:p>
          <a:p>
            <a:pPr>
              <a:lnSpc>
                <a:spcPct val="130000"/>
              </a:lnSpc>
              <a:buClr>
                <a:sysClr val="windowText" lastClr="000000"/>
              </a:buClr>
            </a:pPr>
            <a:r>
              <a:rPr lang="zh-CN" altLang="en-US" sz="2000" dirty="0">
                <a:solidFill>
                  <a:sysClr val="windowText" lastClr="000000"/>
                </a:solidFill>
                <a:latin typeface="微软雅黑" panose="020B0503020204020204" pitchFamily="34" charset="-122"/>
                <a:ea typeface="微软雅黑" panose="020B0503020204020204" pitchFamily="34" charset="-122"/>
              </a:rPr>
              <a:t>当使用二进制模式打开文件时，</a:t>
            </a:r>
            <a:r>
              <a:rPr lang="en-US" altLang="zh-CN" sz="2000" dirty="0">
                <a:solidFill>
                  <a:sysClr val="windowText" lastClr="000000"/>
                </a:solidFill>
                <a:latin typeface="微软雅黑" panose="020B0503020204020204" pitchFamily="34" charset="-122"/>
                <a:ea typeface="微软雅黑" panose="020B0503020204020204" pitchFamily="34" charset="-122"/>
              </a:rPr>
              <a:t>encoding </a:t>
            </a:r>
            <a:r>
              <a:rPr lang="zh-CN" altLang="en-US" sz="2000" dirty="0">
                <a:solidFill>
                  <a:sysClr val="windowText" lastClr="000000"/>
                </a:solidFill>
                <a:latin typeface="微软雅黑" panose="020B0503020204020204" pitchFamily="34" charset="-122"/>
                <a:ea typeface="微软雅黑" panose="020B0503020204020204" pitchFamily="34" charset="-122"/>
              </a:rPr>
              <a:t>参数不可使用</a:t>
            </a:r>
            <a:endParaRPr lang="en-US" altLang="zh-CN" sz="2000" dirty="0">
              <a:solidFill>
                <a:sysClr val="windowText" lastClr="000000"/>
              </a:solidFill>
              <a:latin typeface="微软雅黑" panose="020B0503020204020204" pitchFamily="34" charset="-122"/>
              <a:ea typeface="微软雅黑" panose="020B0503020204020204" pitchFamily="34" charset="-122"/>
            </a:endParaRPr>
          </a:p>
        </p:txBody>
      </p:sp>
      <p:sp>
        <p:nvSpPr>
          <p:cNvPr id="9" name="内容占位符 5"/>
          <p:cNvSpPr txBox="1"/>
          <p:nvPr/>
        </p:nvSpPr>
        <p:spPr>
          <a:xfrm>
            <a:off x="780061" y="1740980"/>
            <a:ext cx="10631877" cy="848652"/>
          </a:xfrm>
          <a:prstGeom prst="roundRect">
            <a:avLst>
              <a:gd name="adj" fmla="val 20006"/>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0" algn="ctr" eaLnBrk="0" fontAlgn="base" hangingPunct="0">
              <a:lnSpc>
                <a:spcPct val="150000"/>
              </a:lnSpc>
              <a:spcBef>
                <a:spcPct val="0"/>
              </a:spcBef>
              <a:spcAft>
                <a:spcPct val="0"/>
              </a:spcAft>
              <a:defRPr/>
            </a:pPr>
            <a:r>
              <a:rPr lang="en-US" altLang="zh-CN" sz="2400" b="1" kern="0" dirty="0">
                <a:solidFill>
                  <a:srgbClr val="080808"/>
                </a:solidFill>
              </a:rPr>
              <a:t>  </a:t>
            </a:r>
            <a:r>
              <a:rPr lang="zh-CN" altLang="zh-CN" sz="2400" b="1" kern="0" dirty="0">
                <a:solidFill>
                  <a:srgbClr val="080808"/>
                </a:solidFill>
              </a:rPr>
              <a:t>fr </a:t>
            </a:r>
            <a:r>
              <a:rPr lang="zh-CN" altLang="zh-CN" sz="2400" b="1" kern="0" dirty="0">
                <a:solidFill>
                  <a:srgbClr val="025DFF"/>
                </a:solidFill>
              </a:rPr>
              <a:t>= </a:t>
            </a:r>
            <a:r>
              <a:rPr lang="zh-CN" altLang="zh-CN" sz="2400" b="1" kern="0" dirty="0">
                <a:solidFill>
                  <a:srgbClr val="FF6A02"/>
                </a:solidFill>
              </a:rPr>
              <a:t>open</a:t>
            </a:r>
            <a:r>
              <a:rPr lang="zh-CN" altLang="zh-CN" sz="2400" b="1" kern="0" dirty="0">
                <a:solidFill>
                  <a:srgbClr val="7102FF"/>
                </a:solidFill>
              </a:rPr>
              <a:t>(</a:t>
            </a:r>
            <a:r>
              <a:rPr lang="zh-CN" altLang="zh-CN" sz="2400" b="1" kern="0" dirty="0">
                <a:solidFill>
                  <a:srgbClr val="080808"/>
                </a:solidFill>
              </a:rPr>
              <a:t>file, </a:t>
            </a:r>
            <a:r>
              <a:rPr lang="zh-CN" altLang="zh-CN" sz="2400" b="1" kern="0" dirty="0">
                <a:solidFill>
                  <a:srgbClr val="660099"/>
                </a:solidFill>
              </a:rPr>
              <a:t>mode</a:t>
            </a:r>
            <a:r>
              <a:rPr lang="zh-CN" altLang="zh-CN" sz="2400" b="1" kern="0" dirty="0">
                <a:solidFill>
                  <a:srgbClr val="025DFF"/>
                </a:solidFill>
              </a:rPr>
              <a:t>=</a:t>
            </a:r>
            <a:r>
              <a:rPr lang="zh-CN" altLang="zh-CN" sz="2400" b="1" kern="0" dirty="0">
                <a:solidFill>
                  <a:srgbClr val="49C957"/>
                </a:solidFill>
              </a:rPr>
              <a:t>'r'</a:t>
            </a:r>
            <a:r>
              <a:rPr lang="zh-CN" altLang="zh-CN" sz="2400" b="1" kern="0" dirty="0">
                <a:solidFill>
                  <a:srgbClr val="080808"/>
                </a:solidFill>
              </a:rPr>
              <a:t>, </a:t>
            </a:r>
            <a:r>
              <a:rPr lang="zh-CN" altLang="zh-CN" sz="2400" b="1" kern="0" dirty="0">
                <a:solidFill>
                  <a:srgbClr val="660099"/>
                </a:solidFill>
              </a:rPr>
              <a:t>encoding</a:t>
            </a:r>
            <a:r>
              <a:rPr lang="zh-CN" altLang="zh-CN" sz="2400" b="1" kern="0" dirty="0">
                <a:solidFill>
                  <a:srgbClr val="025DFF"/>
                </a:solidFill>
              </a:rPr>
              <a:t>=</a:t>
            </a:r>
            <a:r>
              <a:rPr lang="zh-CN" altLang="zh-CN" sz="2400" b="1" kern="0" dirty="0">
                <a:solidFill>
                  <a:srgbClr val="F80505"/>
                </a:solidFill>
              </a:rPr>
              <a:t>None</a:t>
            </a:r>
            <a:r>
              <a:rPr lang="zh-CN" altLang="zh-CN" sz="2400" b="1" kern="0" dirty="0">
                <a:solidFill>
                  <a:srgbClr val="7102FF"/>
                </a:solidFill>
              </a:rPr>
              <a:t>)</a:t>
            </a:r>
            <a:endParaRPr lang="en-US" altLang="zh-CN" sz="2400" b="1" kern="0" dirty="0">
              <a:solidFill>
                <a:srgbClr val="7102FF"/>
              </a:solidFill>
            </a:endParaRPr>
          </a:p>
        </p:txBody>
      </p:sp>
      <p:sp>
        <p:nvSpPr>
          <p:cNvPr id="10" name="内容占位符 4"/>
          <p:cNvSpPr txBox="1"/>
          <p:nvPr/>
        </p:nvSpPr>
        <p:spPr>
          <a:xfrm>
            <a:off x="852628" y="1003533"/>
            <a:ext cx="10631877" cy="581043"/>
          </a:xfrm>
          <a:prstGeom prst="rect">
            <a:avLst/>
          </a:prstGeom>
          <a:noFill/>
          <a:ln>
            <a:noFill/>
          </a:ln>
          <a:effectLst/>
        </p:spPr>
        <p:txBody>
          <a:bodyPr vert="horz" lIns="91440" tIns="45720" rIns="91440" bIns="45720" rtlCol="0">
            <a:norm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457200" lvl="1" indent="0">
              <a:lnSpc>
                <a:spcPct val="150000"/>
              </a:lnSpc>
              <a:buNone/>
            </a:pPr>
            <a:r>
              <a:rPr lang="zh-CN" altLang="en-US" b="1" dirty="0">
                <a:solidFill>
                  <a:srgbClr val="0070C0"/>
                </a:solidFill>
                <a:latin typeface="微软雅黑" panose="020B0503020204020204" pitchFamily="34" charset="-122"/>
                <a:ea typeface="微软雅黑" panose="020B0503020204020204" pitchFamily="34" charset="-122"/>
              </a:rPr>
              <a:t>内置函数 </a:t>
            </a:r>
            <a:r>
              <a:rPr lang="en-US" altLang="zh-CN" b="1" dirty="0">
                <a:solidFill>
                  <a:schemeClr val="accent2"/>
                </a:solidFill>
                <a:latin typeface="微软雅黑" panose="020B0503020204020204" pitchFamily="34" charset="-122"/>
                <a:ea typeface="微软雅黑" panose="020B0503020204020204" pitchFamily="34" charset="-122"/>
              </a:rPr>
              <a:t>open</a:t>
            </a:r>
            <a:r>
              <a:rPr lang="en-US" altLang="zh-CN" b="1" dirty="0">
                <a:solidFill>
                  <a:srgbClr val="7102FF"/>
                </a:solidFill>
                <a:latin typeface="微软雅黑" panose="020B0503020204020204" pitchFamily="34" charset="-122"/>
                <a:ea typeface="微软雅黑" panose="020B0503020204020204" pitchFamily="34" charset="-122"/>
              </a:rPr>
              <a:t>()</a:t>
            </a:r>
            <a:r>
              <a:rPr lang="en-US" altLang="zh-CN" b="1" dirty="0">
                <a:solidFill>
                  <a:srgbClr val="0070C0"/>
                </a:solidFill>
                <a:latin typeface="微软雅黑" panose="020B0503020204020204" pitchFamily="34" charset="-122"/>
                <a:ea typeface="微软雅黑" panose="020B0503020204020204" pitchFamily="34" charset="-122"/>
              </a:rPr>
              <a:t> </a:t>
            </a:r>
            <a:r>
              <a:rPr lang="zh-CN" altLang="en-US" b="1" dirty="0">
                <a:solidFill>
                  <a:srgbClr val="0070C0"/>
                </a:solidFill>
                <a:latin typeface="微软雅黑" panose="020B0503020204020204" pitchFamily="34" charset="-122"/>
                <a:ea typeface="微软雅黑" panose="020B0503020204020204" pitchFamily="34" charset="-122"/>
              </a:rPr>
              <a:t>将文件以</a:t>
            </a:r>
            <a:r>
              <a:rPr lang="zh-CN" altLang="en-US" b="1" dirty="0">
                <a:solidFill>
                  <a:schemeClr val="accent2"/>
                </a:solidFill>
                <a:latin typeface="微软雅黑" panose="020B0503020204020204" pitchFamily="34" charset="-122"/>
                <a:ea typeface="微软雅黑" panose="020B0503020204020204" pitchFamily="34" charset="-122"/>
              </a:rPr>
              <a:t>文本形式</a:t>
            </a:r>
            <a:r>
              <a:rPr lang="zh-CN" altLang="en-US" b="1" dirty="0">
                <a:solidFill>
                  <a:srgbClr val="0070C0"/>
                </a:solidFill>
                <a:latin typeface="微软雅黑" panose="020B0503020204020204" pitchFamily="34" charset="-122"/>
                <a:ea typeface="微软雅黑" panose="020B0503020204020204" pitchFamily="34" charset="-122"/>
              </a:rPr>
              <a:t>或</a:t>
            </a:r>
            <a:r>
              <a:rPr lang="zh-CN" altLang="en-US" b="1" dirty="0">
                <a:solidFill>
                  <a:schemeClr val="accent2"/>
                </a:solidFill>
                <a:latin typeface="微软雅黑" panose="020B0503020204020204" pitchFamily="34" charset="-122"/>
                <a:ea typeface="微软雅黑" panose="020B0503020204020204" pitchFamily="34" charset="-122"/>
              </a:rPr>
              <a:t>二进制形式</a:t>
            </a:r>
            <a:r>
              <a:rPr lang="zh-CN" altLang="en-US" b="1" dirty="0">
                <a:solidFill>
                  <a:srgbClr val="0070C0"/>
                </a:solidFill>
                <a:latin typeface="微软雅黑" panose="020B0503020204020204" pitchFamily="34" charset="-122"/>
                <a:ea typeface="微软雅黑" panose="020B0503020204020204" pitchFamily="34" charset="-122"/>
              </a:rPr>
              <a:t>打开</a:t>
            </a:r>
            <a:endParaRPr lang="en-US" altLang="zh-CN" b="1" dirty="0">
              <a:solidFill>
                <a:srgbClr val="0070C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7.1.2</a:t>
            </a:r>
            <a:endParaRPr lang="zh-CN" altLang="en-US" dirty="0"/>
          </a:p>
        </p:txBody>
      </p:sp>
      <p:sp>
        <p:nvSpPr>
          <p:cNvPr id="3" name="标题 2"/>
          <p:cNvSpPr>
            <a:spLocks noGrp="1"/>
          </p:cNvSpPr>
          <p:nvPr>
            <p:ph type="title"/>
          </p:nvPr>
        </p:nvSpPr>
        <p:spPr/>
        <p:txBody>
          <a:bodyPr/>
          <a:lstStyle/>
          <a:p>
            <a:r>
              <a:rPr lang="zh-CN" altLang="en-US" dirty="0"/>
              <a:t>遍历文件对象</a:t>
            </a:r>
            <a:endParaRPr lang="zh-CN" altLang="en-US" dirty="0"/>
          </a:p>
        </p:txBody>
      </p:sp>
      <p:sp>
        <p:nvSpPr>
          <p:cNvPr id="6" name="内容占位符 5"/>
          <p:cNvSpPr txBox="1"/>
          <p:nvPr/>
        </p:nvSpPr>
        <p:spPr>
          <a:xfrm>
            <a:off x="986566" y="1582994"/>
            <a:ext cx="10218868" cy="1846006"/>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50000"/>
              </a:lnSpc>
            </a:pPr>
            <a:r>
              <a:rPr lang="en-US" altLang="zh-CN" sz="2400" dirty="0">
                <a:latin typeface="+mj-lt"/>
              </a:rPr>
              <a:t>open() </a:t>
            </a:r>
            <a:r>
              <a:rPr lang="zh-CN" altLang="en-US" sz="2400" dirty="0">
                <a:latin typeface="+mj-lt"/>
              </a:rPr>
              <a:t>函数打开文本文件会返回一个</a:t>
            </a:r>
            <a:r>
              <a:rPr lang="zh-CN" altLang="en-US" sz="2400" b="1" dirty="0">
                <a:solidFill>
                  <a:schemeClr val="accent2"/>
                </a:solidFill>
                <a:latin typeface="+mj-lt"/>
              </a:rPr>
              <a:t>可遍历对象</a:t>
            </a:r>
            <a:r>
              <a:rPr lang="zh-CN" altLang="en-US" sz="2400" dirty="0">
                <a:latin typeface="+mj-lt"/>
              </a:rPr>
              <a:t>，可以用</a:t>
            </a:r>
            <a:r>
              <a:rPr lang="zh-CN" altLang="en-US" sz="2400" b="1" dirty="0">
                <a:solidFill>
                  <a:schemeClr val="accent2"/>
                </a:solidFill>
                <a:latin typeface="+mj-lt"/>
              </a:rPr>
              <a:t>循环</a:t>
            </a:r>
            <a:r>
              <a:rPr lang="zh-CN" altLang="en-US" sz="2400" dirty="0">
                <a:latin typeface="+mj-lt"/>
              </a:rPr>
              <a:t>以遍历的方式访问文件中的数据，每个循环获得文件中的一行数据，行末会有一个</a:t>
            </a:r>
            <a:r>
              <a:rPr lang="zh-CN" altLang="en-US" sz="2400" b="1" dirty="0">
                <a:solidFill>
                  <a:schemeClr val="accent2"/>
                </a:solidFill>
                <a:latin typeface="+mj-lt"/>
              </a:rPr>
              <a:t>换行符 </a:t>
            </a:r>
            <a:r>
              <a:rPr lang="en-US" altLang="zh-CN" sz="2400" b="1" dirty="0">
                <a:solidFill>
                  <a:schemeClr val="accent2"/>
                </a:solidFill>
                <a:latin typeface="+mj-lt"/>
              </a:rPr>
              <a:t>'\n'</a:t>
            </a:r>
            <a:r>
              <a:rPr lang="zh-CN" altLang="en-US" sz="2400" dirty="0">
                <a:latin typeface="+mj-lt"/>
              </a:rPr>
              <a:t>。</a:t>
            </a:r>
            <a:endParaRPr lang="zh-CN" altLang="en-US" sz="2400" dirty="0">
              <a:latin typeface="+mj-l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7.1 </a:t>
            </a:r>
            <a:r>
              <a:rPr lang="zh-CN" altLang="en-US" dirty="0"/>
              <a:t>读取文件</a:t>
            </a:r>
            <a:endParaRPr lang="zh-CN" altLang="en-US" dirty="0"/>
          </a:p>
        </p:txBody>
      </p:sp>
      <p:sp>
        <p:nvSpPr>
          <p:cNvPr id="7" name="内容占位符 6"/>
          <p:cNvSpPr>
            <a:spLocks noGrp="1"/>
          </p:cNvSpPr>
          <p:nvPr>
            <p:ph sz="quarter" idx="15"/>
          </p:nvPr>
        </p:nvSpPr>
        <p:spPr/>
        <p:txBody>
          <a:bodyPr>
            <a:normAutofit lnSpcReduction="10000"/>
          </a:bodyPr>
          <a:lstStyle/>
          <a:p>
            <a:pPr>
              <a:lnSpc>
                <a:spcPct val="125000"/>
              </a:lnSpc>
              <a:spcBef>
                <a:spcPts val="500"/>
              </a:spcBef>
            </a:pPr>
            <a:r>
              <a:rPr lang="zh-CN" altLang="en-US" sz="2800" b="1" dirty="0">
                <a:solidFill>
                  <a:srgbClr val="0070C0"/>
                </a:solidFill>
              </a:rPr>
              <a:t>实例说明：</a:t>
            </a:r>
            <a:endParaRPr lang="en-US" altLang="zh-CN" sz="2800" b="1" dirty="0">
              <a:solidFill>
                <a:srgbClr val="0070C0"/>
              </a:solidFill>
            </a:endParaRPr>
          </a:p>
          <a:p>
            <a:pPr marL="342900" indent="-342900">
              <a:lnSpc>
                <a:spcPct val="125000"/>
              </a:lnSpc>
              <a:spcBef>
                <a:spcPts val="500"/>
              </a:spcBef>
              <a:buFont typeface="Arial" panose="020B0604020202090204" pitchFamily="34" charset="0"/>
              <a:buChar char="•"/>
            </a:pPr>
            <a:r>
              <a:rPr lang="zh-CN" altLang="en-US" dirty="0"/>
              <a:t>有一个 </a:t>
            </a:r>
            <a:r>
              <a:rPr lang="en-US" altLang="zh-CN" dirty="0"/>
              <a:t>utf-8 </a:t>
            </a:r>
            <a:r>
              <a:rPr lang="zh-CN" altLang="en-US" dirty="0"/>
              <a:t>编码的文本文件“静夜思</a:t>
            </a:r>
            <a:r>
              <a:rPr lang="en-US" altLang="zh-CN" dirty="0"/>
              <a:t>.txt”</a:t>
            </a:r>
            <a:r>
              <a:rPr lang="zh-CN" altLang="en-US" dirty="0"/>
              <a:t>，内容如下：</a:t>
            </a:r>
            <a:endParaRPr lang="en-US" altLang="zh-CN" dirty="0"/>
          </a:p>
          <a:p>
            <a:pPr>
              <a:lnSpc>
                <a:spcPct val="125000"/>
              </a:lnSpc>
              <a:spcBef>
                <a:spcPts val="500"/>
              </a:spcBef>
            </a:pPr>
            <a:r>
              <a:rPr lang="zh-CN" altLang="en-US" dirty="0"/>
              <a:t>    静夜思</a:t>
            </a:r>
            <a:endParaRPr lang="zh-CN" altLang="en-US" dirty="0"/>
          </a:p>
          <a:p>
            <a:pPr>
              <a:lnSpc>
                <a:spcPct val="125000"/>
              </a:lnSpc>
              <a:spcBef>
                <a:spcPts val="500"/>
              </a:spcBef>
            </a:pPr>
            <a:r>
              <a:rPr lang="zh-CN" altLang="en-US" dirty="0"/>
              <a:t>    床前明月光，疑是地上霜。</a:t>
            </a:r>
            <a:endParaRPr lang="zh-CN" altLang="en-US" dirty="0"/>
          </a:p>
          <a:p>
            <a:pPr>
              <a:lnSpc>
                <a:spcPct val="125000"/>
              </a:lnSpc>
              <a:spcBef>
                <a:spcPts val="500"/>
              </a:spcBef>
            </a:pPr>
            <a:r>
              <a:rPr lang="zh-CN" altLang="en-US" dirty="0"/>
              <a:t>    举头望明月，低头思故乡。</a:t>
            </a:r>
            <a:endParaRPr lang="en-US" altLang="zh-CN" dirty="0"/>
          </a:p>
          <a:p>
            <a:pPr marL="342900" indent="-342900">
              <a:lnSpc>
                <a:spcPct val="125000"/>
              </a:lnSpc>
              <a:spcBef>
                <a:spcPts val="500"/>
              </a:spcBef>
              <a:buFont typeface="Arial" panose="020B0604020202090204" pitchFamily="34" charset="0"/>
              <a:buChar char="•"/>
            </a:pPr>
            <a:r>
              <a:rPr lang="zh-CN" altLang="en-US" dirty="0"/>
              <a:t>编程读取文件的内容。</a:t>
            </a:r>
            <a:endParaRPr lang="en-US" altLang="zh-CN" dirty="0"/>
          </a:p>
          <a:p>
            <a:pPr>
              <a:lnSpc>
                <a:spcPct val="200000"/>
              </a:lnSpc>
              <a:spcBef>
                <a:spcPts val="500"/>
              </a:spcBef>
            </a:pPr>
            <a:r>
              <a:rPr lang="zh-CN" altLang="en-US" sz="2800" b="1" dirty="0">
                <a:solidFill>
                  <a:srgbClr val="0070C0"/>
                </a:solidFill>
              </a:rPr>
              <a:t>思路：</a:t>
            </a:r>
            <a:endParaRPr lang="en-US" altLang="zh-CN" sz="2800" b="1" dirty="0">
              <a:solidFill>
                <a:srgbClr val="0070C0"/>
              </a:solidFill>
            </a:endParaRPr>
          </a:p>
          <a:p>
            <a:pPr marL="342900" indent="-342900">
              <a:lnSpc>
                <a:spcPct val="125000"/>
              </a:lnSpc>
              <a:spcBef>
                <a:spcPts val="500"/>
              </a:spcBef>
              <a:buFont typeface="Arial" panose="020B0604020202090204" pitchFamily="34" charset="0"/>
              <a:buChar char="•"/>
            </a:pPr>
            <a:r>
              <a:rPr lang="zh-CN" altLang="en-US" dirty="0"/>
              <a:t>先用 </a:t>
            </a:r>
            <a:r>
              <a:rPr lang="en-US" altLang="zh-CN" dirty="0"/>
              <a:t>open() </a:t>
            </a:r>
            <a:r>
              <a:rPr lang="zh-CN" altLang="en-US" dirty="0"/>
              <a:t>函数打开文件，只读取文件，不修改文件内容</a:t>
            </a:r>
            <a:endParaRPr lang="en-US" altLang="zh-CN" dirty="0"/>
          </a:p>
          <a:p>
            <a:pPr marL="342900" indent="-342900">
              <a:lnSpc>
                <a:spcPct val="125000"/>
              </a:lnSpc>
              <a:spcBef>
                <a:spcPts val="500"/>
              </a:spcBef>
              <a:buFont typeface="Arial" panose="020B0604020202090204" pitchFamily="34" charset="0"/>
              <a:buChar char="•"/>
            </a:pPr>
            <a:r>
              <a:rPr lang="zh-CN" altLang="en-US" dirty="0"/>
              <a:t>文件内容可用循环逐行输出</a:t>
            </a:r>
            <a:endParaRPr lang="zh-CN" altLang="en-US" dirty="0"/>
          </a:p>
        </p:txBody>
      </p:sp>
      <p:sp>
        <p:nvSpPr>
          <p:cNvPr id="6" name="内容占位符 5"/>
          <p:cNvSpPr>
            <a:spLocks noGrp="1"/>
          </p:cNvSpPr>
          <p:nvPr>
            <p:ph sz="quarter" idx="13"/>
          </p:nvPr>
        </p:nvSpPr>
        <p:spPr/>
        <p:txBody>
          <a:bodyPr/>
          <a:lstStyle/>
          <a:p>
            <a:r>
              <a:rPr lang="zh-CN" altLang="en-US" dirty="0"/>
              <a:t>实例</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6" end="6"/>
                                            </p:txEl>
                                          </p:spTgt>
                                        </p:tgtEl>
                                        <p:attrNameLst>
                                          <p:attrName>style.visibility</p:attrName>
                                        </p:attrNameLst>
                                      </p:cBhvr>
                                      <p:to>
                                        <p:strVal val="visible"/>
                                      </p:to>
                                    </p:set>
                                    <p:animEffect transition="in" filter="fade">
                                      <p:cBhvr>
                                        <p:cTn id="7" dur="250"/>
                                        <p:tgtEl>
                                          <p:spTgt spid="7">
                                            <p:txEl>
                                              <p:pRg st="6" end="6"/>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7" end="7"/>
                                            </p:txEl>
                                          </p:spTgt>
                                        </p:tgtEl>
                                        <p:attrNameLst>
                                          <p:attrName>style.visibility</p:attrName>
                                        </p:attrNameLst>
                                      </p:cBhvr>
                                      <p:to>
                                        <p:strVal val="visible"/>
                                      </p:to>
                                    </p:set>
                                    <p:animEffect transition="in" filter="fade">
                                      <p:cBhvr>
                                        <p:cTn id="12" dur="250"/>
                                        <p:tgtEl>
                                          <p:spTgt spid="7">
                                            <p:txEl>
                                              <p:pRg st="7" end="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8" end="8"/>
                                            </p:txEl>
                                          </p:spTgt>
                                        </p:tgtEl>
                                        <p:attrNameLst>
                                          <p:attrName>style.visibility</p:attrName>
                                        </p:attrNameLst>
                                      </p:cBhvr>
                                      <p:to>
                                        <p:strVal val="visible"/>
                                      </p:to>
                                    </p:set>
                                    <p:animEffect transition="in" filter="fade">
                                      <p:cBhvr>
                                        <p:cTn id="17" dur="250"/>
                                        <p:tgtEl>
                                          <p:spTgt spid="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7.1 </a:t>
            </a:r>
            <a:r>
              <a:rPr lang="zh-CN" altLang="en-US" dirty="0"/>
              <a:t>读取文件</a:t>
            </a:r>
            <a:endParaRPr lang="zh-CN" altLang="en-US" dirty="0"/>
          </a:p>
        </p:txBody>
      </p:sp>
      <p:sp>
        <p:nvSpPr>
          <p:cNvPr id="4" name="内容占位符 3"/>
          <p:cNvSpPr>
            <a:spLocks noGrp="1"/>
          </p:cNvSpPr>
          <p:nvPr>
            <p:ph sz="quarter" idx="14"/>
          </p:nvPr>
        </p:nvSpPr>
        <p:spPr/>
        <p:txBody>
          <a:bodyPr/>
          <a:lstStyle/>
          <a:p>
            <a:r>
              <a:rPr lang="zh-CN" altLang="en-US" dirty="0"/>
              <a:t>实例</a:t>
            </a:r>
            <a:endParaRPr lang="zh-CN" altLang="en-US" dirty="0"/>
          </a:p>
        </p:txBody>
      </p:sp>
      <p:sp>
        <p:nvSpPr>
          <p:cNvPr id="5" name="内容占位符 5"/>
          <p:cNvSpPr txBox="1"/>
          <p:nvPr/>
        </p:nvSpPr>
        <p:spPr>
          <a:xfrm>
            <a:off x="780061" y="2504712"/>
            <a:ext cx="10631877" cy="922074"/>
          </a:xfrm>
          <a:prstGeom prst="roundRect">
            <a:avLst>
              <a:gd name="adj" fmla="val 28015"/>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a:solidFill>
                  <a:srgbClr val="333333"/>
                </a:solidFill>
                <a:latin typeface="+mj-lt"/>
              </a:rPr>
              <a:t>f </a:t>
            </a:r>
            <a:r>
              <a:rPr lang="en-US" altLang="zh-CN">
                <a:solidFill>
                  <a:srgbClr val="777777"/>
                </a:solidFill>
                <a:latin typeface="+mj-lt"/>
              </a:rPr>
              <a:t>=</a:t>
            </a:r>
            <a:r>
              <a:rPr lang="en-US" altLang="zh-CN">
                <a:solidFill>
                  <a:srgbClr val="333333"/>
                </a:solidFill>
                <a:latin typeface="+mj-lt"/>
              </a:rPr>
              <a:t> </a:t>
            </a:r>
            <a:r>
              <a:rPr lang="en-US" altLang="zh-CN" b="1">
                <a:solidFill>
                  <a:srgbClr val="AA3731"/>
                </a:solidFill>
                <a:latin typeface="+mj-lt"/>
              </a:rPr>
              <a:t>open</a:t>
            </a:r>
            <a:r>
              <a:rPr lang="en-US" altLang="zh-CN">
                <a:solidFill>
                  <a:srgbClr val="777777"/>
                </a:solidFill>
                <a:latin typeface="+mj-lt"/>
              </a:rPr>
              <a:t>('</a:t>
            </a:r>
            <a:r>
              <a:rPr lang="zh-CN" altLang="en-US">
                <a:solidFill>
                  <a:srgbClr val="448C27"/>
                </a:solidFill>
                <a:latin typeface="+mj-lt"/>
              </a:rPr>
              <a:t>静夜思</a:t>
            </a:r>
            <a:r>
              <a:rPr lang="en-US" altLang="zh-CN">
                <a:solidFill>
                  <a:srgbClr val="448C27"/>
                </a:solidFill>
                <a:latin typeface="+mj-lt"/>
              </a:rPr>
              <a:t>.txt</a:t>
            </a:r>
            <a:r>
              <a:rPr lang="en-US" altLang="zh-CN">
                <a:solidFill>
                  <a:srgbClr val="777777"/>
                </a:solidFill>
                <a:latin typeface="+mj-lt"/>
              </a:rPr>
              <a:t>',</a:t>
            </a:r>
            <a:r>
              <a:rPr lang="en-US" altLang="zh-CN">
                <a:solidFill>
                  <a:srgbClr val="333333"/>
                </a:solidFill>
                <a:latin typeface="+mj-lt"/>
              </a:rPr>
              <a:t> </a:t>
            </a:r>
            <a:r>
              <a:rPr lang="en-US" altLang="zh-CN">
                <a:solidFill>
                  <a:srgbClr val="777777"/>
                </a:solidFill>
                <a:latin typeface="+mj-lt"/>
              </a:rPr>
              <a:t>'</a:t>
            </a:r>
            <a:r>
              <a:rPr lang="en-US" altLang="zh-CN">
                <a:solidFill>
                  <a:srgbClr val="448C27"/>
                </a:solidFill>
                <a:latin typeface="+mj-lt"/>
              </a:rPr>
              <a:t>r</a:t>
            </a:r>
            <a:r>
              <a:rPr lang="en-US" altLang="zh-CN">
                <a:solidFill>
                  <a:srgbClr val="777777"/>
                </a:solidFill>
                <a:latin typeface="+mj-lt"/>
              </a:rPr>
              <a:t>',</a:t>
            </a:r>
            <a:r>
              <a:rPr lang="en-US" altLang="zh-CN">
                <a:solidFill>
                  <a:srgbClr val="333333"/>
                </a:solidFill>
                <a:latin typeface="+mj-lt"/>
              </a:rPr>
              <a:t> </a:t>
            </a:r>
            <a:r>
              <a:rPr lang="en-US" altLang="zh-CN">
                <a:solidFill>
                  <a:srgbClr val="7A3E9D"/>
                </a:solidFill>
                <a:latin typeface="+mj-lt"/>
              </a:rPr>
              <a:t>encoding</a:t>
            </a:r>
            <a:r>
              <a:rPr lang="en-US" altLang="zh-CN">
                <a:solidFill>
                  <a:srgbClr val="777777"/>
                </a:solidFill>
                <a:latin typeface="+mj-lt"/>
              </a:rPr>
              <a:t>='</a:t>
            </a:r>
            <a:r>
              <a:rPr lang="en-US" altLang="zh-CN">
                <a:solidFill>
                  <a:srgbClr val="448C27"/>
                </a:solidFill>
                <a:latin typeface="+mj-lt"/>
              </a:rPr>
              <a:t>utf-8</a:t>
            </a:r>
            <a:r>
              <a:rPr lang="en-US" altLang="zh-CN">
                <a:solidFill>
                  <a:srgbClr val="777777"/>
                </a:solidFill>
                <a:latin typeface="+mj-lt"/>
              </a:rPr>
              <a:t>')</a:t>
            </a:r>
            <a:r>
              <a:rPr lang="en-US" altLang="zh-CN">
                <a:solidFill>
                  <a:srgbClr val="333333"/>
                </a:solidFill>
                <a:latin typeface="+mj-lt"/>
              </a:rPr>
              <a:t>  </a:t>
            </a:r>
            <a:r>
              <a:rPr lang="en-US" altLang="zh-CN">
                <a:solidFill>
                  <a:srgbClr val="AAAAAA"/>
                </a:solidFill>
                <a:latin typeface="+mj-lt"/>
              </a:rPr>
              <a:t># </a:t>
            </a:r>
            <a:r>
              <a:rPr lang="zh-CN" altLang="en-US">
                <a:solidFill>
                  <a:srgbClr val="AAAAAA"/>
                </a:solidFill>
                <a:latin typeface="+mj-lt"/>
              </a:rPr>
              <a:t>以只读模式打开文件，文件对象命名为</a:t>
            </a:r>
            <a:r>
              <a:rPr lang="en-US" altLang="zh-CN">
                <a:solidFill>
                  <a:srgbClr val="AAAAAA"/>
                </a:solidFill>
                <a:latin typeface="+mj-lt"/>
              </a:rPr>
              <a:t>f</a:t>
            </a:r>
            <a:endParaRPr lang="en-US" altLang="zh-CN">
              <a:solidFill>
                <a:srgbClr val="333333"/>
              </a:solidFill>
              <a:latin typeface="+mj-lt"/>
            </a:endParaRPr>
          </a:p>
        </p:txBody>
      </p:sp>
      <p:sp>
        <p:nvSpPr>
          <p:cNvPr id="6" name="内容占位符 4"/>
          <p:cNvSpPr txBox="1"/>
          <p:nvPr/>
        </p:nvSpPr>
        <p:spPr>
          <a:xfrm>
            <a:off x="838199" y="1090916"/>
            <a:ext cx="10515600" cy="1249162"/>
          </a:xfrm>
          <a:prstGeom prst="rect">
            <a:avLst/>
          </a:prstGeom>
          <a:noFill/>
          <a:ln>
            <a:noFill/>
          </a:ln>
          <a:effectLst/>
        </p:spPr>
        <p:txBody>
          <a:bodyPr vert="horz" lIns="91440" tIns="45720" rIns="91440" bIns="45720" rtlCol="0">
            <a:norm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457200" algn="l" defTabSz="914400" rtl="0" eaLnBrk="1" fontAlgn="auto" latinLnBrk="0" hangingPunct="1">
              <a:lnSpc>
                <a:spcPct val="150000"/>
              </a:lnSpc>
              <a:spcBef>
                <a:spcPts val="1000"/>
              </a:spcBef>
              <a:spcAft>
                <a:spcPts val="0"/>
              </a:spcAft>
              <a:buClrTx/>
              <a:buSzTx/>
              <a:buFont typeface="Arial" panose="020B0604020202090204" pitchFamily="34" charset="0"/>
              <a:buNone/>
              <a:defRPr/>
            </a:pPr>
            <a:r>
              <a:rPr kumimoji="0" lang="zh-CN" altLang="en-US"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用 </a:t>
            </a:r>
            <a:r>
              <a:rPr kumimoji="0" lang="en-US" altLang="zh-CN"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open() </a:t>
            </a:r>
            <a:r>
              <a:rPr kumimoji="0" lang="zh-CN" altLang="en-US"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函数打开文件，</a:t>
            </a:r>
            <a:r>
              <a:rPr kumimoji="0" lang="zh-CN" altLang="en-US" sz="24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读取模式</a:t>
            </a:r>
            <a:r>
              <a:rPr kumimoji="0" lang="zh-CN" altLang="en-US"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参数 </a:t>
            </a:r>
            <a:r>
              <a:rPr kumimoji="0" lang="en-US" altLang="zh-CN"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mode </a:t>
            </a:r>
            <a:r>
              <a:rPr kumimoji="0" lang="zh-CN" altLang="en-US"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的值可设为 </a:t>
            </a:r>
            <a:r>
              <a:rPr lang="en-US" altLang="zh-CN" sz="2400" dirty="0">
                <a:solidFill>
                  <a:sysClr val="windowText" lastClr="000000">
                    <a:lumMod val="85000"/>
                    <a:lumOff val="15000"/>
                  </a:sysClr>
                </a:solidFill>
                <a:latin typeface="微软雅黑" panose="020B0503020204020204" pitchFamily="34" charset="-122"/>
                <a:ea typeface="微软雅黑" panose="020B0503020204020204" pitchFamily="34" charset="-122"/>
              </a:rPr>
              <a:t>'</a:t>
            </a:r>
            <a:r>
              <a:rPr kumimoji="0" lang="en-US" altLang="zh-CN"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r' </a:t>
            </a:r>
            <a:r>
              <a:rPr kumimoji="0" lang="zh-CN" altLang="en-US"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或缺省。</a:t>
            </a:r>
            <a:r>
              <a:rPr kumimoji="0" lang="en-US" altLang="zh-CN"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encoding='utf-8' </a:t>
            </a:r>
            <a:r>
              <a:rPr kumimoji="0" lang="zh-CN" altLang="en-US"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参数表示以</a:t>
            </a:r>
            <a:r>
              <a:rPr kumimoji="0" lang="en-US" altLang="zh-CN" sz="24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"utf-8"</a:t>
            </a:r>
            <a:r>
              <a:rPr kumimoji="0" lang="zh-CN" altLang="en-US" sz="24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编码方式</a:t>
            </a:r>
            <a:r>
              <a:rPr kumimoji="0" lang="zh-CN" altLang="en-US"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处理数据</a:t>
            </a:r>
            <a:endParaRPr kumimoji="0" lang="zh-CN" altLang="en-US"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endParaRPr>
          </a:p>
        </p:txBody>
      </p:sp>
      <p:sp>
        <p:nvSpPr>
          <p:cNvPr id="7" name="内容占位符 4"/>
          <p:cNvSpPr txBox="1"/>
          <p:nvPr/>
        </p:nvSpPr>
        <p:spPr>
          <a:xfrm>
            <a:off x="838199" y="3591420"/>
            <a:ext cx="10515600" cy="1246051"/>
          </a:xfrm>
          <a:prstGeom prst="rect">
            <a:avLst/>
          </a:prstGeom>
          <a:noFill/>
          <a:ln>
            <a:noFill/>
          </a:ln>
          <a:effectLst/>
        </p:spPr>
        <p:txBody>
          <a:bodyPr vert="horz" lIns="91440" tIns="45720" rIns="91440" bIns="45720" rtlCol="0">
            <a:norm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457200" algn="l" defTabSz="914400" rtl="0" eaLnBrk="1" fontAlgn="auto" latinLnBrk="0" hangingPunct="1">
              <a:lnSpc>
                <a:spcPct val="150000"/>
              </a:lnSpc>
              <a:spcBef>
                <a:spcPts val="1000"/>
              </a:spcBef>
              <a:spcAft>
                <a:spcPts val="0"/>
              </a:spcAft>
              <a:buClrTx/>
              <a:buSzTx/>
              <a:buFont typeface="Arial" panose="020B0604020202090204" pitchFamily="34" charset="0"/>
              <a:buNone/>
              <a:defRPr/>
            </a:pPr>
            <a:r>
              <a:rPr kumimoji="0" lang="zh-CN" altLang="en-US"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文件打开后得到的是一个</a:t>
            </a:r>
            <a:r>
              <a:rPr kumimoji="0" lang="zh-CN" altLang="en-US" sz="24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文件对象</a:t>
            </a:r>
            <a:r>
              <a:rPr kumimoji="0" lang="zh-CN" altLang="en-US"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，不能试图用 </a:t>
            </a:r>
            <a:r>
              <a:rPr kumimoji="0" lang="en-US" altLang="zh-CN"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print(f) </a:t>
            </a:r>
            <a:r>
              <a:rPr kumimoji="0" lang="zh-CN" altLang="en-US"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输出文件内容，这个操作只能返回文件对象的信息：</a:t>
            </a:r>
            <a:endParaRPr kumimoji="0" lang="zh-CN" altLang="en-US"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endParaRPr>
          </a:p>
        </p:txBody>
      </p:sp>
      <p:sp>
        <p:nvSpPr>
          <p:cNvPr id="8" name="内容占位符 5"/>
          <p:cNvSpPr txBox="1"/>
          <p:nvPr/>
        </p:nvSpPr>
        <p:spPr>
          <a:xfrm>
            <a:off x="780060" y="5002105"/>
            <a:ext cx="10631877" cy="922074"/>
          </a:xfrm>
          <a:prstGeom prst="roundRect">
            <a:avLst>
              <a:gd name="adj" fmla="val 28015"/>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dirty="0">
                <a:solidFill>
                  <a:srgbClr val="777777"/>
                </a:solidFill>
                <a:latin typeface="Consolas" panose="020B0609020204030204" pitchFamily="49" charset="0"/>
              </a:rPr>
              <a:t>&lt;</a:t>
            </a:r>
            <a:r>
              <a:rPr lang="en-US" altLang="zh-CN" dirty="0">
                <a:solidFill>
                  <a:srgbClr val="333333"/>
                </a:solidFill>
                <a:latin typeface="Consolas" panose="020B0609020204030204" pitchFamily="49" charset="0"/>
              </a:rPr>
              <a:t>_</a:t>
            </a:r>
            <a:r>
              <a:rPr lang="en-US" altLang="zh-CN" dirty="0" err="1">
                <a:solidFill>
                  <a:srgbClr val="333333"/>
                </a:solidFill>
                <a:latin typeface="Consolas" panose="020B0609020204030204" pitchFamily="49" charset="0"/>
              </a:rPr>
              <a:t>io</a:t>
            </a:r>
            <a:r>
              <a:rPr lang="en-US" altLang="zh-CN" dirty="0" err="1">
                <a:solidFill>
                  <a:srgbClr val="777777"/>
                </a:solidFill>
                <a:latin typeface="Consolas" panose="020B0609020204030204" pitchFamily="49" charset="0"/>
              </a:rPr>
              <a:t>.</a:t>
            </a:r>
            <a:r>
              <a:rPr lang="en-US" altLang="zh-CN" dirty="0" err="1">
                <a:solidFill>
                  <a:srgbClr val="333333"/>
                </a:solidFill>
                <a:latin typeface="Consolas" panose="020B0609020204030204" pitchFamily="49" charset="0"/>
              </a:rPr>
              <a:t>TextIOWrapper</a:t>
            </a:r>
            <a:r>
              <a:rPr lang="en-US" altLang="zh-CN" dirty="0">
                <a:solidFill>
                  <a:srgbClr val="333333"/>
                </a:solidFill>
                <a:latin typeface="Consolas" panose="020B0609020204030204" pitchFamily="49" charset="0"/>
              </a:rPr>
              <a:t> name</a:t>
            </a:r>
            <a:r>
              <a:rPr lang="en-US" altLang="zh-CN" dirty="0">
                <a:solidFill>
                  <a:srgbClr val="777777"/>
                </a:solidFill>
                <a:latin typeface="Consolas" panose="020B0609020204030204" pitchFamily="49" charset="0"/>
              </a:rPr>
              <a:t>='</a:t>
            </a:r>
            <a:r>
              <a:rPr lang="zh-CN" altLang="en-US" dirty="0">
                <a:solidFill>
                  <a:srgbClr val="448C27"/>
                </a:solidFill>
                <a:latin typeface="Consolas" panose="020B0609020204030204" pitchFamily="49" charset="0"/>
              </a:rPr>
              <a:t>静夜思</a:t>
            </a:r>
            <a:r>
              <a:rPr lang="en-US" altLang="zh-CN" dirty="0">
                <a:solidFill>
                  <a:srgbClr val="448C27"/>
                </a:solidFill>
                <a:latin typeface="Consolas" panose="020B0609020204030204" pitchFamily="49" charset="0"/>
              </a:rPr>
              <a:t>.txt</a:t>
            </a:r>
            <a:r>
              <a:rPr lang="en-US" altLang="zh-CN" dirty="0">
                <a:solidFill>
                  <a:srgbClr val="777777"/>
                </a:solidFill>
                <a:latin typeface="Consolas" panose="020B0609020204030204" pitchFamily="49" charset="0"/>
              </a:rPr>
              <a:t>'</a:t>
            </a:r>
            <a:r>
              <a:rPr lang="en-US" altLang="zh-CN" dirty="0">
                <a:solidFill>
                  <a:srgbClr val="333333"/>
                </a:solidFill>
                <a:latin typeface="Consolas" panose="020B0609020204030204" pitchFamily="49" charset="0"/>
              </a:rPr>
              <a:t> mode</a:t>
            </a:r>
            <a:r>
              <a:rPr lang="en-US" altLang="zh-CN" dirty="0">
                <a:solidFill>
                  <a:srgbClr val="777777"/>
                </a:solidFill>
                <a:latin typeface="Consolas" panose="020B0609020204030204" pitchFamily="49" charset="0"/>
              </a:rPr>
              <a:t>='</a:t>
            </a:r>
            <a:r>
              <a:rPr lang="en-US" altLang="zh-CN" dirty="0">
                <a:solidFill>
                  <a:srgbClr val="448C27"/>
                </a:solidFill>
                <a:latin typeface="Consolas" panose="020B0609020204030204" pitchFamily="49" charset="0"/>
              </a:rPr>
              <a:t>r</a:t>
            </a:r>
            <a:r>
              <a:rPr lang="en-US" altLang="zh-CN" dirty="0">
                <a:solidFill>
                  <a:srgbClr val="777777"/>
                </a:solidFill>
                <a:latin typeface="Consolas" panose="020B0609020204030204" pitchFamily="49" charset="0"/>
              </a:rPr>
              <a:t>'</a:t>
            </a:r>
            <a:r>
              <a:rPr lang="en-US" altLang="zh-CN" dirty="0">
                <a:solidFill>
                  <a:srgbClr val="333333"/>
                </a:solidFill>
                <a:latin typeface="Consolas" panose="020B0609020204030204" pitchFamily="49" charset="0"/>
              </a:rPr>
              <a:t> encoding</a:t>
            </a:r>
            <a:r>
              <a:rPr lang="en-US" altLang="zh-CN" dirty="0">
                <a:solidFill>
                  <a:srgbClr val="777777"/>
                </a:solidFill>
                <a:latin typeface="Consolas" panose="020B0609020204030204" pitchFamily="49" charset="0"/>
              </a:rPr>
              <a:t>='</a:t>
            </a:r>
            <a:r>
              <a:rPr lang="en-US" altLang="zh-CN" dirty="0">
                <a:solidFill>
                  <a:srgbClr val="448C27"/>
                </a:solidFill>
                <a:latin typeface="Consolas" panose="020B0609020204030204" pitchFamily="49" charset="0"/>
              </a:rPr>
              <a:t>utf-8</a:t>
            </a:r>
            <a:r>
              <a:rPr lang="en-US" altLang="zh-CN" dirty="0">
                <a:solidFill>
                  <a:srgbClr val="777777"/>
                </a:solidFill>
                <a:latin typeface="Consolas" panose="020B0609020204030204" pitchFamily="49" charset="0"/>
              </a:rPr>
              <a:t>'&gt;</a:t>
            </a:r>
            <a:endParaRPr lang="en-US" altLang="zh-CN" dirty="0">
              <a:solidFill>
                <a:srgbClr val="333333"/>
              </a:solidFill>
              <a:latin typeface="Consolas" panose="020B06090202040302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250"/>
                                        <p:tgtEl>
                                          <p:spTgt spid="8"/>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2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p:bldP spid="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7.1 </a:t>
            </a:r>
            <a:r>
              <a:rPr lang="zh-CN" altLang="en-US" dirty="0"/>
              <a:t>读取文件</a:t>
            </a:r>
            <a:endParaRPr lang="zh-CN" altLang="en-US" dirty="0"/>
          </a:p>
        </p:txBody>
      </p:sp>
      <p:sp>
        <p:nvSpPr>
          <p:cNvPr id="4" name="内容占位符 3"/>
          <p:cNvSpPr>
            <a:spLocks noGrp="1"/>
          </p:cNvSpPr>
          <p:nvPr>
            <p:ph sz="quarter" idx="14"/>
          </p:nvPr>
        </p:nvSpPr>
        <p:spPr/>
        <p:txBody>
          <a:bodyPr/>
          <a:lstStyle/>
          <a:p>
            <a:r>
              <a:rPr lang="zh-CN" altLang="en-US" dirty="0"/>
              <a:t>实例</a:t>
            </a:r>
            <a:endParaRPr lang="zh-CN" altLang="en-US" dirty="0"/>
          </a:p>
        </p:txBody>
      </p:sp>
      <p:sp>
        <p:nvSpPr>
          <p:cNvPr id="5" name="内容占位符 5"/>
          <p:cNvSpPr txBox="1"/>
          <p:nvPr/>
        </p:nvSpPr>
        <p:spPr>
          <a:xfrm>
            <a:off x="780061" y="4128620"/>
            <a:ext cx="10631877" cy="2460121"/>
          </a:xfrm>
          <a:prstGeom prst="roundRect">
            <a:avLst>
              <a:gd name="adj" fmla="val 22420"/>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25000"/>
              </a:lnSpc>
            </a:pPr>
            <a:r>
              <a:rPr lang="en-US" altLang="zh-CN" dirty="0">
                <a:solidFill>
                  <a:srgbClr val="7A3E9D"/>
                </a:solidFill>
                <a:latin typeface="+mj-lt"/>
              </a:rPr>
              <a:t>f</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b="1" dirty="0">
                <a:solidFill>
                  <a:srgbClr val="AA3731"/>
                </a:solidFill>
                <a:latin typeface="+mj-lt"/>
              </a:rPr>
              <a:t>open</a:t>
            </a:r>
            <a:r>
              <a:rPr lang="en-US" altLang="zh-CN" dirty="0">
                <a:solidFill>
                  <a:srgbClr val="777777"/>
                </a:solidFill>
                <a:latin typeface="+mj-lt"/>
              </a:rPr>
              <a:t>('</a:t>
            </a:r>
            <a:r>
              <a:rPr lang="zh-CN" altLang="en-US" dirty="0">
                <a:solidFill>
                  <a:srgbClr val="448C27"/>
                </a:solidFill>
                <a:latin typeface="+mj-lt"/>
              </a:rPr>
              <a:t>静夜思</a:t>
            </a:r>
            <a:r>
              <a:rPr lang="en-US" altLang="zh-CN" dirty="0">
                <a:solidFill>
                  <a:srgbClr val="448C27"/>
                </a:solidFill>
                <a:latin typeface="+mj-lt"/>
              </a:rPr>
              <a:t>.txt</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448C27"/>
                </a:solidFill>
                <a:latin typeface="+mj-lt"/>
              </a:rPr>
              <a:t>r</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encoding</a:t>
            </a:r>
            <a:r>
              <a:rPr lang="en-US" altLang="zh-CN" dirty="0">
                <a:solidFill>
                  <a:srgbClr val="777777"/>
                </a:solidFill>
                <a:latin typeface="+mj-lt"/>
              </a:rPr>
              <a:t>='</a:t>
            </a:r>
            <a:r>
              <a:rPr lang="en-US" altLang="zh-CN" dirty="0">
                <a:solidFill>
                  <a:srgbClr val="448C27"/>
                </a:solidFill>
                <a:latin typeface="+mj-lt"/>
              </a:rPr>
              <a:t>utf-8</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读模式打开文件</a:t>
            </a:r>
            <a:endParaRPr lang="zh-CN" altLang="en-US" dirty="0">
              <a:solidFill>
                <a:srgbClr val="333333"/>
              </a:solidFill>
              <a:latin typeface="+mj-lt"/>
            </a:endParaRPr>
          </a:p>
          <a:p>
            <a:pPr>
              <a:lnSpc>
                <a:spcPct val="125000"/>
              </a:lnSpc>
            </a:pPr>
            <a:r>
              <a:rPr lang="en-US" altLang="zh-CN" dirty="0">
                <a:solidFill>
                  <a:srgbClr val="4B69C6"/>
                </a:solidFill>
                <a:latin typeface="+mj-lt"/>
              </a:rPr>
              <a:t>for</a:t>
            </a:r>
            <a:r>
              <a:rPr lang="en-US" altLang="zh-CN" dirty="0">
                <a:solidFill>
                  <a:srgbClr val="333333"/>
                </a:solidFill>
                <a:latin typeface="+mj-lt"/>
              </a:rPr>
              <a:t> </a:t>
            </a:r>
            <a:r>
              <a:rPr lang="en-US" altLang="zh-CN" dirty="0">
                <a:solidFill>
                  <a:srgbClr val="7A3E9D"/>
                </a:solidFill>
                <a:latin typeface="+mj-lt"/>
              </a:rPr>
              <a:t>line</a:t>
            </a:r>
            <a:r>
              <a:rPr lang="en-US" altLang="zh-CN" dirty="0">
                <a:solidFill>
                  <a:srgbClr val="333333"/>
                </a:solidFill>
                <a:latin typeface="+mj-lt"/>
              </a:rPr>
              <a:t> </a:t>
            </a:r>
            <a:r>
              <a:rPr lang="en-US" altLang="zh-CN" b="1" dirty="0">
                <a:solidFill>
                  <a:srgbClr val="AA3731"/>
                </a:solidFill>
                <a:latin typeface="+mj-lt"/>
              </a:rPr>
              <a:t>in</a:t>
            </a:r>
            <a:r>
              <a:rPr lang="en-US" altLang="zh-CN" dirty="0">
                <a:solidFill>
                  <a:srgbClr val="333333"/>
                </a:solidFill>
                <a:latin typeface="+mj-lt"/>
              </a:rPr>
              <a:t> </a:t>
            </a:r>
            <a:r>
              <a:rPr lang="en-US" altLang="zh-CN" dirty="0">
                <a:solidFill>
                  <a:srgbClr val="7A3E9D"/>
                </a:solidFill>
                <a:latin typeface="+mj-lt"/>
              </a:rPr>
              <a:t>f</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对文件对象进行逐行遍历</a:t>
            </a:r>
            <a:endParaRPr lang="zh-CN" altLang="en-US" dirty="0">
              <a:solidFill>
                <a:srgbClr val="333333"/>
              </a:solidFill>
              <a:latin typeface="+mj-lt"/>
            </a:endParaRPr>
          </a:p>
          <a:p>
            <a:pPr>
              <a:lnSpc>
                <a:spcPct val="125000"/>
              </a:lnSpc>
            </a:pPr>
            <a:r>
              <a:rPr lang="zh-CN" altLang="en-US" dirty="0">
                <a:solidFill>
                  <a:srgbClr val="333333"/>
                </a:solidFill>
                <a:latin typeface="+mj-lt"/>
              </a:rPr>
              <a:t>    </a:t>
            </a:r>
            <a:r>
              <a:rPr lang="en-US" altLang="zh-CN" b="1" dirty="0">
                <a:solidFill>
                  <a:srgbClr val="AA3731"/>
                </a:solidFill>
                <a:latin typeface="+mj-lt"/>
              </a:rPr>
              <a:t>print</a:t>
            </a:r>
            <a:r>
              <a:rPr lang="en-US" altLang="zh-CN" dirty="0">
                <a:solidFill>
                  <a:srgbClr val="777777"/>
                </a:solidFill>
                <a:latin typeface="+mj-lt"/>
              </a:rPr>
              <a:t>(</a:t>
            </a:r>
            <a:r>
              <a:rPr lang="en-US" altLang="zh-CN" dirty="0" err="1">
                <a:solidFill>
                  <a:srgbClr val="7A3E9D"/>
                </a:solidFill>
                <a:latin typeface="+mj-lt"/>
              </a:rPr>
              <a:t>line</a:t>
            </a:r>
            <a:r>
              <a:rPr lang="en-US" altLang="zh-CN" dirty="0" err="1">
                <a:solidFill>
                  <a:srgbClr val="777777"/>
                </a:solidFill>
                <a:latin typeface="+mj-lt"/>
              </a:rPr>
              <a:t>.</a:t>
            </a:r>
            <a:r>
              <a:rPr lang="en-US" altLang="zh-CN" b="1" dirty="0" err="1">
                <a:solidFill>
                  <a:srgbClr val="AA3731"/>
                </a:solidFill>
                <a:latin typeface="+mj-lt"/>
              </a:rPr>
              <a:t>strip</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函数去掉行末的换行符，消除空行</a:t>
            </a:r>
            <a:endParaRPr lang="zh-CN" altLang="en-US" dirty="0">
              <a:solidFill>
                <a:srgbClr val="333333"/>
              </a:solidFill>
              <a:latin typeface="+mj-lt"/>
            </a:endParaRPr>
          </a:p>
          <a:p>
            <a:pPr>
              <a:lnSpc>
                <a:spcPct val="125000"/>
              </a:lnSpc>
            </a:pPr>
            <a:r>
              <a:rPr lang="en-US" altLang="zh-CN" dirty="0" err="1">
                <a:solidFill>
                  <a:srgbClr val="7A3E9D"/>
                </a:solidFill>
                <a:latin typeface="+mj-lt"/>
              </a:rPr>
              <a:t>f</a:t>
            </a:r>
            <a:r>
              <a:rPr lang="en-US" altLang="zh-CN" dirty="0" err="1">
                <a:solidFill>
                  <a:srgbClr val="777777"/>
                </a:solidFill>
                <a:latin typeface="+mj-lt"/>
              </a:rPr>
              <a:t>.</a:t>
            </a:r>
            <a:r>
              <a:rPr lang="en-US" altLang="zh-CN" b="1" dirty="0" err="1">
                <a:solidFill>
                  <a:srgbClr val="AA3731"/>
                </a:solidFill>
                <a:latin typeface="+mj-lt"/>
              </a:rPr>
              <a:t>close</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关闭文件对象</a:t>
            </a:r>
            <a:endParaRPr lang="zh-CN" altLang="en-US" dirty="0">
              <a:solidFill>
                <a:srgbClr val="333333"/>
              </a:solidFill>
              <a:latin typeface="+mj-lt"/>
            </a:endParaRPr>
          </a:p>
        </p:txBody>
      </p:sp>
      <p:sp>
        <p:nvSpPr>
          <p:cNvPr id="6" name="内容占位符 4"/>
          <p:cNvSpPr txBox="1"/>
          <p:nvPr/>
        </p:nvSpPr>
        <p:spPr>
          <a:xfrm>
            <a:off x="838199" y="1090915"/>
            <a:ext cx="10515600" cy="2891150"/>
          </a:xfrm>
          <a:prstGeom prst="rect">
            <a:avLst/>
          </a:prstGeom>
          <a:noFill/>
          <a:ln>
            <a:noFill/>
          </a:ln>
          <a:effectLst/>
        </p:spPr>
        <p:txBody>
          <a:bodyPr vert="horz" lIns="91440" tIns="45720" rIns="91440" bIns="45720" rtlCol="0">
            <a:normAutofit lnSpcReduction="10000"/>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50000"/>
              </a:lnSpc>
              <a:defRPr/>
            </a:pPr>
            <a:r>
              <a:rPr kumimoji="0" lang="zh-CN" altLang="en-US"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文件的每一行被当作一个字符串，每个行末有一个换行符“</a:t>
            </a:r>
            <a:r>
              <a:rPr kumimoji="0" lang="en-US" altLang="zh-CN"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\n”</a:t>
            </a:r>
            <a:r>
              <a:rPr kumimoji="0" lang="zh-CN" altLang="en-US"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，所以返回的第一行应该为：“静夜思</a:t>
            </a:r>
            <a:r>
              <a:rPr kumimoji="0" lang="en-US" altLang="zh-CN"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\n”</a:t>
            </a:r>
            <a:endParaRPr kumimoji="0" lang="en-US" altLang="zh-CN"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endParaRPr>
          </a:p>
          <a:p>
            <a:pPr>
              <a:lnSpc>
                <a:spcPct val="150000"/>
              </a:lnSpc>
              <a:defRPr/>
            </a:pPr>
            <a:r>
              <a:rPr kumimoji="0" lang="zh-CN" altLang="en-US"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在用 </a:t>
            </a:r>
            <a:r>
              <a:rPr kumimoji="0" lang="en-US" altLang="zh-CN"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print() </a:t>
            </a:r>
            <a:r>
              <a:rPr kumimoji="0" lang="zh-CN" altLang="en-US"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函数输出时，字符串末尾的换行符“</a:t>
            </a:r>
            <a:r>
              <a:rPr kumimoji="0" lang="en-US" altLang="zh-CN"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\n”</a:t>
            </a:r>
            <a:r>
              <a:rPr kumimoji="0" lang="zh-CN" altLang="en-US"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会被解析为一个换行，导致输出的每一行数据后有一个空行存在</a:t>
            </a:r>
            <a:endParaRPr kumimoji="0" lang="en-US" altLang="zh-CN"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endParaRPr>
          </a:p>
          <a:p>
            <a:pPr>
              <a:lnSpc>
                <a:spcPct val="150000"/>
              </a:lnSpc>
              <a:defRPr/>
            </a:pPr>
            <a:r>
              <a:rPr kumimoji="0" lang="zh-CN" altLang="en-US"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可以用 </a:t>
            </a:r>
            <a:r>
              <a:rPr kumimoji="0" lang="en-US" altLang="zh-CN" sz="24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strip() </a:t>
            </a:r>
            <a:r>
              <a:rPr kumimoji="0" lang="zh-CN" altLang="en-US"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方法</a:t>
            </a:r>
            <a:r>
              <a:rPr kumimoji="0" lang="zh-CN" altLang="en-US" sz="24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去掉行末的换行符</a:t>
            </a:r>
            <a:r>
              <a:rPr kumimoji="0" lang="zh-CN" altLang="en-US"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，使输出时不再有额外的空行。</a:t>
            </a:r>
            <a:endParaRPr kumimoji="0" lang="zh-CN" altLang="en-US"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7.1 </a:t>
            </a:r>
            <a:r>
              <a:rPr lang="zh-CN" altLang="en-US" dirty="0"/>
              <a:t>读取文件</a:t>
            </a:r>
            <a:endParaRPr lang="zh-CN" altLang="en-US" dirty="0"/>
          </a:p>
        </p:txBody>
      </p:sp>
      <p:sp>
        <p:nvSpPr>
          <p:cNvPr id="4" name="内容占位符 3"/>
          <p:cNvSpPr>
            <a:spLocks noGrp="1"/>
          </p:cNvSpPr>
          <p:nvPr>
            <p:ph sz="quarter" idx="14"/>
          </p:nvPr>
        </p:nvSpPr>
        <p:spPr/>
        <p:txBody>
          <a:bodyPr/>
          <a:lstStyle/>
          <a:p>
            <a:r>
              <a:rPr lang="zh-CN" altLang="en-US" dirty="0"/>
              <a:t>实例</a:t>
            </a:r>
            <a:endParaRPr lang="zh-CN" altLang="en-US" dirty="0"/>
          </a:p>
        </p:txBody>
      </p:sp>
      <p:sp>
        <p:nvSpPr>
          <p:cNvPr id="5" name="内容占位符 5"/>
          <p:cNvSpPr txBox="1"/>
          <p:nvPr/>
        </p:nvSpPr>
        <p:spPr>
          <a:xfrm>
            <a:off x="780061" y="1960529"/>
            <a:ext cx="10631877" cy="3802682"/>
          </a:xfrm>
          <a:prstGeom prst="roundRect">
            <a:avLst>
              <a:gd name="adj" fmla="val 15956"/>
            </a:avLst>
          </a:prstGeom>
          <a:solidFill>
            <a:schemeClr val="bg1">
              <a:lumMod val="95000"/>
            </a:schemeClr>
          </a:solidFill>
          <a:ln>
            <a:noFill/>
          </a:ln>
        </p:spPr>
        <p:txBody>
          <a:bodyPr vert="horz" lIns="91440" tIns="45720" rIns="91440" bIns="45720" rtlCol="0" anchor="ctr">
            <a:normAutofit fontScale="92500" lnSpcReduction="10000"/>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dirty="0">
                <a:solidFill>
                  <a:srgbClr val="7A3E9D"/>
                </a:solidFill>
                <a:latin typeface="+mj-lt"/>
              </a:rPr>
              <a:t>def</a:t>
            </a:r>
            <a:r>
              <a:rPr lang="en-US" altLang="zh-CN" dirty="0">
                <a:solidFill>
                  <a:srgbClr val="333333"/>
                </a:solidFill>
                <a:latin typeface="+mj-lt"/>
              </a:rPr>
              <a:t> </a:t>
            </a:r>
            <a:r>
              <a:rPr lang="en-US" altLang="zh-CN" b="1" dirty="0" err="1">
                <a:solidFill>
                  <a:srgbClr val="AA3731"/>
                </a:solidFill>
                <a:latin typeface="+mj-lt"/>
              </a:rPr>
              <a:t>open_file</a:t>
            </a:r>
            <a:r>
              <a:rPr lang="en-US" altLang="zh-CN" dirty="0">
                <a:solidFill>
                  <a:srgbClr val="777777"/>
                </a:solidFill>
                <a:latin typeface="+mj-lt"/>
              </a:rPr>
              <a:t>(</a:t>
            </a:r>
            <a:r>
              <a:rPr lang="en-US" altLang="zh-CN" dirty="0">
                <a:solidFill>
                  <a:srgbClr val="7A3E9D"/>
                </a:solidFill>
                <a:latin typeface="+mj-lt"/>
              </a:rPr>
              <a:t>file</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打开文件，读取并输出其内容</a:t>
            </a:r>
            <a:endParaRPr lang="zh-CN" altLang="en-US" dirty="0">
              <a:solidFill>
                <a:srgbClr val="333333"/>
              </a:solidFill>
              <a:latin typeface="+mj-lt"/>
            </a:endParaRPr>
          </a:p>
          <a:p>
            <a:r>
              <a:rPr lang="zh-CN" altLang="en-US" dirty="0">
                <a:solidFill>
                  <a:srgbClr val="333333"/>
                </a:solidFill>
                <a:latin typeface="+mj-lt"/>
              </a:rPr>
              <a:t>    </a:t>
            </a:r>
            <a:r>
              <a:rPr lang="en-US" altLang="zh-CN" dirty="0">
                <a:solidFill>
                  <a:srgbClr val="7A3E9D"/>
                </a:solidFill>
                <a:latin typeface="+mj-lt"/>
              </a:rPr>
              <a:t>f</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b="1" dirty="0">
                <a:solidFill>
                  <a:srgbClr val="AA3731"/>
                </a:solidFill>
                <a:latin typeface="+mj-lt"/>
              </a:rPr>
              <a:t>open</a:t>
            </a:r>
            <a:r>
              <a:rPr lang="en-US" altLang="zh-CN" dirty="0">
                <a:solidFill>
                  <a:srgbClr val="777777"/>
                </a:solidFill>
                <a:latin typeface="+mj-lt"/>
              </a:rPr>
              <a:t>(</a:t>
            </a:r>
            <a:r>
              <a:rPr lang="en-US" altLang="zh-CN" dirty="0">
                <a:solidFill>
                  <a:srgbClr val="7A3E9D"/>
                </a:solidFill>
                <a:latin typeface="+mj-lt"/>
              </a:rPr>
              <a:t>file</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448C27"/>
                </a:solidFill>
                <a:latin typeface="+mj-lt"/>
              </a:rPr>
              <a:t>r</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encoding</a:t>
            </a:r>
            <a:r>
              <a:rPr lang="en-US" altLang="zh-CN" dirty="0">
                <a:solidFill>
                  <a:srgbClr val="777777"/>
                </a:solidFill>
                <a:latin typeface="+mj-lt"/>
              </a:rPr>
              <a:t>='</a:t>
            </a:r>
            <a:r>
              <a:rPr lang="en-US" altLang="zh-CN" dirty="0">
                <a:solidFill>
                  <a:srgbClr val="448C27"/>
                </a:solidFill>
                <a:latin typeface="+mj-lt"/>
              </a:rPr>
              <a:t>utf-8</a:t>
            </a:r>
            <a:r>
              <a:rPr lang="en-US" altLang="zh-CN" dirty="0">
                <a:solidFill>
                  <a:srgbClr val="777777"/>
                </a:solidFill>
                <a:latin typeface="+mj-lt"/>
              </a:rPr>
              <a:t>')</a:t>
            </a:r>
            <a:endParaRPr lang="en-US" altLang="zh-CN" dirty="0">
              <a:solidFill>
                <a:srgbClr val="333333"/>
              </a:solidFill>
              <a:latin typeface="+mj-lt"/>
            </a:endParaRPr>
          </a:p>
          <a:p>
            <a:r>
              <a:rPr lang="en-US" altLang="zh-CN" dirty="0">
                <a:solidFill>
                  <a:srgbClr val="333333"/>
                </a:solidFill>
                <a:latin typeface="+mj-lt"/>
              </a:rPr>
              <a:t>    </a:t>
            </a:r>
            <a:r>
              <a:rPr lang="en-US" altLang="zh-CN" dirty="0">
                <a:solidFill>
                  <a:srgbClr val="4B69C6"/>
                </a:solidFill>
                <a:latin typeface="+mj-lt"/>
              </a:rPr>
              <a:t>for</a:t>
            </a:r>
            <a:r>
              <a:rPr lang="en-US" altLang="zh-CN" dirty="0">
                <a:solidFill>
                  <a:srgbClr val="333333"/>
                </a:solidFill>
                <a:latin typeface="+mj-lt"/>
              </a:rPr>
              <a:t> </a:t>
            </a:r>
            <a:r>
              <a:rPr lang="en-US" altLang="zh-CN" dirty="0">
                <a:solidFill>
                  <a:srgbClr val="7A3E9D"/>
                </a:solidFill>
                <a:latin typeface="+mj-lt"/>
              </a:rPr>
              <a:t>line</a:t>
            </a:r>
            <a:r>
              <a:rPr lang="en-US" altLang="zh-CN" dirty="0">
                <a:solidFill>
                  <a:srgbClr val="333333"/>
                </a:solidFill>
                <a:latin typeface="+mj-lt"/>
              </a:rPr>
              <a:t> </a:t>
            </a:r>
            <a:r>
              <a:rPr lang="en-US" altLang="zh-CN" b="1" dirty="0">
                <a:solidFill>
                  <a:srgbClr val="AA3731"/>
                </a:solidFill>
                <a:latin typeface="+mj-lt"/>
              </a:rPr>
              <a:t>in</a:t>
            </a:r>
            <a:r>
              <a:rPr lang="en-US" altLang="zh-CN" dirty="0">
                <a:solidFill>
                  <a:srgbClr val="333333"/>
                </a:solidFill>
                <a:latin typeface="+mj-lt"/>
              </a:rPr>
              <a:t> </a:t>
            </a:r>
            <a:r>
              <a:rPr lang="en-US" altLang="zh-CN" dirty="0">
                <a:solidFill>
                  <a:srgbClr val="7A3E9D"/>
                </a:solidFill>
                <a:latin typeface="+mj-lt"/>
              </a:rPr>
              <a:t>f</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对文件对象进行逐行遍历</a:t>
            </a:r>
            <a:endParaRPr lang="zh-CN" altLang="en-US" dirty="0">
              <a:solidFill>
                <a:srgbClr val="333333"/>
              </a:solidFill>
              <a:latin typeface="+mj-lt"/>
            </a:endParaRPr>
          </a:p>
          <a:p>
            <a:r>
              <a:rPr lang="zh-CN" altLang="en-US" dirty="0">
                <a:solidFill>
                  <a:srgbClr val="333333"/>
                </a:solidFill>
                <a:latin typeface="+mj-lt"/>
              </a:rPr>
              <a:t>        </a:t>
            </a:r>
            <a:r>
              <a:rPr lang="en-US" altLang="zh-CN" b="1" dirty="0">
                <a:solidFill>
                  <a:srgbClr val="AA3731"/>
                </a:solidFill>
                <a:latin typeface="+mj-lt"/>
              </a:rPr>
              <a:t>print</a:t>
            </a:r>
            <a:r>
              <a:rPr lang="en-US" altLang="zh-CN" dirty="0">
                <a:solidFill>
                  <a:srgbClr val="777777"/>
                </a:solidFill>
                <a:latin typeface="+mj-lt"/>
              </a:rPr>
              <a:t>(</a:t>
            </a:r>
            <a:r>
              <a:rPr lang="en-US" altLang="zh-CN" dirty="0" err="1">
                <a:solidFill>
                  <a:srgbClr val="7A3E9D"/>
                </a:solidFill>
                <a:latin typeface="+mj-lt"/>
              </a:rPr>
              <a:t>line</a:t>
            </a:r>
            <a:r>
              <a:rPr lang="en-US" altLang="zh-CN" dirty="0" err="1">
                <a:solidFill>
                  <a:srgbClr val="777777"/>
                </a:solidFill>
                <a:latin typeface="+mj-lt"/>
              </a:rPr>
              <a:t>.</a:t>
            </a:r>
            <a:r>
              <a:rPr lang="en-US" altLang="zh-CN" b="1" dirty="0" err="1">
                <a:solidFill>
                  <a:srgbClr val="AA3731"/>
                </a:solidFill>
                <a:latin typeface="+mj-lt"/>
              </a:rPr>
              <a:t>strip</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en-US" altLang="zh-CN" dirty="0" err="1">
                <a:solidFill>
                  <a:srgbClr val="AAAAAA"/>
                </a:solidFill>
                <a:latin typeface="+mj-lt"/>
              </a:rPr>
              <a:t>line.strip</a:t>
            </a:r>
            <a:r>
              <a:rPr lang="en-US" altLang="zh-CN" dirty="0">
                <a:solidFill>
                  <a:srgbClr val="AAAAAA"/>
                </a:solidFill>
                <a:latin typeface="+mj-lt"/>
              </a:rPr>
              <a:t>() </a:t>
            </a:r>
            <a:r>
              <a:rPr lang="zh-CN" altLang="en-US" dirty="0">
                <a:solidFill>
                  <a:srgbClr val="AAAAAA"/>
                </a:solidFill>
                <a:latin typeface="+mj-lt"/>
              </a:rPr>
              <a:t>函数去掉行末的换行符</a:t>
            </a:r>
            <a:endParaRPr lang="zh-CN" altLang="en-US" dirty="0">
              <a:solidFill>
                <a:srgbClr val="333333"/>
              </a:solidFill>
              <a:latin typeface="+mj-lt"/>
            </a:endParaRPr>
          </a:p>
          <a:p>
            <a:r>
              <a:rPr lang="zh-CN" altLang="en-US" dirty="0">
                <a:solidFill>
                  <a:srgbClr val="333333"/>
                </a:solidFill>
                <a:latin typeface="+mj-lt"/>
              </a:rPr>
              <a:t>    </a:t>
            </a:r>
            <a:r>
              <a:rPr lang="en-US" altLang="zh-CN" dirty="0" err="1">
                <a:solidFill>
                  <a:srgbClr val="7A3E9D"/>
                </a:solidFill>
                <a:latin typeface="+mj-lt"/>
              </a:rPr>
              <a:t>f</a:t>
            </a:r>
            <a:r>
              <a:rPr lang="en-US" altLang="zh-CN" dirty="0" err="1">
                <a:solidFill>
                  <a:srgbClr val="777777"/>
                </a:solidFill>
                <a:latin typeface="+mj-lt"/>
              </a:rPr>
              <a:t>.</a:t>
            </a:r>
            <a:r>
              <a:rPr lang="en-US" altLang="zh-CN" b="1" dirty="0" err="1">
                <a:solidFill>
                  <a:srgbClr val="AA3731"/>
                </a:solidFill>
                <a:latin typeface="+mj-lt"/>
              </a:rPr>
              <a:t>close</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关闭文件对象</a:t>
            </a:r>
            <a:endParaRPr lang="zh-CN" altLang="en-US" dirty="0">
              <a:solidFill>
                <a:srgbClr val="333333"/>
              </a:solidFill>
              <a:latin typeface="+mj-lt"/>
            </a:endParaRPr>
          </a:p>
          <a:p>
            <a:r>
              <a:rPr lang="zh-CN" altLang="en-US" dirty="0">
                <a:solidFill>
                  <a:srgbClr val="333333"/>
                </a:solidFill>
                <a:latin typeface="+mj-lt"/>
              </a:rPr>
              <a:t> </a:t>
            </a:r>
            <a:endParaRPr lang="zh-CN" altLang="en-US" dirty="0">
              <a:solidFill>
                <a:srgbClr val="333333"/>
              </a:solidFill>
              <a:latin typeface="+mj-lt"/>
            </a:endParaRPr>
          </a:p>
          <a:p>
            <a:r>
              <a:rPr lang="en-US" altLang="zh-CN" dirty="0">
                <a:solidFill>
                  <a:srgbClr val="4B69C6"/>
                </a:solidFill>
                <a:latin typeface="+mj-lt"/>
              </a:rPr>
              <a:t>if</a:t>
            </a:r>
            <a:r>
              <a:rPr lang="en-US" altLang="zh-CN" dirty="0">
                <a:solidFill>
                  <a:srgbClr val="333333"/>
                </a:solidFill>
                <a:latin typeface="+mj-lt"/>
              </a:rPr>
              <a:t> </a:t>
            </a:r>
            <a:r>
              <a:rPr lang="en-US" altLang="zh-CN" dirty="0">
                <a:solidFill>
                  <a:srgbClr val="7A3E9D"/>
                </a:solidFill>
                <a:latin typeface="+mj-lt"/>
              </a:rPr>
              <a:t>__name__</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448C27"/>
                </a:solidFill>
                <a:latin typeface="+mj-lt"/>
              </a:rPr>
              <a:t>__main__</a:t>
            </a:r>
            <a:r>
              <a:rPr lang="en-US" altLang="zh-CN" dirty="0">
                <a:solidFill>
                  <a:srgbClr val="777777"/>
                </a:solidFill>
                <a:latin typeface="+mj-lt"/>
              </a:rPr>
              <a:t>':</a:t>
            </a:r>
            <a:endParaRPr lang="en-US" altLang="zh-CN" dirty="0">
              <a:solidFill>
                <a:srgbClr val="333333"/>
              </a:solidFill>
              <a:latin typeface="+mj-lt"/>
            </a:endParaRPr>
          </a:p>
          <a:p>
            <a:r>
              <a:rPr lang="en-US" altLang="zh-CN" dirty="0">
                <a:solidFill>
                  <a:srgbClr val="333333"/>
                </a:solidFill>
                <a:latin typeface="+mj-lt"/>
              </a:rPr>
              <a:t>    </a:t>
            </a:r>
            <a:r>
              <a:rPr lang="en-US" altLang="zh-CN" dirty="0">
                <a:solidFill>
                  <a:srgbClr val="7A3E9D"/>
                </a:solidFill>
                <a:latin typeface="+mj-lt"/>
              </a:rPr>
              <a:t>filename</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zh-CN" altLang="en-US" dirty="0">
                <a:solidFill>
                  <a:srgbClr val="448C27"/>
                </a:solidFill>
                <a:latin typeface="+mj-lt"/>
              </a:rPr>
              <a:t>静夜思</a:t>
            </a:r>
            <a:r>
              <a:rPr lang="en-US" altLang="zh-CN" dirty="0">
                <a:solidFill>
                  <a:srgbClr val="448C27"/>
                </a:solidFill>
                <a:latin typeface="+mj-lt"/>
              </a:rPr>
              <a:t>.txt</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文件名定义变量，方便修改 </a:t>
            </a:r>
            <a:endParaRPr lang="zh-CN" altLang="en-US" dirty="0">
              <a:solidFill>
                <a:srgbClr val="333333"/>
              </a:solidFill>
              <a:latin typeface="+mj-lt"/>
            </a:endParaRPr>
          </a:p>
          <a:p>
            <a:r>
              <a:rPr lang="zh-CN" altLang="en-US" dirty="0">
                <a:solidFill>
                  <a:srgbClr val="333333"/>
                </a:solidFill>
                <a:latin typeface="+mj-lt"/>
              </a:rPr>
              <a:t>    </a:t>
            </a:r>
            <a:r>
              <a:rPr lang="en-US" altLang="zh-CN" b="1" dirty="0" err="1">
                <a:solidFill>
                  <a:srgbClr val="AA3731"/>
                </a:solidFill>
                <a:latin typeface="+mj-lt"/>
              </a:rPr>
              <a:t>open_file</a:t>
            </a:r>
            <a:r>
              <a:rPr lang="en-US" altLang="zh-CN" dirty="0">
                <a:solidFill>
                  <a:srgbClr val="777777"/>
                </a:solidFill>
                <a:latin typeface="+mj-lt"/>
              </a:rPr>
              <a:t>(</a:t>
            </a:r>
            <a:r>
              <a:rPr lang="en-US" altLang="zh-CN" dirty="0">
                <a:solidFill>
                  <a:srgbClr val="7A3E9D"/>
                </a:solidFill>
                <a:latin typeface="+mj-lt"/>
              </a:rPr>
              <a:t>filename</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调用函数读取并输出文件内容</a:t>
            </a:r>
            <a:endParaRPr lang="zh-CN" altLang="en-US" dirty="0">
              <a:solidFill>
                <a:srgbClr val="333333"/>
              </a:solidFill>
              <a:latin typeface="+mj-lt"/>
            </a:endParaRPr>
          </a:p>
        </p:txBody>
      </p:sp>
      <p:sp>
        <p:nvSpPr>
          <p:cNvPr id="3" name="内容占位符 4"/>
          <p:cNvSpPr txBox="1"/>
          <p:nvPr/>
        </p:nvSpPr>
        <p:spPr>
          <a:xfrm>
            <a:off x="838200" y="1094789"/>
            <a:ext cx="10515600" cy="584775"/>
          </a:xfrm>
          <a:prstGeom prst="rect">
            <a:avLst/>
          </a:prstGeom>
          <a:noFill/>
          <a:ln>
            <a:noFill/>
          </a:ln>
          <a:effectLst/>
        </p:spPr>
        <p:txBody>
          <a:bodyPr vert="horz" lIns="91440" tIns="45720" rIns="91440" bIns="45720" rtlCol="0">
            <a:norm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457200" algn="l" defTabSz="914400" rtl="0" eaLnBrk="1" fontAlgn="auto" latinLnBrk="0" hangingPunct="1">
              <a:lnSpc>
                <a:spcPct val="150000"/>
              </a:lnSpc>
              <a:spcBef>
                <a:spcPts val="1000"/>
              </a:spcBef>
              <a:spcAft>
                <a:spcPts val="0"/>
              </a:spcAft>
              <a:buClrTx/>
              <a:buSzTx/>
              <a:buFont typeface="Arial" panose="020B0604020202090204" pitchFamily="34" charset="0"/>
              <a:buNone/>
              <a:defRPr/>
            </a:pPr>
            <a:r>
              <a:rPr kumimoji="0" lang="zh-CN" altLang="en-US"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建议将读文件的代码定义为函数，以方便修改和维护代码：</a:t>
            </a:r>
            <a:endParaRPr kumimoji="0" lang="zh-CN" altLang="en-US"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endParaRPr>
          </a:p>
        </p:txBody>
      </p:sp>
      <p:sp>
        <p:nvSpPr>
          <p:cNvPr id="7" name="文本框 6"/>
          <p:cNvSpPr txBox="1"/>
          <p:nvPr/>
        </p:nvSpPr>
        <p:spPr>
          <a:xfrm>
            <a:off x="8573730" y="4553219"/>
            <a:ext cx="3303637" cy="2075732"/>
          </a:xfrm>
          <a:prstGeom prst="roundRect">
            <a:avLst>
              <a:gd name="adj" fmla="val 5518"/>
            </a:avLst>
          </a:prstGeom>
          <a:solidFill>
            <a:srgbClr val="0070C0"/>
          </a:solidFill>
          <a:ln>
            <a:solidFill>
              <a:schemeClr val="bg1"/>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nchorCtr="0"/>
          <a:lstStyle>
            <a:defPPr>
              <a:defRPr lang="zh-CN"/>
            </a:defPPr>
            <a:lvl1pPr>
              <a:defRPr sz="24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输出：</a:t>
            </a:r>
            <a:endParaRPr kumimoji="0" lang="en-US" altLang="zh-CN"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lvl="0">
              <a:lnSpc>
                <a:spcPct val="120000"/>
              </a:lnSpc>
              <a:defRPr/>
            </a:pPr>
            <a:r>
              <a:rPr lang="zh-CN" altLang="en-US" sz="2000" b="1" dirty="0">
                <a:solidFill>
                  <a:prstClr val="white"/>
                </a:solidFill>
                <a:latin typeface="微软雅黑" panose="020B0503020204020204" pitchFamily="34" charset="-122"/>
                <a:ea typeface="微软雅黑" panose="020B0503020204020204" pitchFamily="34" charset="-122"/>
              </a:rPr>
              <a:t>静夜思</a:t>
            </a:r>
            <a:endParaRPr lang="zh-CN" altLang="en-US" sz="2000" b="1" dirty="0">
              <a:solidFill>
                <a:prstClr val="white"/>
              </a:solidFill>
              <a:latin typeface="微软雅黑" panose="020B0503020204020204" pitchFamily="34" charset="-122"/>
              <a:ea typeface="微软雅黑" panose="020B0503020204020204" pitchFamily="34" charset="-122"/>
            </a:endParaRPr>
          </a:p>
          <a:p>
            <a:pPr lvl="0">
              <a:lnSpc>
                <a:spcPct val="120000"/>
              </a:lnSpc>
              <a:defRPr/>
            </a:pPr>
            <a:r>
              <a:rPr lang="zh-CN" altLang="en-US" sz="2000" b="1" dirty="0">
                <a:solidFill>
                  <a:prstClr val="white"/>
                </a:solidFill>
                <a:latin typeface="微软雅黑" panose="020B0503020204020204" pitchFamily="34" charset="-122"/>
                <a:ea typeface="微软雅黑" panose="020B0503020204020204" pitchFamily="34" charset="-122"/>
              </a:rPr>
              <a:t>床前明月光，疑是地上霜。</a:t>
            </a:r>
            <a:endParaRPr lang="zh-CN" altLang="en-US" sz="2000" b="1" dirty="0">
              <a:solidFill>
                <a:prstClr val="white"/>
              </a:solidFill>
              <a:latin typeface="微软雅黑" panose="020B0503020204020204" pitchFamily="34" charset="-122"/>
              <a:ea typeface="微软雅黑" panose="020B0503020204020204" pitchFamily="34" charset="-122"/>
            </a:endParaRPr>
          </a:p>
          <a:p>
            <a:pPr lvl="0">
              <a:lnSpc>
                <a:spcPct val="120000"/>
              </a:lnSpc>
              <a:defRPr/>
            </a:pPr>
            <a:r>
              <a:rPr lang="zh-CN" altLang="en-US" sz="2000" b="1" dirty="0">
                <a:solidFill>
                  <a:prstClr val="white"/>
                </a:solidFill>
                <a:latin typeface="微软雅黑" panose="020B0503020204020204" pitchFamily="34" charset="-122"/>
                <a:ea typeface="微软雅黑" panose="020B0503020204020204" pitchFamily="34" charset="-122"/>
              </a:rPr>
              <a:t>举头望明月，低头思故乡。</a:t>
            </a:r>
            <a:endParaRPr lang="zh-CN" altLang="en-US" sz="2000" b="1" dirty="0">
              <a:solidFill>
                <a:prstClr val="white"/>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2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7.1.3</a:t>
            </a:r>
            <a:endParaRPr lang="zh-CN" altLang="en-US" dirty="0"/>
          </a:p>
        </p:txBody>
      </p:sp>
      <p:sp>
        <p:nvSpPr>
          <p:cNvPr id="3" name="标题 2"/>
          <p:cNvSpPr>
            <a:spLocks noGrp="1"/>
          </p:cNvSpPr>
          <p:nvPr>
            <p:ph type="title"/>
          </p:nvPr>
        </p:nvSpPr>
        <p:spPr/>
        <p:txBody>
          <a:bodyPr/>
          <a:lstStyle/>
          <a:p>
            <a:r>
              <a:rPr lang="zh-CN" altLang="en-US" dirty="0"/>
              <a:t>文件的关闭</a:t>
            </a:r>
            <a:endParaRPr lang="zh-CN" altLang="en-US" dirty="0"/>
          </a:p>
        </p:txBody>
      </p:sp>
      <p:sp>
        <p:nvSpPr>
          <p:cNvPr id="6" name="内容占位符 5"/>
          <p:cNvSpPr txBox="1"/>
          <p:nvPr/>
        </p:nvSpPr>
        <p:spPr>
          <a:xfrm>
            <a:off x="838201" y="1483624"/>
            <a:ext cx="10515599" cy="1947833"/>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50000"/>
              </a:lnSpc>
            </a:pPr>
            <a:r>
              <a:rPr lang="zh-CN" altLang="en-US" sz="2400" dirty="0">
                <a:latin typeface="+mj-lt"/>
              </a:rPr>
              <a:t>打开的文件使用完毕，必须</a:t>
            </a:r>
            <a:r>
              <a:rPr lang="zh-CN" altLang="en-US" sz="2400" b="1" dirty="0">
                <a:solidFill>
                  <a:schemeClr val="accent2"/>
                </a:solidFill>
                <a:latin typeface="+mj-lt"/>
              </a:rPr>
              <a:t>关闭文件对象</a:t>
            </a:r>
            <a:r>
              <a:rPr lang="zh-CN" altLang="en-US" sz="2400" dirty="0">
                <a:latin typeface="+mj-lt"/>
              </a:rPr>
              <a:t>以确保对文件中数据的所有改变都写回到文件中，同时释放文件的读写权限，使其他程序可以操作该文件。</a:t>
            </a:r>
            <a:endParaRPr lang="en-US" altLang="zh-CN" sz="2400" dirty="0">
              <a:latin typeface="+mj-lt"/>
            </a:endParaRPr>
          </a:p>
          <a:p>
            <a:pPr marL="457200" indent="-457200">
              <a:lnSpc>
                <a:spcPct val="150000"/>
              </a:lnSpc>
              <a:buFont typeface="+mj-lt"/>
              <a:buAutoNum type="arabicPeriod"/>
            </a:pPr>
            <a:r>
              <a:rPr lang="zh-CN" altLang="en-US" sz="2400" dirty="0">
                <a:latin typeface="+mj-lt"/>
              </a:rPr>
              <a:t>可以使用文件对象的 </a:t>
            </a:r>
            <a:r>
              <a:rPr lang="en-US" altLang="zh-CN" sz="2400" dirty="0">
                <a:latin typeface="+mj-lt"/>
              </a:rPr>
              <a:t>close() </a:t>
            </a:r>
            <a:r>
              <a:rPr lang="zh-CN" altLang="en-US" sz="2400" dirty="0">
                <a:latin typeface="+mj-lt"/>
              </a:rPr>
              <a:t>方法关闭文件：</a:t>
            </a:r>
            <a:endParaRPr lang="zh-CN" altLang="en-US" sz="2400" dirty="0">
              <a:latin typeface="+mj-lt"/>
            </a:endParaRPr>
          </a:p>
        </p:txBody>
      </p:sp>
      <p:sp>
        <p:nvSpPr>
          <p:cNvPr id="2" name="内容占位符 5"/>
          <p:cNvSpPr txBox="1"/>
          <p:nvPr/>
        </p:nvSpPr>
        <p:spPr>
          <a:xfrm>
            <a:off x="780061" y="3612735"/>
            <a:ext cx="10631877" cy="848651"/>
          </a:xfrm>
          <a:prstGeom prst="roundRect">
            <a:avLst>
              <a:gd name="adj" fmla="val 18448"/>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lvl="1" indent="0" algn="ctr">
              <a:lnSpc>
                <a:spcPct val="150000"/>
              </a:lnSpc>
              <a:spcBef>
                <a:spcPts val="0"/>
              </a:spcBef>
              <a:buClr>
                <a:sysClr val="windowText" lastClr="000000"/>
              </a:buClr>
              <a:buNone/>
              <a:defRPr/>
            </a:pPr>
            <a:r>
              <a:rPr lang="en-US" altLang="zh-CN" b="1" dirty="0" err="1">
                <a:solidFill>
                  <a:srgbClr val="EE822F"/>
                </a:solidFill>
                <a:latin typeface="微软雅黑" panose="020B0503020204020204" pitchFamily="34" charset="-122"/>
              </a:rPr>
              <a:t>f.close</a:t>
            </a:r>
            <a:r>
              <a:rPr lang="en-US" altLang="zh-CN" b="1" dirty="0">
                <a:solidFill>
                  <a:srgbClr val="FF02C2"/>
                </a:solidFill>
                <a:latin typeface="微软雅黑" panose="020B0503020204020204" pitchFamily="34" charset="-122"/>
              </a:rPr>
              <a:t>()</a:t>
            </a:r>
            <a:endParaRPr lang="en-US" altLang="zh-CN" b="1" dirty="0">
              <a:latin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7.1.3</a:t>
            </a:r>
            <a:endParaRPr lang="zh-CN" altLang="en-US" dirty="0"/>
          </a:p>
        </p:txBody>
      </p:sp>
      <p:sp>
        <p:nvSpPr>
          <p:cNvPr id="3" name="标题 2"/>
          <p:cNvSpPr>
            <a:spLocks noGrp="1"/>
          </p:cNvSpPr>
          <p:nvPr>
            <p:ph type="title"/>
          </p:nvPr>
        </p:nvSpPr>
        <p:spPr/>
        <p:txBody>
          <a:bodyPr/>
          <a:lstStyle/>
          <a:p>
            <a:r>
              <a:rPr lang="zh-CN" altLang="en-US" dirty="0"/>
              <a:t>文件的关闭</a:t>
            </a:r>
            <a:endParaRPr lang="zh-CN" altLang="en-US" dirty="0"/>
          </a:p>
        </p:txBody>
      </p:sp>
      <p:sp>
        <p:nvSpPr>
          <p:cNvPr id="2" name="内容占位符 5"/>
          <p:cNvSpPr txBox="1"/>
          <p:nvPr/>
        </p:nvSpPr>
        <p:spPr>
          <a:xfrm>
            <a:off x="780061" y="1302157"/>
            <a:ext cx="10631877" cy="848651"/>
          </a:xfrm>
          <a:prstGeom prst="roundRect">
            <a:avLst>
              <a:gd name="adj" fmla="val 18448"/>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lvl="1" indent="0" algn="ctr">
              <a:lnSpc>
                <a:spcPct val="150000"/>
              </a:lnSpc>
              <a:spcBef>
                <a:spcPts val="0"/>
              </a:spcBef>
              <a:buClr>
                <a:sysClr val="windowText" lastClr="000000"/>
              </a:buClr>
              <a:buNone/>
              <a:defRPr/>
            </a:pPr>
            <a:r>
              <a:rPr lang="en-US" altLang="zh-CN" b="1" dirty="0" err="1">
                <a:solidFill>
                  <a:srgbClr val="EE822F"/>
                </a:solidFill>
                <a:latin typeface="微软雅黑" panose="020B0503020204020204" pitchFamily="34" charset="-122"/>
              </a:rPr>
              <a:t>f.close</a:t>
            </a:r>
            <a:r>
              <a:rPr lang="en-US" altLang="zh-CN" b="1" dirty="0">
                <a:solidFill>
                  <a:srgbClr val="FF02C2"/>
                </a:solidFill>
                <a:latin typeface="微软雅黑" panose="020B0503020204020204" pitchFamily="34" charset="-122"/>
              </a:rPr>
              <a:t>()</a:t>
            </a:r>
            <a:endParaRPr lang="en-US" altLang="zh-CN" b="1" dirty="0">
              <a:latin typeface="微软雅黑" panose="020B0503020204020204" pitchFamily="34" charset="-122"/>
            </a:endParaRPr>
          </a:p>
        </p:txBody>
      </p:sp>
      <p:sp>
        <p:nvSpPr>
          <p:cNvPr id="7" name="文本框 6"/>
          <p:cNvSpPr txBox="1"/>
          <p:nvPr/>
        </p:nvSpPr>
        <p:spPr>
          <a:xfrm>
            <a:off x="838201" y="2518899"/>
            <a:ext cx="10631877" cy="3351046"/>
          </a:xfrm>
          <a:prstGeom prst="rect">
            <a:avLst/>
          </a:prstGeom>
          <a:noFill/>
        </p:spPr>
        <p:txBody>
          <a:bodyPr wrap="square">
            <a:spAutoFit/>
          </a:bodyPr>
          <a:lstStyle/>
          <a:p>
            <a:pPr marL="285750" indent="-285750">
              <a:lnSpc>
                <a:spcPct val="150000"/>
              </a:lnSpc>
              <a:buFont typeface="Arial" panose="020B0604020202090204" pitchFamily="34" charset="0"/>
              <a:buChar char="•"/>
            </a:pPr>
            <a:r>
              <a:rPr lang="en-US" altLang="zh-CN" sz="2400"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f.close</a:t>
            </a:r>
            <a:r>
              <a:rPr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方法被执行时，会先将文件缓冲区中的数据写入文件，再关闭已打开的文件对象 </a:t>
            </a:r>
            <a:r>
              <a:rPr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f</a:t>
            </a:r>
            <a:r>
              <a:rPr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nSpc>
                <a:spcPct val="150000"/>
              </a:lnSpc>
              <a:buFont typeface="Arial" panose="020B0604020202090204" pitchFamily="34" charset="0"/>
              <a:buChar char="•"/>
            </a:pPr>
            <a:r>
              <a:rPr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使用 </a:t>
            </a:r>
            <a:r>
              <a:rPr lang="en-US" altLang="zh-CN" sz="2400"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f.close</a:t>
            </a:r>
            <a:r>
              <a:rPr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属性可以查看文件对象</a:t>
            </a:r>
            <a:r>
              <a:rPr lang="zh-CN" altLang="en-US" sz="2400"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是否是关闭状态</a:t>
            </a:r>
            <a:r>
              <a:rPr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，如果文件对象 </a:t>
            </a:r>
            <a:r>
              <a:rPr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f </a:t>
            </a:r>
            <a:r>
              <a:rPr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已关闭，</a:t>
            </a:r>
            <a:r>
              <a:rPr lang="en-US" altLang="zh-CN" sz="2400"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f.close</a:t>
            </a:r>
            <a:r>
              <a:rPr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的值为 </a:t>
            </a:r>
            <a:r>
              <a:rPr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True</a:t>
            </a:r>
            <a:r>
              <a:rPr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，否则为 </a:t>
            </a:r>
            <a:r>
              <a:rPr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False</a:t>
            </a:r>
            <a:r>
              <a:rPr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nSpc>
                <a:spcPct val="150000"/>
              </a:lnSpc>
              <a:buFont typeface="Arial" panose="020B0604020202090204" pitchFamily="34" charset="0"/>
              <a:buChar char="•"/>
            </a:pPr>
            <a:r>
              <a:rPr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每次使用文件对象 </a:t>
            </a:r>
            <a:r>
              <a:rPr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f </a:t>
            </a:r>
            <a:r>
              <a:rPr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完成文件的读写工作后，应</a:t>
            </a:r>
            <a:r>
              <a:rPr lang="zh-CN" altLang="en-US" sz="2400"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马上使用 </a:t>
            </a:r>
            <a:r>
              <a:rPr lang="en-US" altLang="zh-CN" sz="2400" b="1" dirty="0" err="1">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f.close</a:t>
            </a:r>
            <a:r>
              <a:rPr lang="en-US" altLang="zh-CN" sz="2400"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将文件对象关闭，确保文件操作的完成，同时释放文件中数据占据的内存。</a:t>
            </a:r>
            <a:endParaRPr lang="zh-CN" altLang="en-US" sz="24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7.1.3</a:t>
            </a:r>
            <a:endParaRPr lang="zh-CN" altLang="en-US" dirty="0"/>
          </a:p>
        </p:txBody>
      </p:sp>
      <p:sp>
        <p:nvSpPr>
          <p:cNvPr id="3" name="标题 2"/>
          <p:cNvSpPr>
            <a:spLocks noGrp="1"/>
          </p:cNvSpPr>
          <p:nvPr>
            <p:ph type="title"/>
          </p:nvPr>
        </p:nvSpPr>
        <p:spPr/>
        <p:txBody>
          <a:bodyPr/>
          <a:lstStyle/>
          <a:p>
            <a:r>
              <a:rPr lang="zh-CN" altLang="en-US" dirty="0"/>
              <a:t>文件的关闭</a:t>
            </a:r>
            <a:endParaRPr lang="zh-CN" altLang="en-US" dirty="0"/>
          </a:p>
        </p:txBody>
      </p:sp>
      <p:sp>
        <p:nvSpPr>
          <p:cNvPr id="7" name="文本框 6"/>
          <p:cNvSpPr txBox="1"/>
          <p:nvPr/>
        </p:nvSpPr>
        <p:spPr>
          <a:xfrm>
            <a:off x="838201" y="2400908"/>
            <a:ext cx="10631877" cy="3905043"/>
          </a:xfrm>
          <a:prstGeom prst="rect">
            <a:avLst/>
          </a:prstGeom>
          <a:noFill/>
        </p:spPr>
        <p:txBody>
          <a:bodyPr wrap="square">
            <a:spAutoFit/>
          </a:bodyPr>
          <a:lstStyle/>
          <a:p>
            <a:pPr marL="285750" indent="-285750">
              <a:lnSpc>
                <a:spcPct val="150000"/>
              </a:lnSpc>
              <a:buFont typeface="Arial" panose="020B0604020202090204" pitchFamily="34" charset="0"/>
              <a:buChar char="•"/>
            </a:pPr>
            <a:r>
              <a:rPr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但在使用过程，可能因为忘记关闭文件或程序在执行 </a:t>
            </a:r>
            <a:r>
              <a:rPr lang="en-US" altLang="zh-CN" sz="2400"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f.close</a:t>
            </a:r>
            <a:r>
              <a:rPr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语句之前遇到错误，从而导致文件不能正常关闭。</a:t>
            </a:r>
            <a:endParaRPr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nSpc>
                <a:spcPct val="150000"/>
              </a:lnSpc>
              <a:buFont typeface="Arial" panose="020B0604020202090204" pitchFamily="34" charset="0"/>
              <a:buChar char="•"/>
            </a:pPr>
            <a:r>
              <a:rPr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为了避免此类问题，在读写文件时可以应用</a:t>
            </a:r>
            <a:r>
              <a:rPr lang="zh-CN" altLang="en-US" sz="2400"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异常处理</a:t>
            </a:r>
            <a:r>
              <a:rPr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技术，当捕获到代码异常结束或文件未关闭时，执行 </a:t>
            </a:r>
            <a:r>
              <a:rPr lang="en-US" altLang="zh-CN" sz="2400"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f.close</a:t>
            </a:r>
            <a:r>
              <a:rPr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关闭文件。</a:t>
            </a:r>
            <a:r>
              <a:rPr lang="en-US" altLang="zh-CN" sz="2400"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finally</a:t>
            </a:r>
            <a:r>
              <a:rPr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中的语句不管是否触发异常，都会被执行到，所以经常把关闭文件、清理资源之类的操作放在 </a:t>
            </a:r>
            <a:r>
              <a:rPr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finally </a:t>
            </a:r>
            <a:r>
              <a:rPr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语句下，以确保无论程序遇到什么问题都会执行关闭文件对象的语句，使文件正常关闭。</a:t>
            </a:r>
            <a:endParaRPr lang="zh-CN" altLang="en-US" sz="24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内容占位符 5"/>
          <p:cNvSpPr txBox="1"/>
          <p:nvPr/>
        </p:nvSpPr>
        <p:spPr>
          <a:xfrm>
            <a:off x="780061" y="1302157"/>
            <a:ext cx="10631877" cy="848651"/>
          </a:xfrm>
          <a:prstGeom prst="roundRect">
            <a:avLst>
              <a:gd name="adj" fmla="val 18448"/>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lvl="1" indent="0" algn="ctr">
              <a:lnSpc>
                <a:spcPct val="150000"/>
              </a:lnSpc>
              <a:spcBef>
                <a:spcPts val="0"/>
              </a:spcBef>
              <a:buClr>
                <a:sysClr val="windowText" lastClr="000000"/>
              </a:buClr>
              <a:buNone/>
              <a:defRPr/>
            </a:pPr>
            <a:r>
              <a:rPr lang="en-US" altLang="zh-CN" b="1" dirty="0" err="1">
                <a:solidFill>
                  <a:srgbClr val="EE822F"/>
                </a:solidFill>
                <a:latin typeface="微软雅黑" panose="020B0503020204020204" pitchFamily="34" charset="-122"/>
              </a:rPr>
              <a:t>f.close</a:t>
            </a:r>
            <a:r>
              <a:rPr lang="en-US" altLang="zh-CN" b="1" dirty="0">
                <a:solidFill>
                  <a:srgbClr val="FF02C2"/>
                </a:solidFill>
                <a:latin typeface="微软雅黑" panose="020B0503020204020204" pitchFamily="34" charset="-122"/>
              </a:rPr>
              <a:t>()</a:t>
            </a:r>
            <a:endParaRPr lang="en-US" altLang="zh-CN" b="1" dirty="0">
              <a:latin typeface="微软雅黑" panose="020B0503020204020204" pitchFamily="3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7.1.3</a:t>
            </a:r>
            <a:endParaRPr lang="zh-CN" altLang="en-US" dirty="0"/>
          </a:p>
        </p:txBody>
      </p:sp>
      <p:sp>
        <p:nvSpPr>
          <p:cNvPr id="3" name="标题 2"/>
          <p:cNvSpPr>
            <a:spLocks noGrp="1"/>
          </p:cNvSpPr>
          <p:nvPr>
            <p:ph type="title"/>
          </p:nvPr>
        </p:nvSpPr>
        <p:spPr/>
        <p:txBody>
          <a:bodyPr/>
          <a:lstStyle/>
          <a:p>
            <a:r>
              <a:rPr lang="zh-CN" altLang="en-US" dirty="0"/>
              <a:t>文件的关闭</a:t>
            </a:r>
            <a:endParaRPr lang="zh-CN" altLang="en-US" dirty="0"/>
          </a:p>
        </p:txBody>
      </p:sp>
      <p:sp>
        <p:nvSpPr>
          <p:cNvPr id="8" name="内容占位符 1"/>
          <p:cNvSpPr txBox="1"/>
          <p:nvPr/>
        </p:nvSpPr>
        <p:spPr>
          <a:xfrm>
            <a:off x="780060" y="1079193"/>
            <a:ext cx="10631877" cy="5401397"/>
          </a:xfrm>
          <a:prstGeom prst="rect">
            <a:avLst/>
          </a:prstGeom>
          <a:noFill/>
          <a:ln>
            <a:noFill/>
          </a:ln>
          <a:effectLst/>
        </p:spPr>
        <p:txBody>
          <a:bodyPr vert="horz" lIns="91440" tIns="45720" rIns="91440" bIns="45720" rtlCol="0">
            <a:normAutofit fontScale="92500" lnSpcReduction="10000"/>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514350" marR="0" lvl="0" indent="-514350" algn="l" defTabSz="914400" rtl="0" eaLnBrk="1" fontAlgn="auto" latinLnBrk="0" hangingPunct="1">
              <a:lnSpc>
                <a:spcPct val="150000"/>
              </a:lnSpc>
              <a:spcBef>
                <a:spcPts val="1000"/>
              </a:spcBef>
              <a:spcAft>
                <a:spcPts val="0"/>
              </a:spcAft>
              <a:buClrTx/>
              <a:buSzTx/>
              <a:buFont typeface="+mj-lt"/>
              <a:buAutoNum type="arabicPeriod" startAt="2"/>
              <a:defRPr/>
            </a:pPr>
            <a:r>
              <a:rPr lang="zh-CN" altLang="en-US" sz="3000" b="1" dirty="0">
                <a:solidFill>
                  <a:srgbClr val="0070C0"/>
                </a:solidFill>
                <a:latin typeface="微软雅黑" panose="020B0503020204020204" pitchFamily="34" charset="-122"/>
                <a:ea typeface="微软雅黑" panose="020B0503020204020204" pitchFamily="34" charset="-122"/>
              </a:rPr>
              <a:t>上下文</a:t>
            </a:r>
            <a:r>
              <a:rPr kumimoji="0" lang="zh-CN" altLang="en-US" sz="30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管理器</a:t>
            </a:r>
            <a:endParaRPr kumimoji="0" lang="zh-CN" altLang="en-US" sz="30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a:p>
            <a:pPr marL="0" marR="0" lvl="1" indent="457200" algn="l" defTabSz="914400" rtl="0" eaLnBrk="1" fontAlgn="auto" latinLnBrk="0" hangingPunct="1">
              <a:lnSpc>
                <a:spcPct val="150000"/>
              </a:lnSpc>
              <a:spcBef>
                <a:spcPts val="0"/>
              </a:spcBef>
              <a:spcAft>
                <a:spcPts val="0"/>
              </a:spcAft>
              <a:buClrTx/>
              <a:buSzTx/>
              <a:buFont typeface="Arial" panose="020B0604020202090204" pitchFamily="34" charset="0"/>
              <a:buNone/>
              <a:defRPr/>
            </a:pPr>
            <a:r>
              <a:rPr kumimoji="0" lang="zh-CN" altLang="en-US" sz="26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由关键字“</a:t>
            </a:r>
            <a:r>
              <a:rPr kumimoji="0" lang="en-US" altLang="zh-CN" sz="26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with”</a:t>
            </a:r>
            <a:r>
              <a:rPr kumimoji="0" lang="zh-CN" altLang="en-US" sz="26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和“</a:t>
            </a:r>
            <a:r>
              <a:rPr kumimoji="0" lang="en-US" altLang="zh-CN" sz="26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as”</a:t>
            </a:r>
            <a:r>
              <a:rPr kumimoji="0" lang="zh-CN" altLang="en-US" sz="26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联合启动，将文件打开操作置于内容管理器中。</a:t>
            </a:r>
            <a:endParaRPr kumimoji="0" lang="en-US" altLang="zh-CN" sz="26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a:p>
            <a:pPr marL="0" marR="0" lvl="1" indent="457200" algn="l" defTabSz="914400" rtl="0" eaLnBrk="1" fontAlgn="auto" latinLnBrk="0" hangingPunct="1">
              <a:lnSpc>
                <a:spcPct val="150000"/>
              </a:lnSpc>
              <a:spcBef>
                <a:spcPts val="0"/>
              </a:spcBef>
              <a:spcAft>
                <a:spcPts val="0"/>
              </a:spcAft>
              <a:buClrTx/>
              <a:buSzTx/>
              <a:buFont typeface="Arial" panose="020B0604020202090204" pitchFamily="34" charset="0"/>
              <a:buNone/>
              <a:defRPr/>
            </a:pPr>
            <a:endParaRPr kumimoji="0" lang="zh-CN" altLang="en-US" sz="26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a:p>
            <a:pPr marL="0" marR="0" lvl="1" indent="457200" algn="l" defTabSz="914400" rtl="0" eaLnBrk="1" fontAlgn="auto" latinLnBrk="0" hangingPunct="1">
              <a:lnSpc>
                <a:spcPct val="150000"/>
              </a:lnSpc>
              <a:spcBef>
                <a:spcPts val="0"/>
              </a:spcBef>
              <a:spcAft>
                <a:spcPts val="0"/>
              </a:spcAft>
              <a:buClrTx/>
              <a:buSzTx/>
              <a:buFont typeface="Arial" panose="020B0604020202090204" pitchFamily="34" charset="0"/>
              <a:buNone/>
              <a:defRPr/>
            </a:pPr>
            <a:endParaRPr kumimoji="0" lang="zh-CN" altLang="en-US" sz="26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a:p>
            <a:pPr marL="0" marR="0" lvl="1" indent="457200" algn="l" defTabSz="914400" rtl="0" eaLnBrk="1" fontAlgn="auto" latinLnBrk="0" hangingPunct="1">
              <a:lnSpc>
                <a:spcPct val="150000"/>
              </a:lnSpc>
              <a:spcBef>
                <a:spcPts val="0"/>
              </a:spcBef>
              <a:spcAft>
                <a:spcPts val="0"/>
              </a:spcAft>
              <a:buClrTx/>
              <a:buSzTx/>
              <a:buFont typeface="Arial" panose="020B0604020202090204" pitchFamily="34" charset="0"/>
              <a:buNone/>
              <a:defRPr/>
            </a:pPr>
            <a:endParaRPr kumimoji="0" lang="zh-CN" altLang="en-US" sz="26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a:p>
            <a:pPr marL="0" marR="0" lvl="1" indent="457200" algn="l" defTabSz="914400" rtl="0" eaLnBrk="1" fontAlgn="auto" latinLnBrk="0" hangingPunct="1">
              <a:lnSpc>
                <a:spcPct val="150000"/>
              </a:lnSpc>
              <a:spcBef>
                <a:spcPts val="0"/>
              </a:spcBef>
              <a:spcAft>
                <a:spcPts val="0"/>
              </a:spcAft>
              <a:buClrTx/>
              <a:buSzTx/>
              <a:buFont typeface="Arial" panose="020B0604020202090204" pitchFamily="34" charset="0"/>
              <a:buNone/>
              <a:defRPr/>
            </a:pPr>
            <a:endParaRPr kumimoji="0" lang="zh-CN" altLang="en-US" sz="26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a:p>
            <a:pPr marL="457200" lvl="1" indent="-457200">
              <a:lnSpc>
                <a:spcPct val="150000"/>
              </a:lnSpc>
              <a:spcBef>
                <a:spcPts val="0"/>
              </a:spcBef>
            </a:pPr>
            <a:r>
              <a:rPr kumimoji="0" lang="zh-CN" altLang="en-US" sz="26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一旦</a:t>
            </a:r>
            <a:r>
              <a:rPr kumimoji="0" lang="zh-CN" altLang="en-US" sz="2600" b="1" i="0" u="none" strike="noStrike" kern="1200" cap="none" spc="0" normalizeH="0" baseline="0" noProof="0" dirty="0">
                <a:ln>
                  <a:noFill/>
                </a:ln>
                <a:solidFill>
                  <a:srgbClr val="EE822F"/>
                </a:solidFill>
                <a:effectLst/>
                <a:uLnTx/>
                <a:uFillTx/>
                <a:latin typeface="微软雅黑" panose="020B0503020204020204" pitchFamily="34" charset="-122"/>
                <a:ea typeface="微软雅黑" panose="020B0503020204020204" pitchFamily="34" charset="-122"/>
                <a:cs typeface="+mn-cs"/>
              </a:rPr>
              <a:t>离开</a:t>
            </a:r>
            <a:r>
              <a:rPr kumimoji="0" lang="zh-CN" altLang="en-US" sz="26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隶属“</a:t>
            </a:r>
            <a:r>
              <a:rPr kumimoji="0" lang="en-US" altLang="zh-CN" sz="2600" b="1" i="0" u="none" strike="noStrike" kern="1200" cap="none" spc="0" normalizeH="0" baseline="0" noProof="0" dirty="0">
                <a:ln>
                  <a:noFill/>
                </a:ln>
                <a:solidFill>
                  <a:srgbClr val="EE822F"/>
                </a:solidFill>
                <a:effectLst/>
                <a:uLnTx/>
                <a:uFillTx/>
                <a:latin typeface="微软雅黑" panose="020B0503020204020204" pitchFamily="34" charset="-122"/>
                <a:ea typeface="微软雅黑" panose="020B0503020204020204" pitchFamily="34" charset="-122"/>
                <a:cs typeface="+mn-cs"/>
              </a:rPr>
              <a:t>with … as</a:t>
            </a:r>
            <a:r>
              <a:rPr kumimoji="0" lang="zh-CN" altLang="en-US" sz="26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”的</a:t>
            </a:r>
            <a:r>
              <a:rPr kumimoji="0" lang="zh-CN" altLang="en-US" sz="26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缩进代码范围</a:t>
            </a:r>
            <a:r>
              <a:rPr kumimoji="0" lang="zh-CN" altLang="en-US" sz="26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a:t>
            </a:r>
            <a:r>
              <a:rPr kumimoji="0" lang="zh-CN" altLang="en-US" sz="26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文件</a:t>
            </a:r>
            <a:r>
              <a:rPr kumimoji="0" lang="zh-CN" altLang="en-US" sz="26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对象的</a:t>
            </a:r>
            <a:r>
              <a:rPr kumimoji="0" lang="zh-CN" altLang="en-US" sz="2600" b="1" i="0" u="none" strike="noStrike" kern="1200" cap="none" spc="0" normalizeH="0" baseline="0" noProof="0" dirty="0">
                <a:ln>
                  <a:noFill/>
                </a:ln>
                <a:solidFill>
                  <a:srgbClr val="EE822F"/>
                </a:solidFill>
                <a:effectLst/>
                <a:uLnTx/>
                <a:uFillTx/>
                <a:latin typeface="微软雅黑" panose="020B0503020204020204" pitchFamily="34" charset="-122"/>
                <a:ea typeface="微软雅黑" panose="020B0503020204020204" pitchFamily="34" charset="-122"/>
                <a:cs typeface="+mn-cs"/>
              </a:rPr>
              <a:t>关闭</a:t>
            </a:r>
            <a:r>
              <a:rPr kumimoji="0" lang="zh-CN" altLang="en-US" sz="26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操作会</a:t>
            </a:r>
            <a:r>
              <a:rPr kumimoji="0" lang="zh-CN" altLang="en-US" sz="2600" b="1" i="0" u="none" strike="noStrike" kern="1200" cap="none" spc="0" normalizeH="0" baseline="0" noProof="0" dirty="0">
                <a:ln>
                  <a:noFill/>
                </a:ln>
                <a:solidFill>
                  <a:srgbClr val="EE822F"/>
                </a:solidFill>
                <a:effectLst/>
                <a:uLnTx/>
                <a:uFillTx/>
                <a:latin typeface="微软雅黑" panose="020B0503020204020204" pitchFamily="34" charset="-122"/>
                <a:ea typeface="微软雅黑" panose="020B0503020204020204" pitchFamily="34" charset="-122"/>
                <a:cs typeface="+mn-cs"/>
              </a:rPr>
              <a:t>自动执行</a:t>
            </a:r>
            <a:r>
              <a:rPr kumimoji="0" lang="zh-CN" altLang="en-US" sz="26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，不需要再用 </a:t>
            </a:r>
            <a:r>
              <a:rPr kumimoji="0" lang="en-US" altLang="zh-CN" sz="26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close() </a:t>
            </a:r>
            <a:r>
              <a:rPr kumimoji="0" lang="zh-CN" altLang="en-US" sz="26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语句显式的关闭文件。</a:t>
            </a:r>
            <a:endParaRPr kumimoji="0" lang="en-US" altLang="zh-CN" sz="26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a:p>
            <a:pPr marL="457200" lvl="1" indent="-457200">
              <a:lnSpc>
                <a:spcPct val="150000"/>
              </a:lnSpc>
              <a:spcBef>
                <a:spcPts val="0"/>
              </a:spcBef>
            </a:pPr>
            <a:r>
              <a:rPr kumimoji="0" lang="zh-CN" altLang="en-US" sz="26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即使上下文管理器范围内的代码因错误异常退出，文件对象的关闭操作也会</a:t>
            </a:r>
            <a:r>
              <a:rPr kumimoji="0" lang="zh-CN" altLang="en-US" sz="26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正常执行</a:t>
            </a:r>
            <a:r>
              <a:rPr kumimoji="0" lang="zh-CN" altLang="en-US" sz="26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a:t>
            </a:r>
            <a:endParaRPr kumimoji="0" lang="zh-CN" altLang="en-US" sz="26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p:txBody>
      </p:sp>
      <p:sp>
        <p:nvSpPr>
          <p:cNvPr id="10" name="内容占位符 5"/>
          <p:cNvSpPr txBox="1"/>
          <p:nvPr/>
        </p:nvSpPr>
        <p:spPr>
          <a:xfrm>
            <a:off x="780060" y="2373875"/>
            <a:ext cx="10631877" cy="1745843"/>
          </a:xfrm>
          <a:prstGeom prst="roundRect">
            <a:avLst>
              <a:gd name="adj" fmla="val 18448"/>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defTabSz="914400" eaLnBrk="0" fontAlgn="base" latinLnBrk="0" hangingPunct="0">
              <a:lnSpc>
                <a:spcPct val="125000"/>
              </a:lnSpc>
              <a:spcBef>
                <a:spcPct val="0"/>
              </a:spcBef>
              <a:spcAft>
                <a:spcPct val="0"/>
              </a:spcAft>
              <a:buClrTx/>
              <a:buSzTx/>
              <a:buFontTx/>
              <a:buNone/>
              <a:defRPr/>
            </a:pPr>
            <a:r>
              <a:rPr kumimoji="0" lang="zh-CN" altLang="zh-CN" sz="2400" b="1" u="none" strike="noStrike" kern="0" cap="none" spc="0" normalizeH="0" baseline="0" noProof="0" dirty="0">
                <a:ln>
                  <a:noFill/>
                </a:ln>
                <a:solidFill>
                  <a:srgbClr val="F80505"/>
                </a:solidFill>
                <a:effectLst/>
                <a:uLnTx/>
                <a:uFillTx/>
                <a:latin typeface="微软雅黑" panose="020B0503020204020204" pitchFamily="34" charset="-122"/>
                <a:ea typeface="微软雅黑" panose="020B0503020204020204" pitchFamily="34" charset="-122"/>
              </a:rPr>
              <a:t>with </a:t>
            </a:r>
            <a:r>
              <a:rPr kumimoji="0" lang="zh-CN" altLang="zh-CN" sz="2400" b="1" u="none" strike="noStrike" kern="0" cap="none" spc="0" normalizeH="0" baseline="0" noProof="0" dirty="0">
                <a:ln>
                  <a:noFill/>
                </a:ln>
                <a:solidFill>
                  <a:srgbClr val="FF6A02"/>
                </a:solidFill>
                <a:effectLst/>
                <a:uLnTx/>
                <a:uFillTx/>
                <a:latin typeface="微软雅黑" panose="020B0503020204020204" pitchFamily="34" charset="-122"/>
                <a:ea typeface="微软雅黑" panose="020B0503020204020204" pitchFamily="34" charset="-122"/>
              </a:rPr>
              <a:t>open</a:t>
            </a:r>
            <a:r>
              <a:rPr kumimoji="0" lang="zh-CN" altLang="zh-CN" sz="2400" b="1" u="none" strike="noStrike" kern="0" cap="none" spc="0" normalizeH="0" baseline="0" noProof="0" dirty="0">
                <a:ln>
                  <a:noFill/>
                </a:ln>
                <a:solidFill>
                  <a:srgbClr val="7102FF"/>
                </a:solidFill>
                <a:effectLst/>
                <a:uLnTx/>
                <a:uFillTx/>
                <a:latin typeface="微软雅黑" panose="020B0503020204020204" pitchFamily="34" charset="-122"/>
                <a:ea typeface="微软雅黑" panose="020B0503020204020204" pitchFamily="34" charset="-122"/>
              </a:rPr>
              <a:t>(</a:t>
            </a:r>
            <a:r>
              <a:rPr kumimoji="0" lang="zh-CN" altLang="zh-CN" sz="2400" b="1" u="none" strike="noStrike" kern="0" cap="none" spc="0" normalizeH="0" baseline="0" noProof="0" dirty="0">
                <a:ln>
                  <a:noFill/>
                </a:ln>
                <a:solidFill>
                  <a:srgbClr val="080808"/>
                </a:solidFill>
                <a:effectLst/>
                <a:uLnTx/>
                <a:uFillTx/>
                <a:latin typeface="微软雅黑" panose="020B0503020204020204" pitchFamily="34" charset="-122"/>
                <a:ea typeface="微软雅黑" panose="020B0503020204020204" pitchFamily="34" charset="-122"/>
              </a:rPr>
              <a:t>file, </a:t>
            </a:r>
            <a:r>
              <a:rPr kumimoji="0" lang="zh-CN" altLang="zh-CN" sz="2400" b="1" u="none" strike="noStrike" kern="0" cap="none" spc="0" normalizeH="0" baseline="0" noProof="0" dirty="0">
                <a:ln>
                  <a:noFill/>
                </a:ln>
                <a:solidFill>
                  <a:srgbClr val="660099"/>
                </a:solidFill>
                <a:effectLst/>
                <a:uLnTx/>
                <a:uFillTx/>
                <a:latin typeface="微软雅黑" panose="020B0503020204020204" pitchFamily="34" charset="-122"/>
                <a:ea typeface="微软雅黑" panose="020B0503020204020204" pitchFamily="34" charset="-122"/>
              </a:rPr>
              <a:t>mode</a:t>
            </a:r>
            <a:r>
              <a:rPr kumimoji="0" lang="zh-CN" altLang="zh-CN" sz="2400" b="1" u="none" strike="noStrike" kern="0" cap="none" spc="0" normalizeH="0" baseline="0" noProof="0" dirty="0">
                <a:ln>
                  <a:noFill/>
                </a:ln>
                <a:solidFill>
                  <a:srgbClr val="025DFF"/>
                </a:solidFill>
                <a:effectLst/>
                <a:uLnTx/>
                <a:uFillTx/>
                <a:latin typeface="微软雅黑" panose="020B0503020204020204" pitchFamily="34" charset="-122"/>
                <a:ea typeface="微软雅黑" panose="020B0503020204020204" pitchFamily="34" charset="-122"/>
              </a:rPr>
              <a:t>=</a:t>
            </a:r>
            <a:r>
              <a:rPr kumimoji="0" lang="zh-CN" altLang="zh-CN" sz="2400" b="1" u="none" strike="noStrike" kern="0" cap="none" spc="0" normalizeH="0" baseline="0" noProof="0" dirty="0">
                <a:ln>
                  <a:noFill/>
                </a:ln>
                <a:solidFill>
                  <a:srgbClr val="49C957"/>
                </a:solidFill>
                <a:effectLst/>
                <a:uLnTx/>
                <a:uFillTx/>
                <a:latin typeface="微软雅黑" panose="020B0503020204020204" pitchFamily="34" charset="-122"/>
                <a:ea typeface="微软雅黑" panose="020B0503020204020204" pitchFamily="34" charset="-122"/>
              </a:rPr>
              <a:t>'r'</a:t>
            </a:r>
            <a:r>
              <a:rPr kumimoji="0" lang="zh-CN" altLang="zh-CN" sz="2400" b="1" u="none" strike="noStrike" kern="0" cap="none" spc="0" normalizeH="0" baseline="0" noProof="0" dirty="0">
                <a:ln>
                  <a:noFill/>
                </a:ln>
                <a:solidFill>
                  <a:srgbClr val="080808"/>
                </a:solidFill>
                <a:effectLst/>
                <a:uLnTx/>
                <a:uFillTx/>
                <a:latin typeface="微软雅黑" panose="020B0503020204020204" pitchFamily="34" charset="-122"/>
                <a:ea typeface="微软雅黑" panose="020B0503020204020204" pitchFamily="34" charset="-122"/>
              </a:rPr>
              <a:t>, </a:t>
            </a:r>
            <a:r>
              <a:rPr kumimoji="0" lang="zh-CN" altLang="zh-CN" sz="2400" b="1" u="none" strike="noStrike" kern="0" cap="none" spc="0" normalizeH="0" baseline="0" noProof="0" dirty="0">
                <a:ln>
                  <a:noFill/>
                </a:ln>
                <a:solidFill>
                  <a:srgbClr val="660099"/>
                </a:solidFill>
                <a:effectLst/>
                <a:uLnTx/>
                <a:uFillTx/>
                <a:latin typeface="微软雅黑" panose="020B0503020204020204" pitchFamily="34" charset="-122"/>
                <a:ea typeface="微软雅黑" panose="020B0503020204020204" pitchFamily="34" charset="-122"/>
              </a:rPr>
              <a:t>encoding</a:t>
            </a:r>
            <a:r>
              <a:rPr kumimoji="0" lang="zh-CN" altLang="zh-CN" sz="2400" b="1" u="none" strike="noStrike" kern="0" cap="none" spc="0" normalizeH="0" baseline="0" noProof="0" dirty="0">
                <a:ln>
                  <a:noFill/>
                </a:ln>
                <a:solidFill>
                  <a:srgbClr val="025DFF"/>
                </a:solidFill>
                <a:effectLst/>
                <a:uLnTx/>
                <a:uFillTx/>
                <a:latin typeface="微软雅黑" panose="020B0503020204020204" pitchFamily="34" charset="-122"/>
                <a:ea typeface="微软雅黑" panose="020B0503020204020204" pitchFamily="34" charset="-122"/>
              </a:rPr>
              <a:t>=</a:t>
            </a:r>
            <a:r>
              <a:rPr kumimoji="0" lang="zh-CN" altLang="zh-CN" sz="2400" b="1" u="none" strike="noStrike" kern="0" cap="none" spc="0" normalizeH="0" baseline="0" noProof="0" dirty="0">
                <a:ln>
                  <a:noFill/>
                </a:ln>
                <a:solidFill>
                  <a:srgbClr val="F80505"/>
                </a:solidFill>
                <a:effectLst/>
                <a:uLnTx/>
                <a:uFillTx/>
                <a:latin typeface="微软雅黑" panose="020B0503020204020204" pitchFamily="34" charset="-122"/>
                <a:ea typeface="微软雅黑" panose="020B0503020204020204" pitchFamily="34" charset="-122"/>
              </a:rPr>
              <a:t>None</a:t>
            </a:r>
            <a:r>
              <a:rPr kumimoji="0" lang="zh-CN" altLang="zh-CN" sz="2400" b="1" u="none" strike="noStrike" kern="0" cap="none" spc="0" normalizeH="0" baseline="0" noProof="0" dirty="0">
                <a:ln>
                  <a:noFill/>
                </a:ln>
                <a:solidFill>
                  <a:srgbClr val="7102FF"/>
                </a:solidFill>
                <a:effectLst/>
                <a:uLnTx/>
                <a:uFillTx/>
                <a:latin typeface="微软雅黑" panose="020B0503020204020204" pitchFamily="34" charset="-122"/>
                <a:ea typeface="微软雅黑" panose="020B0503020204020204" pitchFamily="34" charset="-122"/>
              </a:rPr>
              <a:t>) </a:t>
            </a:r>
            <a:r>
              <a:rPr kumimoji="0" lang="zh-CN" altLang="zh-CN" sz="2400" b="1" u="none" strike="noStrike" kern="0" cap="none" spc="0" normalizeH="0" baseline="0" noProof="0" dirty="0">
                <a:ln>
                  <a:noFill/>
                </a:ln>
                <a:solidFill>
                  <a:srgbClr val="F80505"/>
                </a:solidFill>
                <a:effectLst/>
                <a:uLnTx/>
                <a:uFillTx/>
                <a:latin typeface="微软雅黑" panose="020B0503020204020204" pitchFamily="34" charset="-122"/>
                <a:ea typeface="微软雅黑" panose="020B0503020204020204" pitchFamily="34" charset="-122"/>
              </a:rPr>
              <a:t>as </a:t>
            </a:r>
            <a:r>
              <a:rPr kumimoji="0" lang="zh-CN" altLang="zh-CN" sz="2400" b="1" u="none" strike="noStrike" kern="0" cap="none" spc="0" normalizeH="0" baseline="0" noProof="0" dirty="0">
                <a:ln>
                  <a:noFill/>
                </a:ln>
                <a:solidFill>
                  <a:srgbClr val="080808"/>
                </a:solidFill>
                <a:effectLst/>
                <a:uLnTx/>
                <a:uFillTx/>
                <a:latin typeface="微软雅黑" panose="020B0503020204020204" pitchFamily="34" charset="-122"/>
                <a:ea typeface="微软雅黑" panose="020B0503020204020204" pitchFamily="34" charset="-122"/>
              </a:rPr>
              <a:t>fr</a:t>
            </a:r>
            <a:r>
              <a:rPr kumimoji="0" lang="zh-CN" altLang="zh-CN" sz="2400" b="1" u="none" strike="noStrike" kern="0" cap="none" spc="0" normalizeH="0" baseline="0" noProof="0" dirty="0">
                <a:ln>
                  <a:noFill/>
                </a:ln>
                <a:solidFill>
                  <a:srgbClr val="025DFF"/>
                </a:solidFill>
                <a:effectLst/>
                <a:uLnTx/>
                <a:uFillTx/>
                <a:latin typeface="微软雅黑" panose="020B0503020204020204" pitchFamily="34" charset="-122"/>
                <a:ea typeface="微软雅黑" panose="020B0503020204020204" pitchFamily="34" charset="-122"/>
              </a:rPr>
              <a:t>:</a:t>
            </a:r>
            <a:endParaRPr kumimoji="0" lang="en-US" altLang="zh-CN" sz="2400" b="1" u="none" strike="noStrike" kern="0" cap="none" spc="0" normalizeH="0" baseline="0" noProof="0" dirty="0">
              <a:ln>
                <a:noFill/>
              </a:ln>
              <a:solidFill>
                <a:srgbClr val="025DFF"/>
              </a:solidFill>
              <a:effectLst/>
              <a:uLnTx/>
              <a:uFillTx/>
              <a:latin typeface="微软雅黑" panose="020B0503020204020204" pitchFamily="34" charset="-122"/>
              <a:ea typeface="微软雅黑" panose="020B0503020204020204" pitchFamily="34" charset="-122"/>
            </a:endParaRPr>
          </a:p>
          <a:p>
            <a:pPr marL="0" marR="0" lvl="0" indent="0" defTabSz="914400" eaLnBrk="0" fontAlgn="base" latinLnBrk="0" hangingPunct="0">
              <a:lnSpc>
                <a:spcPct val="125000"/>
              </a:lnSpc>
              <a:spcBef>
                <a:spcPct val="0"/>
              </a:spcBef>
              <a:spcAft>
                <a:spcPct val="0"/>
              </a:spcAft>
              <a:buClrTx/>
              <a:buSzTx/>
              <a:buFontTx/>
              <a:buNone/>
              <a:defRPr/>
            </a:pPr>
            <a:r>
              <a:rPr kumimoji="0" lang="zh-CN" altLang="zh-CN" sz="2400" b="1" u="none" strike="noStrike" kern="0" cap="none" spc="0" normalizeH="0" baseline="0" noProof="0" dirty="0">
                <a:ln>
                  <a:noFill/>
                </a:ln>
                <a:solidFill>
                  <a:srgbClr val="8C8C8C"/>
                </a:solidFill>
                <a:effectLst/>
                <a:uLnTx/>
                <a:uFillTx/>
                <a:latin typeface="微软雅黑" panose="020B0503020204020204" pitchFamily="34" charset="-122"/>
                <a:ea typeface="微软雅黑" panose="020B0503020204020204" pitchFamily="34" charset="-122"/>
              </a:rPr>
              <a:t># fr是用户为文件对象所命名字</a:t>
            </a:r>
            <a:br>
              <a:rPr kumimoji="0" lang="zh-CN" altLang="zh-CN" sz="2400" b="1" u="none" strike="noStrike" kern="0" cap="none" spc="0" normalizeH="0" baseline="0" noProof="0" dirty="0">
                <a:ln>
                  <a:noFill/>
                </a:ln>
                <a:solidFill>
                  <a:srgbClr val="8C8C8C"/>
                </a:solidFill>
                <a:effectLst/>
                <a:uLnTx/>
                <a:uFillTx/>
                <a:latin typeface="微软雅黑" panose="020B0503020204020204" pitchFamily="34" charset="-122"/>
                <a:ea typeface="微软雅黑" panose="020B0503020204020204" pitchFamily="34" charset="-122"/>
              </a:rPr>
            </a:br>
            <a:r>
              <a:rPr kumimoji="0" lang="zh-CN" altLang="zh-CN" sz="2400" b="1" u="none" strike="noStrike" kern="0" cap="none" spc="0" normalizeH="0" baseline="0" noProof="0" dirty="0">
                <a:ln>
                  <a:noFill/>
                </a:ln>
                <a:solidFill>
                  <a:srgbClr val="8C8C8C"/>
                </a:solidFill>
                <a:effectLst/>
                <a:uLnTx/>
                <a:uFillTx/>
                <a:latin typeface="微软雅黑" panose="020B0503020204020204" pitchFamily="34" charset="-122"/>
                <a:ea typeface="微软雅黑" panose="020B0503020204020204" pitchFamily="34" charset="-122"/>
              </a:rPr>
              <a:t>    </a:t>
            </a:r>
            <a:r>
              <a:rPr kumimoji="0" lang="zh-CN" altLang="zh-CN" sz="2400" b="1" u="none" strike="noStrike" kern="0" cap="none" spc="0" normalizeH="0" baseline="0" noProof="0" dirty="0">
                <a:ln>
                  <a:noFill/>
                </a:ln>
                <a:solidFill>
                  <a:srgbClr val="F80505"/>
                </a:solidFill>
                <a:effectLst/>
                <a:uLnTx/>
                <a:uFillTx/>
                <a:latin typeface="微软雅黑" panose="020B0503020204020204" pitchFamily="34" charset="-122"/>
                <a:ea typeface="微软雅黑" panose="020B0503020204020204" pitchFamily="34" charset="-122"/>
              </a:rPr>
              <a:t>pass           </a:t>
            </a:r>
            <a:r>
              <a:rPr kumimoji="0" lang="zh-CN" altLang="zh-CN" sz="2400" b="1" u="none" strike="noStrike" kern="0" cap="none" spc="0" normalizeH="0" baseline="0" noProof="0" dirty="0">
                <a:ln>
                  <a:noFill/>
                </a:ln>
                <a:solidFill>
                  <a:srgbClr val="8C8C8C"/>
                </a:solidFill>
                <a:effectLst/>
                <a:uLnTx/>
                <a:uFillTx/>
                <a:latin typeface="微软雅黑" panose="020B0503020204020204" pitchFamily="34" charset="-122"/>
                <a:ea typeface="微软雅黑" panose="020B0503020204020204" pitchFamily="34" charset="-122"/>
              </a:rPr>
              <a:t># 在缩进区域写对文件对象进行操作的语句</a:t>
            </a:r>
            <a:endParaRPr kumimoji="0" lang="zh-CN" altLang="zh-CN" sz="2400" b="1"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7.1 </a:t>
            </a:r>
            <a:r>
              <a:rPr lang="zh-CN" altLang="en-US" dirty="0"/>
              <a:t>读取文件</a:t>
            </a:r>
            <a:endParaRPr lang="zh-CN" altLang="en-US" dirty="0"/>
          </a:p>
        </p:txBody>
      </p:sp>
      <p:sp>
        <p:nvSpPr>
          <p:cNvPr id="4" name="内容占位符 3"/>
          <p:cNvSpPr>
            <a:spLocks noGrp="1"/>
          </p:cNvSpPr>
          <p:nvPr>
            <p:ph sz="quarter" idx="14"/>
          </p:nvPr>
        </p:nvSpPr>
        <p:spPr/>
        <p:txBody>
          <a:bodyPr/>
          <a:lstStyle/>
          <a:p>
            <a:r>
              <a:rPr lang="zh-CN" altLang="en-US" dirty="0"/>
              <a:t>实例</a:t>
            </a:r>
            <a:endParaRPr lang="zh-CN" altLang="en-US" dirty="0"/>
          </a:p>
        </p:txBody>
      </p:sp>
      <p:sp>
        <p:nvSpPr>
          <p:cNvPr id="5" name="内容占位符 5"/>
          <p:cNvSpPr txBox="1"/>
          <p:nvPr/>
        </p:nvSpPr>
        <p:spPr>
          <a:xfrm>
            <a:off x="780061" y="1960528"/>
            <a:ext cx="10631877" cy="3987987"/>
          </a:xfrm>
          <a:prstGeom prst="roundRect">
            <a:avLst>
              <a:gd name="adj" fmla="val 15956"/>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dirty="0">
                <a:solidFill>
                  <a:srgbClr val="7A3E9D"/>
                </a:solidFill>
                <a:latin typeface="+mj-lt"/>
              </a:rPr>
              <a:t>def</a:t>
            </a:r>
            <a:r>
              <a:rPr lang="en-US" altLang="zh-CN" dirty="0">
                <a:solidFill>
                  <a:srgbClr val="333333"/>
                </a:solidFill>
                <a:latin typeface="+mj-lt"/>
              </a:rPr>
              <a:t> </a:t>
            </a:r>
            <a:r>
              <a:rPr lang="en-US" altLang="zh-CN" b="1" dirty="0" err="1">
                <a:solidFill>
                  <a:srgbClr val="AA3731"/>
                </a:solidFill>
                <a:latin typeface="+mj-lt"/>
              </a:rPr>
              <a:t>open_file</a:t>
            </a:r>
            <a:r>
              <a:rPr lang="en-US" altLang="zh-CN" dirty="0">
                <a:solidFill>
                  <a:srgbClr val="777777"/>
                </a:solidFill>
                <a:latin typeface="+mj-lt"/>
              </a:rPr>
              <a:t>(</a:t>
            </a:r>
            <a:r>
              <a:rPr lang="en-US" altLang="zh-CN" dirty="0">
                <a:solidFill>
                  <a:srgbClr val="7A3E9D"/>
                </a:solidFill>
                <a:latin typeface="+mj-lt"/>
              </a:rPr>
              <a:t>file</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打开文件，读取并输出其内容</a:t>
            </a:r>
            <a:endParaRPr lang="zh-CN" altLang="en-US" dirty="0">
              <a:solidFill>
                <a:srgbClr val="333333"/>
              </a:solidFill>
              <a:latin typeface="+mj-lt"/>
            </a:endParaRPr>
          </a:p>
          <a:p>
            <a:r>
              <a:rPr lang="zh-CN" altLang="en-US" dirty="0">
                <a:solidFill>
                  <a:srgbClr val="333333"/>
                </a:solidFill>
                <a:latin typeface="+mj-lt"/>
              </a:rPr>
              <a:t>    </a:t>
            </a:r>
            <a:r>
              <a:rPr lang="en-US" altLang="zh-CN" dirty="0">
                <a:solidFill>
                  <a:srgbClr val="4B69C6"/>
                </a:solidFill>
                <a:latin typeface="+mj-lt"/>
              </a:rPr>
              <a:t>with</a:t>
            </a:r>
            <a:r>
              <a:rPr lang="en-US" altLang="zh-CN" dirty="0">
                <a:solidFill>
                  <a:srgbClr val="333333"/>
                </a:solidFill>
                <a:latin typeface="+mj-lt"/>
              </a:rPr>
              <a:t> </a:t>
            </a:r>
            <a:r>
              <a:rPr lang="en-US" altLang="zh-CN" b="1" dirty="0">
                <a:solidFill>
                  <a:srgbClr val="AA3731"/>
                </a:solidFill>
                <a:latin typeface="+mj-lt"/>
              </a:rPr>
              <a:t>open</a:t>
            </a:r>
            <a:r>
              <a:rPr lang="en-US" altLang="zh-CN" dirty="0">
                <a:solidFill>
                  <a:srgbClr val="777777"/>
                </a:solidFill>
                <a:latin typeface="+mj-lt"/>
              </a:rPr>
              <a:t>(</a:t>
            </a:r>
            <a:r>
              <a:rPr lang="en-US" altLang="zh-CN" dirty="0">
                <a:solidFill>
                  <a:srgbClr val="7A3E9D"/>
                </a:solidFill>
                <a:latin typeface="+mj-lt"/>
              </a:rPr>
              <a:t>file</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448C27"/>
                </a:solidFill>
                <a:latin typeface="+mj-lt"/>
              </a:rPr>
              <a:t>r</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encoding</a:t>
            </a:r>
            <a:r>
              <a:rPr lang="en-US" altLang="zh-CN" dirty="0">
                <a:solidFill>
                  <a:srgbClr val="777777"/>
                </a:solidFill>
                <a:latin typeface="+mj-lt"/>
              </a:rPr>
              <a:t>='</a:t>
            </a:r>
            <a:r>
              <a:rPr lang="en-US" altLang="zh-CN" dirty="0">
                <a:solidFill>
                  <a:srgbClr val="448C27"/>
                </a:solidFill>
                <a:latin typeface="+mj-lt"/>
              </a:rPr>
              <a:t>utf-8</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4B69C6"/>
                </a:solidFill>
                <a:latin typeface="+mj-lt"/>
              </a:rPr>
              <a:t>as</a:t>
            </a:r>
            <a:r>
              <a:rPr lang="en-US" altLang="zh-CN" dirty="0">
                <a:solidFill>
                  <a:srgbClr val="333333"/>
                </a:solidFill>
                <a:latin typeface="+mj-lt"/>
              </a:rPr>
              <a:t> </a:t>
            </a:r>
            <a:r>
              <a:rPr lang="en-US" altLang="zh-CN" dirty="0">
                <a:solidFill>
                  <a:srgbClr val="7A3E9D"/>
                </a:solidFill>
                <a:latin typeface="+mj-lt"/>
              </a:rPr>
              <a:t>f</a:t>
            </a:r>
            <a:r>
              <a:rPr lang="en-US" altLang="zh-CN" dirty="0">
                <a:solidFill>
                  <a:srgbClr val="777777"/>
                </a:solidFill>
                <a:latin typeface="+mj-lt"/>
              </a:rPr>
              <a:t>:</a:t>
            </a:r>
            <a:endParaRPr lang="en-US" altLang="zh-CN" dirty="0">
              <a:solidFill>
                <a:srgbClr val="333333"/>
              </a:solidFill>
              <a:latin typeface="+mj-lt"/>
            </a:endParaRPr>
          </a:p>
          <a:p>
            <a:r>
              <a:rPr lang="en-US" altLang="zh-CN" dirty="0">
                <a:solidFill>
                  <a:srgbClr val="333333"/>
                </a:solidFill>
                <a:latin typeface="+mj-lt"/>
              </a:rPr>
              <a:t>        </a:t>
            </a:r>
            <a:r>
              <a:rPr lang="en-US" altLang="zh-CN" dirty="0">
                <a:solidFill>
                  <a:srgbClr val="4B69C6"/>
                </a:solidFill>
                <a:latin typeface="+mj-lt"/>
              </a:rPr>
              <a:t>for</a:t>
            </a:r>
            <a:r>
              <a:rPr lang="en-US" altLang="zh-CN" dirty="0">
                <a:solidFill>
                  <a:srgbClr val="333333"/>
                </a:solidFill>
                <a:latin typeface="+mj-lt"/>
              </a:rPr>
              <a:t> </a:t>
            </a:r>
            <a:r>
              <a:rPr lang="en-US" altLang="zh-CN" dirty="0">
                <a:solidFill>
                  <a:srgbClr val="7A3E9D"/>
                </a:solidFill>
                <a:latin typeface="+mj-lt"/>
              </a:rPr>
              <a:t>line</a:t>
            </a:r>
            <a:r>
              <a:rPr lang="en-US" altLang="zh-CN" dirty="0">
                <a:solidFill>
                  <a:srgbClr val="333333"/>
                </a:solidFill>
                <a:latin typeface="+mj-lt"/>
              </a:rPr>
              <a:t> </a:t>
            </a:r>
            <a:r>
              <a:rPr lang="en-US" altLang="zh-CN" b="1" dirty="0">
                <a:solidFill>
                  <a:srgbClr val="AA3731"/>
                </a:solidFill>
                <a:latin typeface="+mj-lt"/>
              </a:rPr>
              <a:t>in</a:t>
            </a:r>
            <a:r>
              <a:rPr lang="en-US" altLang="zh-CN" dirty="0">
                <a:solidFill>
                  <a:srgbClr val="333333"/>
                </a:solidFill>
                <a:latin typeface="+mj-lt"/>
              </a:rPr>
              <a:t> </a:t>
            </a:r>
            <a:r>
              <a:rPr lang="en-US" altLang="zh-CN" dirty="0">
                <a:solidFill>
                  <a:srgbClr val="7A3E9D"/>
                </a:solidFill>
                <a:latin typeface="+mj-lt"/>
              </a:rPr>
              <a:t>f</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对文件进行逐行遍历</a:t>
            </a:r>
            <a:endParaRPr lang="zh-CN" altLang="en-US" dirty="0">
              <a:solidFill>
                <a:srgbClr val="333333"/>
              </a:solidFill>
              <a:latin typeface="+mj-lt"/>
            </a:endParaRPr>
          </a:p>
          <a:p>
            <a:r>
              <a:rPr lang="zh-CN" altLang="en-US" dirty="0">
                <a:solidFill>
                  <a:srgbClr val="333333"/>
                </a:solidFill>
                <a:latin typeface="+mj-lt"/>
              </a:rPr>
              <a:t>            </a:t>
            </a:r>
            <a:r>
              <a:rPr lang="en-US" altLang="zh-CN" b="1" dirty="0">
                <a:solidFill>
                  <a:srgbClr val="AA3731"/>
                </a:solidFill>
                <a:latin typeface="+mj-lt"/>
              </a:rPr>
              <a:t>print</a:t>
            </a:r>
            <a:r>
              <a:rPr lang="en-US" altLang="zh-CN" dirty="0">
                <a:solidFill>
                  <a:srgbClr val="777777"/>
                </a:solidFill>
                <a:latin typeface="+mj-lt"/>
              </a:rPr>
              <a:t>(</a:t>
            </a:r>
            <a:r>
              <a:rPr lang="en-US" altLang="zh-CN" dirty="0" err="1">
                <a:solidFill>
                  <a:srgbClr val="7A3E9D"/>
                </a:solidFill>
                <a:latin typeface="+mj-lt"/>
              </a:rPr>
              <a:t>line</a:t>
            </a:r>
            <a:r>
              <a:rPr lang="en-US" altLang="zh-CN" dirty="0" err="1">
                <a:solidFill>
                  <a:srgbClr val="777777"/>
                </a:solidFill>
                <a:latin typeface="+mj-lt"/>
              </a:rPr>
              <a:t>.</a:t>
            </a:r>
            <a:r>
              <a:rPr lang="en-US" altLang="zh-CN" b="1" dirty="0" err="1">
                <a:solidFill>
                  <a:srgbClr val="AA3731"/>
                </a:solidFill>
                <a:latin typeface="+mj-lt"/>
              </a:rPr>
              <a:t>strip</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执行完此语句，离开缩进块，自动关闭文件</a:t>
            </a:r>
            <a:endParaRPr lang="zh-CN" altLang="en-US" dirty="0">
              <a:solidFill>
                <a:srgbClr val="333333"/>
              </a:solidFill>
              <a:latin typeface="+mj-lt"/>
            </a:endParaRPr>
          </a:p>
          <a:p>
            <a:endParaRPr lang="en-US" altLang="zh-CN" dirty="0">
              <a:solidFill>
                <a:srgbClr val="4B69C6"/>
              </a:solidFill>
              <a:latin typeface="+mj-lt"/>
            </a:endParaRPr>
          </a:p>
          <a:p>
            <a:r>
              <a:rPr lang="en-US" altLang="zh-CN" dirty="0">
                <a:solidFill>
                  <a:srgbClr val="4B69C6"/>
                </a:solidFill>
                <a:latin typeface="+mj-lt"/>
              </a:rPr>
              <a:t>if</a:t>
            </a:r>
            <a:r>
              <a:rPr lang="en-US" altLang="zh-CN" dirty="0">
                <a:solidFill>
                  <a:srgbClr val="333333"/>
                </a:solidFill>
                <a:latin typeface="+mj-lt"/>
              </a:rPr>
              <a:t> </a:t>
            </a:r>
            <a:r>
              <a:rPr lang="en-US" altLang="zh-CN" dirty="0">
                <a:solidFill>
                  <a:srgbClr val="7A3E9D"/>
                </a:solidFill>
                <a:latin typeface="+mj-lt"/>
              </a:rPr>
              <a:t>__name__</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448C27"/>
                </a:solidFill>
                <a:latin typeface="+mj-lt"/>
              </a:rPr>
              <a:t>__main__</a:t>
            </a:r>
            <a:r>
              <a:rPr lang="en-US" altLang="zh-CN" dirty="0">
                <a:solidFill>
                  <a:srgbClr val="777777"/>
                </a:solidFill>
                <a:latin typeface="+mj-lt"/>
              </a:rPr>
              <a:t>':</a:t>
            </a:r>
            <a:endParaRPr lang="en-US" altLang="zh-CN" dirty="0">
              <a:solidFill>
                <a:srgbClr val="333333"/>
              </a:solidFill>
              <a:latin typeface="+mj-lt"/>
            </a:endParaRPr>
          </a:p>
          <a:p>
            <a:r>
              <a:rPr lang="en-US" altLang="zh-CN" dirty="0">
                <a:solidFill>
                  <a:srgbClr val="333333"/>
                </a:solidFill>
                <a:latin typeface="+mj-lt"/>
              </a:rPr>
              <a:t>    </a:t>
            </a:r>
            <a:r>
              <a:rPr lang="en-US" altLang="zh-CN" dirty="0">
                <a:solidFill>
                  <a:srgbClr val="7A3E9D"/>
                </a:solidFill>
                <a:latin typeface="+mj-lt"/>
              </a:rPr>
              <a:t>filename</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zh-CN" altLang="en-US" dirty="0">
                <a:solidFill>
                  <a:srgbClr val="448C27"/>
                </a:solidFill>
                <a:latin typeface="+mj-lt"/>
              </a:rPr>
              <a:t>静夜思</a:t>
            </a:r>
            <a:r>
              <a:rPr lang="en-US" altLang="zh-CN" dirty="0">
                <a:solidFill>
                  <a:srgbClr val="448C27"/>
                </a:solidFill>
                <a:latin typeface="+mj-lt"/>
              </a:rPr>
              <a:t>.txt</a:t>
            </a:r>
            <a:r>
              <a:rPr lang="en-US" altLang="zh-CN" dirty="0">
                <a:solidFill>
                  <a:srgbClr val="777777"/>
                </a:solidFill>
                <a:latin typeface="+mj-lt"/>
              </a:rPr>
              <a:t>'</a:t>
            </a:r>
            <a:endParaRPr lang="en-US" altLang="zh-CN" dirty="0">
              <a:solidFill>
                <a:srgbClr val="333333"/>
              </a:solidFill>
              <a:latin typeface="+mj-lt"/>
            </a:endParaRPr>
          </a:p>
          <a:p>
            <a:r>
              <a:rPr lang="en-US" altLang="zh-CN" dirty="0">
                <a:solidFill>
                  <a:srgbClr val="333333"/>
                </a:solidFill>
                <a:latin typeface="+mj-lt"/>
              </a:rPr>
              <a:t>    </a:t>
            </a:r>
            <a:r>
              <a:rPr lang="en-US" altLang="zh-CN" b="1" dirty="0" err="1">
                <a:solidFill>
                  <a:srgbClr val="AA3731"/>
                </a:solidFill>
                <a:latin typeface="+mj-lt"/>
              </a:rPr>
              <a:t>open_file</a:t>
            </a:r>
            <a:r>
              <a:rPr lang="en-US" altLang="zh-CN" dirty="0">
                <a:solidFill>
                  <a:srgbClr val="777777"/>
                </a:solidFill>
                <a:latin typeface="+mj-lt"/>
              </a:rPr>
              <a:t>(</a:t>
            </a:r>
            <a:r>
              <a:rPr lang="en-US" altLang="zh-CN" dirty="0">
                <a:solidFill>
                  <a:srgbClr val="7A3E9D"/>
                </a:solidFill>
                <a:latin typeface="+mj-lt"/>
              </a:rPr>
              <a:t>filename</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调用 </a:t>
            </a:r>
            <a:r>
              <a:rPr lang="en-US" altLang="zh-CN" dirty="0" err="1">
                <a:solidFill>
                  <a:srgbClr val="AAAAAA"/>
                </a:solidFill>
                <a:latin typeface="+mj-lt"/>
              </a:rPr>
              <a:t>open_file</a:t>
            </a:r>
            <a:r>
              <a:rPr lang="en-US" altLang="zh-CN" dirty="0">
                <a:solidFill>
                  <a:srgbClr val="AAAAAA"/>
                </a:solidFill>
                <a:latin typeface="+mj-lt"/>
              </a:rPr>
              <a:t>() </a:t>
            </a:r>
            <a:r>
              <a:rPr lang="zh-CN" altLang="en-US" dirty="0">
                <a:solidFill>
                  <a:srgbClr val="AAAAAA"/>
                </a:solidFill>
                <a:latin typeface="+mj-lt"/>
              </a:rPr>
              <a:t>函数读取并输出文件内容</a:t>
            </a:r>
            <a:endParaRPr lang="zh-CN" altLang="en-US" dirty="0">
              <a:solidFill>
                <a:srgbClr val="333333"/>
              </a:solidFill>
              <a:latin typeface="+mj-lt"/>
            </a:endParaRPr>
          </a:p>
        </p:txBody>
      </p:sp>
      <p:sp>
        <p:nvSpPr>
          <p:cNvPr id="3" name="内容占位符 4"/>
          <p:cNvSpPr txBox="1"/>
          <p:nvPr/>
        </p:nvSpPr>
        <p:spPr>
          <a:xfrm>
            <a:off x="838200" y="1094789"/>
            <a:ext cx="10515600" cy="584775"/>
          </a:xfrm>
          <a:prstGeom prst="rect">
            <a:avLst/>
          </a:prstGeom>
          <a:noFill/>
          <a:ln>
            <a:noFill/>
          </a:ln>
          <a:effectLst/>
        </p:spPr>
        <p:txBody>
          <a:bodyPr vert="horz" lIns="91440" tIns="45720" rIns="91440" bIns="45720" rtlCol="0">
            <a:norm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457200" algn="l" defTabSz="914400" rtl="0" eaLnBrk="1" fontAlgn="auto" latinLnBrk="0" hangingPunct="1">
              <a:lnSpc>
                <a:spcPct val="150000"/>
              </a:lnSpc>
              <a:spcBef>
                <a:spcPts val="1000"/>
              </a:spcBef>
              <a:spcAft>
                <a:spcPts val="0"/>
              </a:spcAft>
              <a:buClrTx/>
              <a:buSzTx/>
              <a:buFont typeface="Arial" panose="020B0604020202090204" pitchFamily="34" charset="0"/>
              <a:buNone/>
              <a:defRPr/>
            </a:pPr>
            <a:r>
              <a:rPr kumimoji="0" lang="zh-CN" altLang="en-US"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将实例 </a:t>
            </a:r>
            <a:r>
              <a:rPr kumimoji="0" lang="en-US" altLang="zh-CN"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7.1 </a:t>
            </a:r>
            <a:r>
              <a:rPr kumimoji="0" lang="zh-CN" altLang="en-US"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的代码改写为使用上下文管理器实现，代码如下：</a:t>
            </a:r>
            <a:endParaRPr kumimoji="0" lang="zh-CN" altLang="en-US"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2"/>
          <p:cNvSpPr>
            <a:spLocks noGrp="1"/>
          </p:cNvSpPr>
          <p:nvPr>
            <p:ph type="title"/>
          </p:nvPr>
        </p:nvSpPr>
        <p:spPr/>
        <p:txBody>
          <a:bodyPr/>
          <a:lstStyle/>
          <a:p>
            <a:r>
              <a:rPr lang="zh-CN" altLang="en-US" dirty="0"/>
              <a:t>文件的读写操作</a:t>
            </a:r>
            <a:endParaRPr lang="zh-CN" altLang="en-US" dirty="0"/>
          </a:p>
        </p:txBody>
      </p:sp>
      <p:sp>
        <p:nvSpPr>
          <p:cNvPr id="11" name="内容占位符 10"/>
          <p:cNvSpPr>
            <a:spLocks noGrp="1"/>
          </p:cNvSpPr>
          <p:nvPr>
            <p:ph sz="quarter" idx="14"/>
          </p:nvPr>
        </p:nvSpPr>
        <p:spPr/>
        <p:txBody>
          <a:bodyPr/>
          <a:lstStyle/>
          <a:p>
            <a:r>
              <a:rPr lang="en-US" altLang="zh-CN" dirty="0"/>
              <a:t>7.1.4</a:t>
            </a:r>
            <a:endParaRPr lang="zh-CN" altLang="en-US" dirty="0"/>
          </a:p>
        </p:txBody>
      </p:sp>
      <p:sp>
        <p:nvSpPr>
          <p:cNvPr id="6" name="内容占位符 4"/>
          <p:cNvSpPr txBox="1"/>
          <p:nvPr/>
        </p:nvSpPr>
        <p:spPr>
          <a:xfrm>
            <a:off x="838200" y="1420007"/>
            <a:ext cx="10515600" cy="3279813"/>
          </a:xfrm>
          <a:prstGeom prst="rect">
            <a:avLst/>
          </a:prstGeom>
          <a:noFill/>
          <a:ln>
            <a:noFill/>
          </a:ln>
          <a:effectLst/>
        </p:spPr>
        <p:txBody>
          <a:bodyPr vert="horz" lIns="91440" tIns="45720" rIns="91440" bIns="45720" rtlCol="0">
            <a:norm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50000"/>
              </a:lnSpc>
              <a:defRPr/>
            </a:pPr>
            <a:r>
              <a:rPr kumimoji="0" lang="zh-CN" altLang="en-US"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文本文件和二进制文件的读写基本相同，其区别是文本文件的读写按照字符串方式，二进制文件的读写按照字节流的方式。为便于理解，本节以文本文件为例。</a:t>
            </a:r>
            <a:endParaRPr kumimoji="0" lang="en-US" altLang="zh-CN"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endParaRPr>
          </a:p>
          <a:p>
            <a:pPr>
              <a:lnSpc>
                <a:spcPct val="150000"/>
              </a:lnSpc>
              <a:defRPr/>
            </a:pPr>
            <a:r>
              <a:rPr kumimoji="0" lang="zh-CN" altLang="en-US"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文件对象提供了三个读取数据的方法： </a:t>
            </a:r>
            <a:r>
              <a:rPr kumimoji="0" lang="en-US" altLang="zh-CN" sz="24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read()</a:t>
            </a:r>
            <a:r>
              <a:rPr kumimoji="0" lang="zh-CN" altLang="en-US" sz="24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a:t>
            </a:r>
            <a:r>
              <a:rPr kumimoji="0" lang="en-US" altLang="zh-CN" sz="2400" b="1" i="0" u="none" strike="noStrike" kern="1200" cap="none" spc="0" normalizeH="0" baseline="0" noProof="0" dirty="0" err="1">
                <a:ln>
                  <a:noFill/>
                </a:ln>
                <a:solidFill>
                  <a:schemeClr val="accent2"/>
                </a:solidFill>
                <a:effectLst/>
                <a:uLnTx/>
                <a:uFillTx/>
                <a:latin typeface="微软雅黑" panose="020B0503020204020204" pitchFamily="34" charset="-122"/>
                <a:ea typeface="微软雅黑" panose="020B0503020204020204" pitchFamily="34" charset="-122"/>
                <a:cs typeface="+mn-cs"/>
              </a:rPr>
              <a:t>readline</a:t>
            </a:r>
            <a:r>
              <a:rPr kumimoji="0" lang="en-US" altLang="zh-CN" sz="24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 </a:t>
            </a:r>
            <a:r>
              <a:rPr kumimoji="0" lang="zh-CN" altLang="en-US" sz="24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和 </a:t>
            </a:r>
            <a:r>
              <a:rPr kumimoji="0" lang="en-US" altLang="zh-CN" sz="2400" b="1" i="0" u="none" strike="noStrike" kern="1200" cap="none" spc="0" normalizeH="0" baseline="0" noProof="0" dirty="0" err="1">
                <a:ln>
                  <a:noFill/>
                </a:ln>
                <a:solidFill>
                  <a:schemeClr val="accent2"/>
                </a:solidFill>
                <a:effectLst/>
                <a:uLnTx/>
                <a:uFillTx/>
                <a:latin typeface="微软雅黑" panose="020B0503020204020204" pitchFamily="34" charset="-122"/>
                <a:ea typeface="微软雅黑" panose="020B0503020204020204" pitchFamily="34" charset="-122"/>
                <a:cs typeface="+mn-cs"/>
              </a:rPr>
              <a:t>readlines</a:t>
            </a:r>
            <a:r>
              <a:rPr kumimoji="0" lang="en-US" altLang="zh-CN" sz="24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a:t>
            </a:r>
            <a:r>
              <a:rPr kumimoji="0" lang="zh-CN" altLang="en-US"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。每种方法可以接受一个参数以限制每次读取的数据量。</a:t>
            </a:r>
            <a:endParaRPr kumimoji="0" lang="zh-CN" altLang="en-US"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2"/>
          <p:cNvSpPr>
            <a:spLocks noGrp="1"/>
          </p:cNvSpPr>
          <p:nvPr>
            <p:ph type="title"/>
          </p:nvPr>
        </p:nvSpPr>
        <p:spPr/>
        <p:txBody>
          <a:bodyPr/>
          <a:lstStyle/>
          <a:p>
            <a:r>
              <a:rPr lang="zh-CN" altLang="en-US" dirty="0"/>
              <a:t>文件的读写操作</a:t>
            </a:r>
            <a:endParaRPr lang="zh-CN" altLang="en-US" dirty="0"/>
          </a:p>
        </p:txBody>
      </p:sp>
      <p:sp>
        <p:nvSpPr>
          <p:cNvPr id="11" name="内容占位符 10"/>
          <p:cNvSpPr>
            <a:spLocks noGrp="1"/>
          </p:cNvSpPr>
          <p:nvPr>
            <p:ph sz="quarter" idx="14"/>
          </p:nvPr>
        </p:nvSpPr>
        <p:spPr/>
        <p:txBody>
          <a:bodyPr/>
          <a:lstStyle/>
          <a:p>
            <a:r>
              <a:rPr lang="en-US" altLang="zh-CN" dirty="0"/>
              <a:t>7.1.4</a:t>
            </a:r>
            <a:endParaRPr lang="zh-CN" altLang="en-US" dirty="0"/>
          </a:p>
        </p:txBody>
      </p:sp>
      <p:sp>
        <p:nvSpPr>
          <p:cNvPr id="4" name="文本框 3"/>
          <p:cNvSpPr txBox="1"/>
          <p:nvPr/>
        </p:nvSpPr>
        <p:spPr>
          <a:xfrm>
            <a:off x="6095999" y="435042"/>
            <a:ext cx="5125022" cy="501932"/>
          </a:xfrm>
          <a:prstGeom prst="rect">
            <a:avLst/>
          </a:prstGeom>
          <a:noFill/>
        </p:spPr>
        <p:txBody>
          <a:bodyPr wrap="square">
            <a:spAutoFit/>
          </a:bodyPr>
          <a:lstStyle/>
          <a:p>
            <a:pPr algn="r">
              <a:lnSpc>
                <a:spcPct val="150000"/>
              </a:lnSpc>
              <a:defRPr/>
            </a:pP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文件读取方法</a:t>
            </a:r>
            <a:endParaRPr lang="zh-CN" altLang="en-US"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5" name="表格 4"/>
          <p:cNvGraphicFramePr>
            <a:graphicFrameLocks noGrp="1"/>
          </p:cNvGraphicFramePr>
          <p:nvPr/>
        </p:nvGraphicFramePr>
        <p:xfrm>
          <a:off x="319548" y="1019817"/>
          <a:ext cx="11552902" cy="5596989"/>
        </p:xfrm>
        <a:graphic>
          <a:graphicData uri="http://schemas.openxmlformats.org/drawingml/2006/table">
            <a:tbl>
              <a:tblPr firstRow="1" bandRow="1"/>
              <a:tblGrid>
                <a:gridCol w="2512142"/>
                <a:gridCol w="9040760"/>
              </a:tblGrid>
              <a:tr h="404738">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36195" indent="0" algn="ctr">
                        <a:lnSpc>
                          <a:spcPct val="120000"/>
                        </a:lnSpc>
                        <a:spcAft>
                          <a:spcPts val="0"/>
                        </a:spcAft>
                      </a:pPr>
                      <a:r>
                        <a:rPr lang="zh-CN" altLang="en-US" sz="2400" dirty="0">
                          <a:solidFill>
                            <a:schemeClr val="bg1"/>
                          </a:solidFill>
                          <a:effectLst/>
                          <a:latin typeface="+mj-lt"/>
                        </a:rPr>
                        <a:t>方法</a:t>
                      </a:r>
                      <a:endParaRPr lang="zh-CN" altLang="en-US" sz="2400" dirty="0">
                        <a:solidFill>
                          <a:schemeClr val="bg1"/>
                        </a:solidFill>
                        <a:effectLst/>
                        <a:latin typeface="+mj-lt"/>
                        <a:ea typeface="+mn-ea"/>
                        <a:cs typeface="Times New Roman" panose="02020603050405020304" pitchFamily="18" charset="0"/>
                      </a:endParaRPr>
                    </a:p>
                  </a:txBody>
                  <a:tcPr marL="9525" marR="9525" marT="9525" marB="9525" anchor="ctr">
                    <a:lnL>
                      <a:noFill/>
                    </a:lnL>
                    <a:lnR>
                      <a:noFill/>
                    </a:lnR>
                    <a:lnT w="25400" cmpd="sng">
                      <a:solidFill>
                        <a:sysClr val="windowText" lastClr="000000"/>
                      </a:solidFill>
                    </a:lnT>
                    <a:lnB w="25400" cmpd="sng">
                      <a:solidFill>
                        <a:sysClr val="windowText" lastClr="000000"/>
                      </a:solidFill>
                    </a:lnB>
                    <a:lnTlToBr w="12700" cmpd="sng">
                      <a:noFill/>
                      <a:prstDash val="solid"/>
                    </a:lnTlToBr>
                    <a:lnBlToTr w="12700" cmpd="sng">
                      <a:noFill/>
                      <a:prstDash val="solid"/>
                    </a:lnBlToTr>
                    <a:solidFill>
                      <a:srgbClr val="4874CB"/>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36195" indent="0" algn="ctr">
                        <a:lnSpc>
                          <a:spcPct val="120000"/>
                        </a:lnSpc>
                        <a:spcAft>
                          <a:spcPts val="0"/>
                        </a:spcAft>
                      </a:pPr>
                      <a:r>
                        <a:rPr lang="zh-CN" altLang="en-US" sz="2400" dirty="0">
                          <a:solidFill>
                            <a:schemeClr val="bg1"/>
                          </a:solidFill>
                          <a:effectLst/>
                          <a:latin typeface="+mj-lt"/>
                        </a:rPr>
                        <a:t>描述</a:t>
                      </a:r>
                      <a:endParaRPr lang="zh-CN" altLang="en-US" sz="2400" dirty="0">
                        <a:solidFill>
                          <a:schemeClr val="bg1"/>
                        </a:solidFill>
                        <a:effectLst/>
                        <a:latin typeface="+mj-lt"/>
                        <a:ea typeface="+mn-ea"/>
                        <a:cs typeface="Times New Roman" panose="02020603050405020304" pitchFamily="18" charset="0"/>
                      </a:endParaRPr>
                    </a:p>
                  </a:txBody>
                  <a:tcPr marL="9525" marR="9525" marT="9525" marB="9525" anchor="ctr">
                    <a:lnL>
                      <a:noFill/>
                    </a:lnL>
                    <a:lnR>
                      <a:noFill/>
                    </a:lnR>
                    <a:lnT w="25400" cmpd="sng">
                      <a:solidFill>
                        <a:sysClr val="windowText" lastClr="000000"/>
                      </a:solidFill>
                    </a:lnT>
                    <a:lnB w="25400" cmpd="sng">
                      <a:solidFill>
                        <a:sysClr val="windowText" lastClr="000000"/>
                      </a:solidFill>
                    </a:lnB>
                    <a:lnTlToBr w="12700" cmpd="sng">
                      <a:noFill/>
                      <a:prstDash val="solid"/>
                    </a:lnTlToBr>
                    <a:lnBlToTr w="12700" cmpd="sng">
                      <a:noFill/>
                      <a:prstDash val="solid"/>
                    </a:lnBlToTr>
                    <a:solidFill>
                      <a:srgbClr val="4874CB"/>
                    </a:solidFill>
                  </a:tcPr>
                </a:tc>
              </a:tr>
              <a:tr h="798164">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36195" indent="0">
                        <a:lnSpc>
                          <a:spcPct val="120000"/>
                        </a:lnSpc>
                        <a:spcAft>
                          <a:spcPts val="0"/>
                        </a:spcAft>
                      </a:pPr>
                      <a:r>
                        <a:rPr lang="en-US" sz="2000" dirty="0">
                          <a:solidFill>
                            <a:srgbClr val="EE822F"/>
                          </a:solidFill>
                          <a:effectLst/>
                          <a:latin typeface="+mj-lt"/>
                        </a:rPr>
                        <a:t>read</a:t>
                      </a:r>
                      <a:r>
                        <a:rPr lang="en-US" sz="2000" dirty="0">
                          <a:solidFill>
                            <a:srgbClr val="7102FF"/>
                          </a:solidFill>
                          <a:effectLst/>
                          <a:latin typeface="+mj-lt"/>
                        </a:rPr>
                        <a:t>(</a:t>
                      </a:r>
                      <a:r>
                        <a:rPr lang="en-US" sz="2000" dirty="0">
                          <a:solidFill>
                            <a:srgbClr val="000000"/>
                          </a:solidFill>
                          <a:effectLst/>
                          <a:latin typeface="+mj-lt"/>
                        </a:rPr>
                        <a:t>size</a:t>
                      </a:r>
                      <a:r>
                        <a:rPr lang="en-US" sz="2000" dirty="0">
                          <a:solidFill>
                            <a:srgbClr val="7102FF"/>
                          </a:solidFill>
                          <a:effectLst/>
                          <a:latin typeface="+mj-lt"/>
                        </a:rPr>
                        <a:t>)</a:t>
                      </a:r>
                      <a:endParaRPr lang="en-US" sz="2000" dirty="0">
                        <a:solidFill>
                          <a:srgbClr val="7102FF"/>
                        </a:solidFill>
                        <a:effectLst/>
                        <a:latin typeface="+mj-lt"/>
                        <a:ea typeface="+mn-ea"/>
                        <a:cs typeface="Times New Roman" panose="02020603050405020304" pitchFamily="18" charset="0"/>
                      </a:endParaRPr>
                    </a:p>
                  </a:txBody>
                  <a:tcPr marL="9525" marR="9525" marT="9525" marB="9525" anchor="ctr">
                    <a:lnL>
                      <a:noFill/>
                    </a:lnL>
                    <a:lnR>
                      <a:noFill/>
                    </a:lnR>
                    <a:lnT w="25400" cmpd="sng">
                      <a:solidFill>
                        <a:sysClr val="windowText" lastClr="000000"/>
                      </a:solidFill>
                    </a:lnT>
                    <a:lnB w="12700" cap="flat" cmpd="sng" algn="ctr">
                      <a:solidFill>
                        <a:sysClr val="windowText" lastClr="000000"/>
                      </a:solidFill>
                      <a:prstDash val="dash"/>
                      <a:round/>
                      <a:headEnd type="none" w="med" len="med"/>
                      <a:tailEnd type="none" w="med" len="med"/>
                    </a:lnB>
                    <a:lnTlToBr w="12700" cmpd="sng">
                      <a:noFill/>
                      <a:prstDash val="solid"/>
                    </a:lnTlToBr>
                    <a:lnBlToTr w="12700" cmpd="sng">
                      <a:noFill/>
                      <a:prstDash val="solid"/>
                    </a:lnBlToTr>
                    <a:solidFill>
                      <a:sysClr val="windowText" lastClr="000000">
                        <a:tint val="20000"/>
                      </a:sys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36195" indent="0">
                        <a:lnSpc>
                          <a:spcPct val="120000"/>
                        </a:lnSpc>
                        <a:spcAft>
                          <a:spcPts val="0"/>
                        </a:spcAft>
                      </a:pPr>
                      <a:r>
                        <a:rPr lang="zh-CN" altLang="en-US" sz="2000" dirty="0">
                          <a:solidFill>
                            <a:schemeClr val="tx1"/>
                          </a:solidFill>
                          <a:effectLst/>
                          <a:latin typeface="+mj-lt"/>
                        </a:rPr>
                        <a:t>无参数或参数为 </a:t>
                      </a:r>
                      <a:r>
                        <a:rPr lang="en-US" altLang="zh-CN" sz="2000" dirty="0">
                          <a:solidFill>
                            <a:schemeClr val="tx1"/>
                          </a:solidFill>
                          <a:effectLst/>
                          <a:latin typeface="+mj-lt"/>
                        </a:rPr>
                        <a:t>-1 </a:t>
                      </a:r>
                      <a:r>
                        <a:rPr lang="zh-CN" altLang="en-US" sz="2000" dirty="0">
                          <a:solidFill>
                            <a:schemeClr val="tx1"/>
                          </a:solidFill>
                          <a:effectLst/>
                          <a:latin typeface="+mj-lt"/>
                        </a:rPr>
                        <a:t>时，</a:t>
                      </a:r>
                      <a:r>
                        <a:rPr lang="zh-CN" altLang="en-US" sz="2000" dirty="0">
                          <a:solidFill>
                            <a:srgbClr val="EE822F"/>
                          </a:solidFill>
                          <a:effectLst/>
                          <a:latin typeface="+mj-lt"/>
                        </a:rPr>
                        <a:t>读取全部</a:t>
                      </a:r>
                      <a:r>
                        <a:rPr lang="zh-CN" altLang="en-US" sz="2000" dirty="0">
                          <a:solidFill>
                            <a:srgbClr val="000000"/>
                          </a:solidFill>
                          <a:effectLst/>
                          <a:latin typeface="+mj-lt"/>
                        </a:rPr>
                        <a:t>文件</a:t>
                      </a:r>
                      <a:r>
                        <a:rPr lang="zh-CN" altLang="en-US" sz="2000" dirty="0">
                          <a:solidFill>
                            <a:srgbClr val="EE822F"/>
                          </a:solidFill>
                          <a:effectLst/>
                          <a:latin typeface="+mj-lt"/>
                        </a:rPr>
                        <a:t>内容</a:t>
                      </a:r>
                      <a:r>
                        <a:rPr lang="zh-CN" altLang="en-US" sz="2000" dirty="0">
                          <a:solidFill>
                            <a:srgbClr val="000000"/>
                          </a:solidFill>
                          <a:effectLst/>
                          <a:latin typeface="+mj-lt"/>
                        </a:rPr>
                        <a:t>；当</a:t>
                      </a:r>
                      <a:r>
                        <a:rPr lang="zh-CN" altLang="en-US" sz="2000" dirty="0">
                          <a:solidFill>
                            <a:schemeClr val="tx1"/>
                          </a:solidFill>
                          <a:effectLst/>
                          <a:latin typeface="+mj-lt"/>
                        </a:rPr>
                        <a:t>参数 </a:t>
                      </a:r>
                      <a:r>
                        <a:rPr lang="en-US" altLang="zh-CN" sz="2000" dirty="0">
                          <a:solidFill>
                            <a:schemeClr val="tx1"/>
                          </a:solidFill>
                          <a:effectLst/>
                          <a:latin typeface="+mj-lt"/>
                        </a:rPr>
                        <a:t>size </a:t>
                      </a:r>
                      <a:r>
                        <a:rPr lang="zh-CN" altLang="en-US" sz="2000" dirty="0">
                          <a:solidFill>
                            <a:schemeClr val="tx1"/>
                          </a:solidFill>
                          <a:effectLst/>
                          <a:latin typeface="+mj-lt"/>
                        </a:rPr>
                        <a:t>为大于或等于 </a:t>
                      </a:r>
                      <a:r>
                        <a:rPr lang="en-US" altLang="zh-CN" sz="2000" dirty="0">
                          <a:solidFill>
                            <a:schemeClr val="tx1"/>
                          </a:solidFill>
                          <a:effectLst/>
                          <a:latin typeface="+mj-lt"/>
                        </a:rPr>
                        <a:t>0 </a:t>
                      </a:r>
                      <a:r>
                        <a:rPr lang="zh-CN" altLang="en-US" sz="2000" dirty="0">
                          <a:solidFill>
                            <a:schemeClr val="tx1"/>
                          </a:solidFill>
                          <a:effectLst/>
                          <a:latin typeface="+mj-lt"/>
                        </a:rPr>
                        <a:t>的整数时，</a:t>
                      </a:r>
                      <a:r>
                        <a:rPr lang="zh-CN" altLang="en-US" sz="2000" dirty="0">
                          <a:solidFill>
                            <a:srgbClr val="EE822F"/>
                          </a:solidFill>
                          <a:effectLst/>
                          <a:latin typeface="+mj-lt"/>
                        </a:rPr>
                        <a:t>读取 </a:t>
                      </a:r>
                      <a:r>
                        <a:rPr lang="en-US" altLang="zh-CN" sz="2000" dirty="0">
                          <a:solidFill>
                            <a:srgbClr val="EE822F"/>
                          </a:solidFill>
                          <a:effectLst/>
                          <a:latin typeface="+mj-lt"/>
                        </a:rPr>
                        <a:t>size </a:t>
                      </a:r>
                      <a:r>
                        <a:rPr lang="zh-CN" altLang="en-US" sz="2000" dirty="0">
                          <a:solidFill>
                            <a:srgbClr val="EE822F"/>
                          </a:solidFill>
                          <a:effectLst/>
                          <a:latin typeface="+mj-lt"/>
                        </a:rPr>
                        <a:t>个字符</a:t>
                      </a:r>
                      <a:r>
                        <a:rPr lang="zh-CN" altLang="en-US" sz="2000" dirty="0">
                          <a:solidFill>
                            <a:srgbClr val="000000"/>
                          </a:solidFill>
                          <a:effectLst/>
                          <a:latin typeface="+mj-lt"/>
                        </a:rPr>
                        <a:t>。</a:t>
                      </a:r>
                      <a:endParaRPr lang="zh-CN" altLang="en-US" sz="2000" dirty="0">
                        <a:effectLst/>
                        <a:latin typeface="+mj-lt"/>
                        <a:ea typeface="+mn-ea"/>
                        <a:cs typeface="Times New Roman" panose="02020603050405020304" pitchFamily="18" charset="0"/>
                      </a:endParaRPr>
                    </a:p>
                  </a:txBody>
                  <a:tcPr marL="9525" marR="9525" marT="9525" marB="9525" anchor="ctr">
                    <a:lnL>
                      <a:noFill/>
                    </a:lnL>
                    <a:lnR>
                      <a:noFill/>
                    </a:lnR>
                    <a:lnT w="25400" cmpd="sng">
                      <a:solidFill>
                        <a:sysClr val="windowText" lastClr="000000"/>
                      </a:solidFill>
                    </a:lnT>
                    <a:lnB w="12700" cap="flat" cmpd="sng" algn="ctr">
                      <a:solidFill>
                        <a:sysClr val="windowText" lastClr="000000"/>
                      </a:solidFill>
                      <a:prstDash val="dash"/>
                      <a:round/>
                      <a:headEnd type="none" w="med" len="med"/>
                      <a:tailEnd type="none" w="med" len="med"/>
                    </a:lnB>
                    <a:lnTlToBr w="12700" cmpd="sng">
                      <a:noFill/>
                      <a:prstDash val="solid"/>
                    </a:lnTlToBr>
                    <a:lnBlToTr w="12700" cmpd="sng">
                      <a:noFill/>
                      <a:prstDash val="solid"/>
                    </a:lnBlToTr>
                    <a:solidFill>
                      <a:sysClr val="windowText" lastClr="000000">
                        <a:tint val="20000"/>
                      </a:sysClr>
                    </a:solidFill>
                  </a:tcPr>
                </a:tc>
              </a:tr>
              <a:tr h="94948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36195" indent="0">
                        <a:lnSpc>
                          <a:spcPct val="120000"/>
                        </a:lnSpc>
                        <a:spcAft>
                          <a:spcPts val="0"/>
                        </a:spcAft>
                      </a:pPr>
                      <a:r>
                        <a:rPr lang="en-US" sz="2000" dirty="0" err="1">
                          <a:solidFill>
                            <a:srgbClr val="EE822F"/>
                          </a:solidFill>
                          <a:effectLst/>
                          <a:latin typeface="+mj-lt"/>
                        </a:rPr>
                        <a:t>readline</a:t>
                      </a:r>
                      <a:r>
                        <a:rPr lang="en-US" sz="2000" dirty="0">
                          <a:solidFill>
                            <a:srgbClr val="7102FF"/>
                          </a:solidFill>
                          <a:effectLst/>
                          <a:latin typeface="+mj-lt"/>
                        </a:rPr>
                        <a:t>(</a:t>
                      </a:r>
                      <a:r>
                        <a:rPr lang="en-US" sz="2000" dirty="0">
                          <a:solidFill>
                            <a:srgbClr val="000000"/>
                          </a:solidFill>
                          <a:effectLst/>
                          <a:latin typeface="+mj-lt"/>
                        </a:rPr>
                        <a:t>size</a:t>
                      </a:r>
                      <a:r>
                        <a:rPr lang="en-US" sz="2000" dirty="0">
                          <a:solidFill>
                            <a:srgbClr val="7102FF"/>
                          </a:solidFill>
                          <a:effectLst/>
                          <a:latin typeface="+mj-lt"/>
                        </a:rPr>
                        <a:t>)</a:t>
                      </a:r>
                      <a:endParaRPr lang="en-US" sz="2000" dirty="0">
                        <a:solidFill>
                          <a:srgbClr val="7102FF"/>
                        </a:solidFill>
                        <a:effectLst/>
                        <a:latin typeface="+mj-lt"/>
                        <a:ea typeface="+mn-ea"/>
                        <a:cs typeface="Times New Roman" panose="02020603050405020304" pitchFamily="18" charset="0"/>
                      </a:endParaRPr>
                    </a:p>
                  </a:txBody>
                  <a:tcPr marL="9525" marR="9525" marT="9525" marB="9525" anchor="ctr">
                    <a:lnL>
                      <a:noFill/>
                    </a:lnL>
                    <a:lnR>
                      <a:noFill/>
                    </a:lnR>
                    <a:lnT w="12700" cap="flat" cmpd="sng" algn="ctr">
                      <a:solidFill>
                        <a:sysClr val="windowText" lastClr="000000"/>
                      </a:solidFill>
                      <a:prstDash val="dash"/>
                      <a:round/>
                      <a:headEnd type="none" w="med" len="med"/>
                      <a:tailEnd type="none" w="med" len="med"/>
                    </a:lnT>
                    <a:lnB w="12700" cap="flat" cmpd="sng" algn="ctr">
                      <a:solidFill>
                        <a:sysClr val="windowText" lastClr="000000"/>
                      </a:solidFill>
                      <a:prstDash val="dash"/>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36195" indent="0">
                        <a:lnSpc>
                          <a:spcPct val="120000"/>
                        </a:lnSpc>
                        <a:spcAft>
                          <a:spcPts val="0"/>
                        </a:spcAft>
                      </a:pPr>
                      <a:r>
                        <a:rPr lang="zh-CN" altLang="en-US" sz="2000" dirty="0">
                          <a:solidFill>
                            <a:srgbClr val="000000"/>
                          </a:solidFill>
                          <a:effectLst/>
                          <a:latin typeface="+mj-lt"/>
                        </a:rPr>
                        <a:t>无参数或参数为 </a:t>
                      </a:r>
                      <a:r>
                        <a:rPr lang="en-US" altLang="zh-CN" sz="2000" dirty="0">
                          <a:solidFill>
                            <a:srgbClr val="000000"/>
                          </a:solidFill>
                          <a:effectLst/>
                          <a:latin typeface="+mj-lt"/>
                        </a:rPr>
                        <a:t>-1 </a:t>
                      </a:r>
                      <a:r>
                        <a:rPr lang="zh-CN" altLang="en-US" sz="2000" dirty="0">
                          <a:solidFill>
                            <a:srgbClr val="000000"/>
                          </a:solidFill>
                          <a:effectLst/>
                          <a:latin typeface="+mj-lt"/>
                        </a:rPr>
                        <a:t>时，读取并返回文件对象中的</a:t>
                      </a:r>
                      <a:r>
                        <a:rPr lang="zh-CN" altLang="en-US" sz="2000" dirty="0">
                          <a:solidFill>
                            <a:srgbClr val="EE822F"/>
                          </a:solidFill>
                          <a:effectLst/>
                          <a:latin typeface="+mj-lt"/>
                        </a:rPr>
                        <a:t>一行数据</a:t>
                      </a:r>
                      <a:r>
                        <a:rPr lang="zh-CN" altLang="en-US" sz="2000" dirty="0">
                          <a:solidFill>
                            <a:srgbClr val="000000"/>
                          </a:solidFill>
                          <a:effectLst/>
                          <a:latin typeface="+mj-lt"/>
                        </a:rPr>
                        <a:t>，包括行末结尾标记 </a:t>
                      </a:r>
                      <a:r>
                        <a:rPr lang="en-US" altLang="zh-CN" sz="2000" dirty="0">
                          <a:solidFill>
                            <a:srgbClr val="000000"/>
                          </a:solidFill>
                          <a:effectLst/>
                          <a:latin typeface="+mj-lt"/>
                        </a:rPr>
                        <a:t>'\n'</a:t>
                      </a:r>
                      <a:r>
                        <a:rPr lang="zh-CN" altLang="en-US" sz="2000" dirty="0">
                          <a:solidFill>
                            <a:srgbClr val="000000"/>
                          </a:solidFill>
                          <a:effectLst/>
                          <a:latin typeface="+mj-lt"/>
                        </a:rPr>
                        <a:t>，字符串类型。当参数 </a:t>
                      </a:r>
                      <a:r>
                        <a:rPr lang="en-US" altLang="zh-CN" sz="2000" dirty="0">
                          <a:solidFill>
                            <a:srgbClr val="000000"/>
                          </a:solidFill>
                          <a:effectLst/>
                          <a:latin typeface="+mj-lt"/>
                        </a:rPr>
                        <a:t>size </a:t>
                      </a:r>
                      <a:r>
                        <a:rPr lang="zh-CN" altLang="en-US" sz="2000" dirty="0">
                          <a:solidFill>
                            <a:srgbClr val="000000"/>
                          </a:solidFill>
                          <a:effectLst/>
                          <a:latin typeface="+mj-lt"/>
                        </a:rPr>
                        <a:t>为大于或等于 </a:t>
                      </a:r>
                      <a:r>
                        <a:rPr lang="en-US" altLang="zh-CN" sz="2000" dirty="0">
                          <a:solidFill>
                            <a:srgbClr val="000000"/>
                          </a:solidFill>
                          <a:effectLst/>
                          <a:latin typeface="+mj-lt"/>
                        </a:rPr>
                        <a:t>0 </a:t>
                      </a:r>
                      <a:r>
                        <a:rPr lang="zh-CN" altLang="en-US" sz="2000" dirty="0">
                          <a:solidFill>
                            <a:srgbClr val="000000"/>
                          </a:solidFill>
                          <a:effectLst/>
                          <a:latin typeface="+mj-lt"/>
                        </a:rPr>
                        <a:t>的整数时，最多返回</a:t>
                      </a:r>
                      <a:r>
                        <a:rPr lang="zh-CN" altLang="en-US" sz="2000" dirty="0">
                          <a:solidFill>
                            <a:srgbClr val="EE822F"/>
                          </a:solidFill>
                          <a:effectLst/>
                          <a:latin typeface="+mj-lt"/>
                        </a:rPr>
                        <a:t>当前行的前 </a:t>
                      </a:r>
                      <a:r>
                        <a:rPr lang="en-US" altLang="zh-CN" sz="2000" dirty="0">
                          <a:solidFill>
                            <a:srgbClr val="EE822F"/>
                          </a:solidFill>
                          <a:effectLst/>
                          <a:latin typeface="+mj-lt"/>
                        </a:rPr>
                        <a:t>size </a:t>
                      </a:r>
                      <a:r>
                        <a:rPr lang="zh-CN" altLang="en-US" sz="2000" dirty="0">
                          <a:solidFill>
                            <a:srgbClr val="EE822F"/>
                          </a:solidFill>
                          <a:effectLst/>
                          <a:latin typeface="+mj-lt"/>
                        </a:rPr>
                        <a:t>个字符</a:t>
                      </a:r>
                      <a:r>
                        <a:rPr lang="zh-CN" altLang="en-US" sz="2000" dirty="0">
                          <a:solidFill>
                            <a:srgbClr val="000000"/>
                          </a:solidFill>
                          <a:effectLst/>
                          <a:latin typeface="+mj-lt"/>
                        </a:rPr>
                        <a:t>。</a:t>
                      </a:r>
                      <a:endParaRPr lang="zh-CN" altLang="en-US" sz="2000" dirty="0">
                        <a:effectLst/>
                        <a:latin typeface="+mj-lt"/>
                        <a:ea typeface="+mn-ea"/>
                        <a:cs typeface="Times New Roman" panose="02020603050405020304" pitchFamily="18" charset="0"/>
                      </a:endParaRPr>
                    </a:p>
                  </a:txBody>
                  <a:tcPr marL="9525" marR="9525" marT="9525" marB="9525" anchor="ctr">
                    <a:lnL>
                      <a:noFill/>
                    </a:lnL>
                    <a:lnR>
                      <a:noFill/>
                    </a:lnR>
                    <a:lnT w="12700" cap="flat" cmpd="sng" algn="ctr">
                      <a:solidFill>
                        <a:sysClr val="windowText" lastClr="000000"/>
                      </a:solidFill>
                      <a:prstDash val="dash"/>
                      <a:round/>
                      <a:headEnd type="none" w="med" len="med"/>
                      <a:tailEnd type="none" w="med" len="med"/>
                    </a:lnT>
                    <a:lnB w="12700" cap="flat" cmpd="sng" algn="ctr">
                      <a:solidFill>
                        <a:sysClr val="windowText" lastClr="000000"/>
                      </a:solidFill>
                      <a:prstDash val="dash"/>
                      <a:round/>
                      <a:headEnd type="none" w="med" len="med"/>
                      <a:tailEnd type="none" w="med" len="med"/>
                    </a:lnB>
                    <a:lnTlToBr w="12700" cmpd="sng">
                      <a:noFill/>
                      <a:prstDash val="solid"/>
                    </a:lnTlToBr>
                    <a:lnBlToTr w="12700" cmpd="sng">
                      <a:noFill/>
                      <a:prstDash val="solid"/>
                    </a:lnBlToTr>
                    <a:solidFill>
                      <a:sysClr val="window" lastClr="FFFFFF"/>
                    </a:solidFill>
                  </a:tcPr>
                </a:tc>
              </a:tr>
              <a:tr h="1200951">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36195" indent="0">
                        <a:lnSpc>
                          <a:spcPct val="120000"/>
                        </a:lnSpc>
                        <a:spcAft>
                          <a:spcPts val="0"/>
                        </a:spcAft>
                      </a:pPr>
                      <a:r>
                        <a:rPr lang="en-US" sz="2000" dirty="0" err="1">
                          <a:solidFill>
                            <a:srgbClr val="EE822F"/>
                          </a:solidFill>
                          <a:effectLst/>
                          <a:latin typeface="+mj-lt"/>
                        </a:rPr>
                        <a:t>readlines</a:t>
                      </a:r>
                      <a:r>
                        <a:rPr lang="en-US" sz="2000" dirty="0">
                          <a:solidFill>
                            <a:srgbClr val="7102FF"/>
                          </a:solidFill>
                          <a:effectLst/>
                          <a:latin typeface="+mj-lt"/>
                        </a:rPr>
                        <a:t>(</a:t>
                      </a:r>
                      <a:r>
                        <a:rPr lang="en-US" sz="2000" dirty="0">
                          <a:solidFill>
                            <a:srgbClr val="000000"/>
                          </a:solidFill>
                          <a:effectLst/>
                          <a:latin typeface="+mj-lt"/>
                        </a:rPr>
                        <a:t>hint</a:t>
                      </a:r>
                      <a:r>
                        <a:rPr lang="en-US" sz="2000" dirty="0">
                          <a:solidFill>
                            <a:srgbClr val="7102FF"/>
                          </a:solidFill>
                          <a:effectLst/>
                          <a:latin typeface="+mj-lt"/>
                        </a:rPr>
                        <a:t>)</a:t>
                      </a:r>
                      <a:endParaRPr lang="en-US" sz="2000" dirty="0">
                        <a:solidFill>
                          <a:srgbClr val="7102FF"/>
                        </a:solidFill>
                        <a:effectLst/>
                        <a:latin typeface="+mj-lt"/>
                        <a:ea typeface="+mn-ea"/>
                        <a:cs typeface="Times New Roman" panose="02020603050405020304" pitchFamily="18" charset="0"/>
                      </a:endParaRPr>
                    </a:p>
                  </a:txBody>
                  <a:tcPr marL="9525" marR="9525" marT="9525" marB="9525" anchor="ctr">
                    <a:lnL>
                      <a:noFill/>
                    </a:lnL>
                    <a:lnR>
                      <a:noFill/>
                    </a:lnR>
                    <a:lnT w="12700" cap="flat" cmpd="sng" algn="ctr">
                      <a:solidFill>
                        <a:sysClr val="windowText" lastClr="000000"/>
                      </a:solidFill>
                      <a:prstDash val="dash"/>
                      <a:round/>
                      <a:headEnd type="none" w="med" len="med"/>
                      <a:tailEnd type="none" w="med" len="med"/>
                    </a:lnT>
                    <a:lnB w="12700" cap="flat" cmpd="sng" algn="ctr">
                      <a:solidFill>
                        <a:sysClr val="windowText" lastClr="000000"/>
                      </a:solidFill>
                      <a:prstDash val="dash"/>
                      <a:round/>
                      <a:headEnd type="none" w="med" len="med"/>
                      <a:tailEnd type="none" w="med" len="med"/>
                    </a:lnB>
                    <a:lnTlToBr w="12700" cmpd="sng">
                      <a:noFill/>
                      <a:prstDash val="solid"/>
                    </a:lnTlToBr>
                    <a:lnBlToTr w="12700" cmpd="sng">
                      <a:noFill/>
                      <a:prstDash val="solid"/>
                    </a:lnBlToTr>
                    <a:solidFill>
                      <a:sysClr val="windowText" lastClr="000000">
                        <a:tint val="20000"/>
                      </a:sys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36195" indent="0">
                        <a:lnSpc>
                          <a:spcPct val="120000"/>
                        </a:lnSpc>
                        <a:spcAft>
                          <a:spcPts val="0"/>
                        </a:spcAft>
                      </a:pPr>
                      <a:r>
                        <a:rPr lang="zh-CN" altLang="en-US" sz="2000" dirty="0">
                          <a:solidFill>
                            <a:srgbClr val="000000"/>
                          </a:solidFill>
                          <a:effectLst/>
                          <a:latin typeface="+mj-lt"/>
                        </a:rPr>
                        <a:t>无参数时，读取文件全部数据，返回一个</a:t>
                      </a:r>
                      <a:r>
                        <a:rPr lang="zh-CN" altLang="en-US" sz="2000" dirty="0">
                          <a:solidFill>
                            <a:srgbClr val="EE822F"/>
                          </a:solidFill>
                          <a:effectLst/>
                          <a:latin typeface="+mj-lt"/>
                        </a:rPr>
                        <a:t>列表</a:t>
                      </a:r>
                      <a:r>
                        <a:rPr lang="zh-CN" altLang="en-US" sz="2000" dirty="0">
                          <a:solidFill>
                            <a:srgbClr val="000000"/>
                          </a:solidFill>
                          <a:effectLst/>
                          <a:latin typeface="+mj-lt"/>
                        </a:rPr>
                        <a:t>，列表中</a:t>
                      </a:r>
                      <a:r>
                        <a:rPr lang="zh-CN" altLang="en-US" sz="2000" dirty="0">
                          <a:solidFill>
                            <a:srgbClr val="EE822F"/>
                          </a:solidFill>
                          <a:effectLst/>
                          <a:latin typeface="+mj-lt"/>
                        </a:rPr>
                        <a:t>每个元素</a:t>
                      </a:r>
                      <a:r>
                        <a:rPr lang="zh-CN" altLang="en-US" sz="2000" dirty="0">
                          <a:solidFill>
                            <a:srgbClr val="000000"/>
                          </a:solidFill>
                          <a:effectLst/>
                          <a:latin typeface="+mj-lt"/>
                        </a:rPr>
                        <a:t>是文件对象中的</a:t>
                      </a:r>
                      <a:r>
                        <a:rPr lang="zh-CN" altLang="en-US" sz="2000" dirty="0">
                          <a:solidFill>
                            <a:srgbClr val="EE822F"/>
                          </a:solidFill>
                          <a:effectLst/>
                          <a:latin typeface="+mj-lt"/>
                        </a:rPr>
                        <a:t>一行数据</a:t>
                      </a:r>
                      <a:r>
                        <a:rPr lang="zh-CN" altLang="en-US" sz="2000" dirty="0">
                          <a:solidFill>
                            <a:srgbClr val="000000"/>
                          </a:solidFill>
                          <a:effectLst/>
                          <a:latin typeface="+mj-lt"/>
                        </a:rPr>
                        <a:t>，包括行末的换行符 </a:t>
                      </a:r>
                      <a:r>
                        <a:rPr lang="en-US" altLang="zh-CN" sz="2000" dirty="0">
                          <a:solidFill>
                            <a:srgbClr val="000000"/>
                          </a:solidFill>
                          <a:effectLst/>
                          <a:latin typeface="+mj-lt"/>
                        </a:rPr>
                        <a:t>'\n'</a:t>
                      </a:r>
                      <a:r>
                        <a:rPr lang="zh-CN" altLang="en-US" sz="2000" dirty="0">
                          <a:solidFill>
                            <a:srgbClr val="000000"/>
                          </a:solidFill>
                          <a:effectLst/>
                          <a:latin typeface="+mj-lt"/>
                        </a:rPr>
                        <a:t>。 当参数 </a:t>
                      </a:r>
                      <a:r>
                        <a:rPr lang="en-US" altLang="zh-CN" sz="2000" dirty="0">
                          <a:solidFill>
                            <a:srgbClr val="000000"/>
                          </a:solidFill>
                          <a:effectLst/>
                          <a:latin typeface="+mj-lt"/>
                        </a:rPr>
                        <a:t>hint </a:t>
                      </a:r>
                      <a:r>
                        <a:rPr lang="zh-CN" altLang="en-US" sz="2000" dirty="0">
                          <a:solidFill>
                            <a:srgbClr val="000000"/>
                          </a:solidFill>
                          <a:effectLst/>
                          <a:latin typeface="+mj-lt"/>
                        </a:rPr>
                        <a:t>为大于或等于 </a:t>
                      </a:r>
                      <a:r>
                        <a:rPr lang="en-US" altLang="zh-CN" sz="2000" dirty="0">
                          <a:solidFill>
                            <a:srgbClr val="000000"/>
                          </a:solidFill>
                          <a:effectLst/>
                          <a:latin typeface="+mj-lt"/>
                        </a:rPr>
                        <a:t>0 </a:t>
                      </a:r>
                      <a:r>
                        <a:rPr lang="zh-CN" altLang="en-US" sz="2000" dirty="0">
                          <a:solidFill>
                            <a:srgbClr val="000000"/>
                          </a:solidFill>
                          <a:effectLst/>
                          <a:latin typeface="+mj-lt"/>
                        </a:rPr>
                        <a:t>的整数时，读取</a:t>
                      </a:r>
                      <a:r>
                        <a:rPr lang="en-US" altLang="zh-CN" sz="2000" dirty="0">
                          <a:solidFill>
                            <a:srgbClr val="000000"/>
                          </a:solidFill>
                          <a:effectLst/>
                          <a:latin typeface="+mj-lt"/>
                        </a:rPr>
                        <a:t>hint </a:t>
                      </a:r>
                      <a:r>
                        <a:rPr lang="zh-CN" altLang="en-US" sz="2000" dirty="0">
                          <a:solidFill>
                            <a:srgbClr val="000000"/>
                          </a:solidFill>
                          <a:effectLst/>
                          <a:latin typeface="+mj-lt"/>
                        </a:rPr>
                        <a:t>个字符所在的行。</a:t>
                      </a:r>
                      <a:endParaRPr lang="zh-CN" altLang="en-US" sz="2000" dirty="0">
                        <a:effectLst/>
                        <a:latin typeface="+mj-lt"/>
                        <a:ea typeface="+mn-ea"/>
                        <a:cs typeface="Times New Roman" panose="02020603050405020304" pitchFamily="18" charset="0"/>
                      </a:endParaRPr>
                    </a:p>
                  </a:txBody>
                  <a:tcPr marL="9525" marR="9525" marT="9525" marB="9525" anchor="ctr">
                    <a:lnL>
                      <a:noFill/>
                    </a:lnL>
                    <a:lnR>
                      <a:noFill/>
                    </a:lnR>
                    <a:lnT w="12700" cap="flat" cmpd="sng" algn="ctr">
                      <a:solidFill>
                        <a:sysClr val="windowText" lastClr="000000"/>
                      </a:solidFill>
                      <a:prstDash val="dash"/>
                      <a:round/>
                      <a:headEnd type="none" w="med" len="med"/>
                      <a:tailEnd type="none" w="med" len="med"/>
                    </a:lnT>
                    <a:lnB w="12700" cap="flat" cmpd="sng" algn="ctr">
                      <a:solidFill>
                        <a:sysClr val="windowText" lastClr="000000"/>
                      </a:solidFill>
                      <a:prstDash val="dash"/>
                      <a:round/>
                      <a:headEnd type="none" w="med" len="med"/>
                      <a:tailEnd type="none" w="med" len="med"/>
                    </a:lnB>
                    <a:lnTlToBr w="12700" cmpd="sng">
                      <a:noFill/>
                      <a:prstDash val="solid"/>
                    </a:lnTlToBr>
                    <a:lnBlToTr w="12700" cmpd="sng">
                      <a:noFill/>
                      <a:prstDash val="solid"/>
                    </a:lnBlToTr>
                    <a:solidFill>
                      <a:sysClr val="windowText" lastClr="000000">
                        <a:tint val="20000"/>
                      </a:sysClr>
                    </a:solidFill>
                  </a:tcPr>
                </a:tc>
              </a:tr>
              <a:tr h="443627">
                <a:tc>
                  <a:txBody>
                    <a:bodyPr/>
                    <a:lstStyle/>
                    <a:p>
                      <a:pPr algn="l"/>
                      <a:r>
                        <a:rPr lang="en-US" sz="2000" kern="1200" dirty="0">
                          <a:solidFill>
                            <a:srgbClr val="EE822F"/>
                          </a:solidFill>
                          <a:effectLst/>
                          <a:latin typeface="+mj-lt"/>
                          <a:ea typeface="+mn-ea"/>
                          <a:cs typeface="+mn-cs"/>
                        </a:rPr>
                        <a:t>write</a:t>
                      </a:r>
                      <a:r>
                        <a:rPr lang="en-US" sz="2000" kern="1200" dirty="0">
                          <a:solidFill>
                            <a:srgbClr val="7102FF"/>
                          </a:solidFill>
                          <a:effectLst/>
                          <a:latin typeface="+mj-lt"/>
                          <a:ea typeface="+mn-ea"/>
                          <a:cs typeface="+mn-cs"/>
                        </a:rPr>
                        <a:t>(</a:t>
                      </a:r>
                      <a:r>
                        <a:rPr lang="en-US" sz="2000" kern="1200" dirty="0">
                          <a:solidFill>
                            <a:srgbClr val="000000"/>
                          </a:solidFill>
                          <a:effectLst/>
                          <a:latin typeface="+mj-lt"/>
                          <a:ea typeface="+mn-ea"/>
                          <a:cs typeface="+mn-cs"/>
                        </a:rPr>
                        <a:t>b</a:t>
                      </a:r>
                      <a:r>
                        <a:rPr lang="en-US" sz="2000" kern="1200" dirty="0">
                          <a:solidFill>
                            <a:srgbClr val="7102FF"/>
                          </a:solidFill>
                          <a:effectLst/>
                          <a:latin typeface="+mj-lt"/>
                          <a:ea typeface="+mn-ea"/>
                          <a:cs typeface="+mn-cs"/>
                        </a:rPr>
                        <a:t>)</a:t>
                      </a:r>
                      <a:endParaRPr lang="zh-CN" altLang="en-US" sz="2000" kern="1200" dirty="0">
                        <a:solidFill>
                          <a:srgbClr val="7102FF"/>
                        </a:solidFill>
                        <a:effectLst/>
                        <a:latin typeface="+mj-lt"/>
                        <a:ea typeface="+mn-ea"/>
                        <a:cs typeface="+mn-cs"/>
                      </a:endParaRPr>
                    </a:p>
                  </a:txBody>
                  <a:tcPr marL="9525" marR="9525" marT="9525" marB="9525" anchor="ctr">
                    <a:lnL>
                      <a:noFill/>
                    </a:lnL>
                    <a:lnR>
                      <a:noFill/>
                    </a:lnR>
                    <a:lnT w="12700" cap="flat" cmpd="sng" algn="ctr">
                      <a:solidFill>
                        <a:sysClr val="windowText" lastClr="000000"/>
                      </a:solidFill>
                      <a:prstDash val="dash"/>
                      <a:round/>
                      <a:headEnd type="none" w="med" len="med"/>
                      <a:tailEnd type="none" w="med" len="med"/>
                    </a:lnT>
                    <a:lnB w="12700" cap="flat" cmpd="sng" algn="ctr">
                      <a:solidFill>
                        <a:sysClr val="windowText" lastClr="000000"/>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zh-CN" altLang="en-US" sz="2000" kern="1200" dirty="0">
                          <a:solidFill>
                            <a:srgbClr val="000000"/>
                          </a:solidFill>
                          <a:effectLst/>
                          <a:latin typeface="+mj-lt"/>
                          <a:ea typeface="+mn-ea"/>
                          <a:cs typeface="+mn-cs"/>
                        </a:rPr>
                        <a:t>将给定的字符串或字节流对象写入文件</a:t>
                      </a:r>
                      <a:endParaRPr lang="zh-CN" altLang="en-US" sz="2000" kern="1200" dirty="0">
                        <a:solidFill>
                          <a:srgbClr val="000000"/>
                        </a:solidFill>
                        <a:effectLst/>
                        <a:latin typeface="+mj-lt"/>
                        <a:ea typeface="+mn-ea"/>
                        <a:cs typeface="+mn-cs"/>
                      </a:endParaRPr>
                    </a:p>
                  </a:txBody>
                  <a:tcPr marL="9525" marR="9525" marT="9525" marB="9525" anchor="ctr">
                    <a:lnL>
                      <a:noFill/>
                    </a:lnL>
                    <a:lnR>
                      <a:noFill/>
                    </a:lnR>
                    <a:lnT w="12700" cap="flat" cmpd="sng" algn="ctr">
                      <a:solidFill>
                        <a:sysClr val="windowText" lastClr="000000"/>
                      </a:solidFill>
                      <a:prstDash val="dash"/>
                      <a:round/>
                      <a:headEnd type="none" w="med" len="med"/>
                      <a:tailEnd type="none" w="med" len="med"/>
                    </a:lnT>
                    <a:lnB w="12700" cap="flat" cmpd="sng" algn="ctr">
                      <a:solidFill>
                        <a:sysClr val="windowText" lastClr="000000"/>
                      </a:solidFill>
                      <a:prstDash val="dash"/>
                      <a:round/>
                      <a:headEnd type="none" w="med" len="med"/>
                      <a:tailEnd type="none" w="med" len="med"/>
                    </a:lnB>
                    <a:lnTlToBr w="12700" cmpd="sng">
                      <a:noFill/>
                      <a:prstDash val="solid"/>
                    </a:lnTlToBr>
                    <a:lnBlToTr w="12700" cmpd="sng">
                      <a:noFill/>
                      <a:prstDash val="solid"/>
                    </a:lnBlToTr>
                    <a:solidFill>
                      <a:schemeClr val="bg1"/>
                    </a:solidFill>
                  </a:tcPr>
                </a:tc>
              </a:tr>
              <a:tr h="443627">
                <a:tc>
                  <a:txBody>
                    <a:bodyPr/>
                    <a:lstStyle/>
                    <a:p>
                      <a:pPr algn="l"/>
                      <a:r>
                        <a:rPr lang="en-US" sz="2000" kern="1200" dirty="0" err="1">
                          <a:solidFill>
                            <a:srgbClr val="EE822F"/>
                          </a:solidFill>
                          <a:effectLst/>
                          <a:latin typeface="+mj-lt"/>
                          <a:ea typeface="+mn-ea"/>
                          <a:cs typeface="+mn-cs"/>
                        </a:rPr>
                        <a:t>writelines</a:t>
                      </a:r>
                      <a:r>
                        <a:rPr lang="en-US" sz="2000" kern="1200" dirty="0">
                          <a:solidFill>
                            <a:srgbClr val="7102FF"/>
                          </a:solidFill>
                          <a:effectLst/>
                          <a:latin typeface="+mj-lt"/>
                          <a:ea typeface="+mn-ea"/>
                          <a:cs typeface="+mn-cs"/>
                        </a:rPr>
                        <a:t>(</a:t>
                      </a:r>
                      <a:r>
                        <a:rPr lang="en-US" sz="2000" kern="1200" dirty="0">
                          <a:solidFill>
                            <a:srgbClr val="000000"/>
                          </a:solidFill>
                          <a:effectLst/>
                          <a:latin typeface="+mj-lt"/>
                          <a:ea typeface="+mn-ea"/>
                          <a:cs typeface="+mn-cs"/>
                        </a:rPr>
                        <a:t>lines</a:t>
                      </a:r>
                      <a:r>
                        <a:rPr lang="en-US" sz="2000" kern="1200" dirty="0">
                          <a:solidFill>
                            <a:srgbClr val="7102FF"/>
                          </a:solidFill>
                          <a:effectLst/>
                          <a:latin typeface="+mj-lt"/>
                          <a:ea typeface="+mn-ea"/>
                          <a:cs typeface="+mn-cs"/>
                        </a:rPr>
                        <a:t>)</a:t>
                      </a:r>
                      <a:endParaRPr lang="zh-CN" altLang="en-US" sz="2000" kern="1200" dirty="0">
                        <a:solidFill>
                          <a:srgbClr val="7102FF"/>
                        </a:solidFill>
                        <a:effectLst/>
                        <a:latin typeface="+mj-lt"/>
                        <a:ea typeface="+mn-ea"/>
                        <a:cs typeface="+mn-cs"/>
                      </a:endParaRPr>
                    </a:p>
                  </a:txBody>
                  <a:tcPr marL="9525" marR="9525" marT="9525" marB="9525" anchor="ctr">
                    <a:lnL>
                      <a:noFill/>
                    </a:lnL>
                    <a:lnR>
                      <a:noFill/>
                    </a:lnR>
                    <a:lnT w="12700" cap="flat" cmpd="sng" algn="ctr">
                      <a:solidFill>
                        <a:sysClr val="windowText" lastClr="000000"/>
                      </a:solidFill>
                      <a:prstDash val="dash"/>
                      <a:round/>
                      <a:headEnd type="none" w="med" len="med"/>
                      <a:tailEnd type="none" w="med" len="med"/>
                    </a:lnT>
                    <a:lnB w="12700" cap="flat" cmpd="sng" algn="ctr">
                      <a:solidFill>
                        <a:sysClr val="windowText" lastClr="000000"/>
                      </a:solidFill>
                      <a:prstDash val="dash"/>
                      <a:round/>
                      <a:headEnd type="none" w="med" len="med"/>
                      <a:tailEnd type="none" w="med" len="med"/>
                    </a:lnB>
                    <a:lnTlToBr w="12700" cmpd="sng">
                      <a:noFill/>
                      <a:prstDash val="solid"/>
                    </a:lnTlToBr>
                    <a:lnBlToTr w="12700" cmpd="sng">
                      <a:noFill/>
                      <a:prstDash val="solid"/>
                    </a:lnBlToTr>
                    <a:solidFill>
                      <a:sysClr val="windowText" lastClr="000000">
                        <a:tint val="20000"/>
                      </a:sysClr>
                    </a:solidFill>
                  </a:tcPr>
                </a:tc>
                <a:tc>
                  <a:txBody>
                    <a:bodyPr/>
                    <a:lstStyle/>
                    <a:p>
                      <a:pPr algn="l"/>
                      <a:r>
                        <a:rPr lang="zh-CN" altLang="en-US" sz="2000" kern="1200" dirty="0">
                          <a:solidFill>
                            <a:srgbClr val="000000"/>
                          </a:solidFill>
                          <a:effectLst/>
                          <a:latin typeface="+mj-lt"/>
                          <a:ea typeface="+mn-ea"/>
                          <a:cs typeface="+mn-cs"/>
                        </a:rPr>
                        <a:t>将一个元素为字符串的列表写入文件</a:t>
                      </a:r>
                      <a:endParaRPr lang="zh-CN" altLang="en-US" sz="2000" kern="1200" dirty="0">
                        <a:solidFill>
                          <a:srgbClr val="000000"/>
                        </a:solidFill>
                        <a:effectLst/>
                        <a:latin typeface="+mj-lt"/>
                        <a:ea typeface="+mn-ea"/>
                        <a:cs typeface="+mn-cs"/>
                      </a:endParaRPr>
                    </a:p>
                  </a:txBody>
                  <a:tcPr marL="9525" marR="9525" marT="9525" marB="9525" anchor="ctr">
                    <a:lnL>
                      <a:noFill/>
                    </a:lnL>
                    <a:lnR>
                      <a:noFill/>
                    </a:lnR>
                    <a:lnT w="12700" cap="flat" cmpd="sng" algn="ctr">
                      <a:solidFill>
                        <a:sysClr val="windowText" lastClr="000000"/>
                      </a:solidFill>
                      <a:prstDash val="dash"/>
                      <a:round/>
                      <a:headEnd type="none" w="med" len="med"/>
                      <a:tailEnd type="none" w="med" len="med"/>
                    </a:lnT>
                    <a:lnB w="12700" cap="flat" cmpd="sng" algn="ctr">
                      <a:solidFill>
                        <a:sysClr val="windowText" lastClr="000000"/>
                      </a:solidFill>
                      <a:prstDash val="dash"/>
                      <a:round/>
                      <a:headEnd type="none" w="med" len="med"/>
                      <a:tailEnd type="none" w="med" len="med"/>
                    </a:lnB>
                    <a:lnTlToBr w="12700" cmpd="sng">
                      <a:noFill/>
                      <a:prstDash val="solid"/>
                    </a:lnTlToBr>
                    <a:lnBlToTr w="12700" cmpd="sng">
                      <a:noFill/>
                      <a:prstDash val="solid"/>
                    </a:lnBlToTr>
                    <a:solidFill>
                      <a:sysClr val="windowText" lastClr="000000">
                        <a:tint val="20000"/>
                      </a:sysClr>
                    </a:solidFill>
                  </a:tcPr>
                </a:tc>
              </a:tr>
              <a:tr h="798164">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36195" indent="0">
                        <a:lnSpc>
                          <a:spcPct val="120000"/>
                        </a:lnSpc>
                        <a:spcAft>
                          <a:spcPts val="0"/>
                        </a:spcAft>
                      </a:pPr>
                      <a:r>
                        <a:rPr lang="en-US" sz="2000" dirty="0">
                          <a:solidFill>
                            <a:srgbClr val="EE822F"/>
                          </a:solidFill>
                          <a:effectLst/>
                          <a:latin typeface="+mj-lt"/>
                        </a:rPr>
                        <a:t>seek</a:t>
                      </a:r>
                      <a:r>
                        <a:rPr lang="en-US" sz="2000" dirty="0">
                          <a:solidFill>
                            <a:srgbClr val="7102FF"/>
                          </a:solidFill>
                          <a:effectLst/>
                          <a:latin typeface="+mj-lt"/>
                        </a:rPr>
                        <a:t>(</a:t>
                      </a:r>
                      <a:r>
                        <a:rPr lang="en-US" sz="2000" dirty="0" err="1">
                          <a:solidFill>
                            <a:srgbClr val="000000"/>
                          </a:solidFill>
                          <a:effectLst/>
                          <a:latin typeface="+mj-lt"/>
                        </a:rPr>
                        <a:t>offset,whence</a:t>
                      </a:r>
                      <a:r>
                        <a:rPr lang="en-US" sz="2000" dirty="0">
                          <a:solidFill>
                            <a:srgbClr val="7102FF"/>
                          </a:solidFill>
                          <a:effectLst/>
                          <a:latin typeface="+mj-lt"/>
                        </a:rPr>
                        <a:t>)</a:t>
                      </a:r>
                      <a:endParaRPr lang="en-US" sz="2000" dirty="0">
                        <a:solidFill>
                          <a:srgbClr val="7102FF"/>
                        </a:solidFill>
                        <a:effectLst/>
                        <a:latin typeface="+mj-lt"/>
                        <a:ea typeface="+mn-ea"/>
                        <a:cs typeface="Times New Roman" panose="02020603050405020304" pitchFamily="18" charset="0"/>
                      </a:endParaRPr>
                    </a:p>
                  </a:txBody>
                  <a:tcPr marL="9525" marR="9525" marT="9525" marB="9525" anchor="ctr">
                    <a:lnL>
                      <a:noFill/>
                    </a:lnL>
                    <a:lnR>
                      <a:noFill/>
                    </a:lnR>
                    <a:lnT w="12700" cap="flat" cmpd="sng" algn="ctr">
                      <a:solidFill>
                        <a:sysClr val="windowText" lastClr="000000"/>
                      </a:solidFill>
                      <a:prstDash val="dash"/>
                      <a:round/>
                      <a:headEnd type="none" w="med" len="med"/>
                      <a:tailEnd type="none" w="med" len="med"/>
                    </a:lnT>
                    <a:lnB w="12700" cap="flat" cmpd="sng" algn="ctr">
                      <a:solidFill>
                        <a:sysClr val="windowText" lastClr="000000"/>
                      </a:solidFill>
                      <a:prstDash val="dash"/>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36195" indent="0">
                        <a:lnSpc>
                          <a:spcPct val="120000"/>
                        </a:lnSpc>
                        <a:spcAft>
                          <a:spcPts val="0"/>
                        </a:spcAft>
                      </a:pPr>
                      <a:r>
                        <a:rPr lang="zh-CN" altLang="en-US" sz="2000" dirty="0">
                          <a:solidFill>
                            <a:srgbClr val="EE822F"/>
                          </a:solidFill>
                          <a:effectLst/>
                          <a:latin typeface="+mj-lt"/>
                        </a:rPr>
                        <a:t>改变</a:t>
                      </a:r>
                      <a:r>
                        <a:rPr lang="zh-CN" altLang="en-US" sz="2000" dirty="0">
                          <a:solidFill>
                            <a:srgbClr val="000000"/>
                          </a:solidFill>
                          <a:effectLst/>
                          <a:latin typeface="+mj-lt"/>
                        </a:rPr>
                        <a:t>当前</a:t>
                      </a:r>
                      <a:r>
                        <a:rPr lang="zh-CN" altLang="en-US" sz="2000" dirty="0">
                          <a:solidFill>
                            <a:srgbClr val="EE822F"/>
                          </a:solidFill>
                          <a:effectLst/>
                          <a:latin typeface="+mj-lt"/>
                        </a:rPr>
                        <a:t>文件操作指针</a:t>
                      </a:r>
                      <a:r>
                        <a:rPr lang="zh-CN" altLang="en-US" sz="2000" dirty="0">
                          <a:solidFill>
                            <a:srgbClr val="000000"/>
                          </a:solidFill>
                          <a:effectLst/>
                          <a:latin typeface="+mj-lt"/>
                        </a:rPr>
                        <a:t>的</a:t>
                      </a:r>
                      <a:r>
                        <a:rPr lang="zh-CN" altLang="en-US" sz="2000" dirty="0">
                          <a:solidFill>
                            <a:srgbClr val="EE822F"/>
                          </a:solidFill>
                          <a:effectLst/>
                          <a:latin typeface="+mj-lt"/>
                        </a:rPr>
                        <a:t>位置</a:t>
                      </a:r>
                      <a:r>
                        <a:rPr lang="zh-CN" altLang="en-US" sz="2000" dirty="0">
                          <a:solidFill>
                            <a:srgbClr val="000000"/>
                          </a:solidFill>
                          <a:effectLst/>
                          <a:latin typeface="+mj-lt"/>
                        </a:rPr>
                        <a:t>，</a:t>
                      </a:r>
                      <a:r>
                        <a:rPr lang="en-US" altLang="zh-CN" sz="2000" dirty="0">
                          <a:solidFill>
                            <a:srgbClr val="000000"/>
                          </a:solidFill>
                          <a:effectLst/>
                          <a:latin typeface="+mj-lt"/>
                        </a:rPr>
                        <a:t>offset </a:t>
                      </a:r>
                      <a:r>
                        <a:rPr lang="zh-CN" altLang="en-US" sz="2000" dirty="0">
                          <a:solidFill>
                            <a:srgbClr val="000000"/>
                          </a:solidFill>
                          <a:effectLst/>
                          <a:latin typeface="+mj-lt"/>
                        </a:rPr>
                        <a:t>为指针偏移量，</a:t>
                      </a:r>
                      <a:r>
                        <a:rPr lang="en-US" altLang="zh-CN" sz="2000" dirty="0">
                          <a:solidFill>
                            <a:srgbClr val="000000"/>
                          </a:solidFill>
                          <a:effectLst/>
                          <a:latin typeface="+mj-lt"/>
                        </a:rPr>
                        <a:t>whence </a:t>
                      </a:r>
                      <a:r>
                        <a:rPr lang="zh-CN" altLang="en-US" sz="2000" dirty="0">
                          <a:solidFill>
                            <a:srgbClr val="000000"/>
                          </a:solidFill>
                          <a:effectLst/>
                          <a:latin typeface="+mj-lt"/>
                        </a:rPr>
                        <a:t>代表参照物，有三个取值：</a:t>
                      </a:r>
                      <a:r>
                        <a:rPr lang="en-US" altLang="zh-CN" sz="2000" dirty="0">
                          <a:solidFill>
                            <a:srgbClr val="000000"/>
                          </a:solidFill>
                          <a:effectLst/>
                          <a:latin typeface="+mj-lt"/>
                        </a:rPr>
                        <a:t>0 </a:t>
                      </a:r>
                      <a:r>
                        <a:rPr lang="zh-CN" altLang="en-US" sz="2000" dirty="0">
                          <a:solidFill>
                            <a:srgbClr val="000000"/>
                          </a:solidFill>
                          <a:effectLst/>
                          <a:latin typeface="+mj-lt"/>
                        </a:rPr>
                        <a:t>文件开始、</a:t>
                      </a:r>
                      <a:r>
                        <a:rPr lang="en-US" altLang="zh-CN" sz="2000" dirty="0">
                          <a:solidFill>
                            <a:srgbClr val="000000"/>
                          </a:solidFill>
                          <a:effectLst/>
                          <a:latin typeface="+mj-lt"/>
                        </a:rPr>
                        <a:t>1 </a:t>
                      </a:r>
                      <a:r>
                        <a:rPr lang="zh-CN" altLang="en-US" sz="2000" dirty="0">
                          <a:solidFill>
                            <a:srgbClr val="000000"/>
                          </a:solidFill>
                          <a:effectLst/>
                          <a:latin typeface="+mj-lt"/>
                        </a:rPr>
                        <a:t>当前位置、</a:t>
                      </a:r>
                      <a:r>
                        <a:rPr lang="en-US" altLang="zh-CN" sz="2000" dirty="0">
                          <a:solidFill>
                            <a:srgbClr val="000000"/>
                          </a:solidFill>
                          <a:effectLst/>
                          <a:latin typeface="+mj-lt"/>
                        </a:rPr>
                        <a:t>2 </a:t>
                      </a:r>
                      <a:r>
                        <a:rPr lang="zh-CN" altLang="en-US" sz="2000" dirty="0">
                          <a:solidFill>
                            <a:srgbClr val="000000"/>
                          </a:solidFill>
                          <a:effectLst/>
                          <a:latin typeface="+mj-lt"/>
                        </a:rPr>
                        <a:t>文件结尾</a:t>
                      </a:r>
                      <a:endParaRPr lang="zh-CN" altLang="en-US" sz="2000" dirty="0">
                        <a:effectLst/>
                        <a:latin typeface="+mj-lt"/>
                        <a:ea typeface="+mn-ea"/>
                        <a:cs typeface="Times New Roman" panose="02020603050405020304" pitchFamily="18" charset="0"/>
                      </a:endParaRPr>
                    </a:p>
                  </a:txBody>
                  <a:tcPr marL="9525" marR="9525" marT="9525" marB="9525" anchor="ctr">
                    <a:lnL>
                      <a:noFill/>
                    </a:lnL>
                    <a:lnR>
                      <a:noFill/>
                    </a:lnR>
                    <a:lnT w="12700" cap="flat" cmpd="sng" algn="ctr">
                      <a:solidFill>
                        <a:sysClr val="windowText" lastClr="000000"/>
                      </a:solidFill>
                      <a:prstDash val="dash"/>
                      <a:round/>
                      <a:headEnd type="none" w="med" len="med"/>
                      <a:tailEnd type="none" w="med" len="med"/>
                    </a:lnT>
                    <a:lnB w="12700" cap="flat" cmpd="sng" algn="ctr">
                      <a:solidFill>
                        <a:sysClr val="windowText" lastClr="000000"/>
                      </a:solidFill>
                      <a:prstDash val="dash"/>
                      <a:round/>
                      <a:headEnd type="none" w="med" len="med"/>
                      <a:tailEnd type="none" w="med" len="med"/>
                    </a:lnB>
                    <a:lnTlToBr w="12700" cmpd="sng">
                      <a:noFill/>
                      <a:prstDash val="solid"/>
                    </a:lnTlToBr>
                    <a:lnBlToTr w="12700" cmpd="sng">
                      <a:noFill/>
                      <a:prstDash val="solid"/>
                    </a:lnBlToTr>
                    <a:solidFill>
                      <a:sysClr val="window" lastClr="FFFFFF"/>
                    </a:solidFill>
                  </a:tcPr>
                </a:tc>
              </a:tr>
              <a:tr h="406363">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36195" indent="0">
                        <a:lnSpc>
                          <a:spcPct val="120000"/>
                        </a:lnSpc>
                        <a:spcAft>
                          <a:spcPts val="0"/>
                        </a:spcAft>
                      </a:pPr>
                      <a:r>
                        <a:rPr lang="en-US" sz="2000" dirty="0">
                          <a:solidFill>
                            <a:srgbClr val="EE822F"/>
                          </a:solidFill>
                          <a:effectLst/>
                          <a:latin typeface="+mj-lt"/>
                        </a:rPr>
                        <a:t>tell</a:t>
                      </a:r>
                      <a:r>
                        <a:rPr lang="en-US" sz="2000" dirty="0">
                          <a:solidFill>
                            <a:srgbClr val="7102FF"/>
                          </a:solidFill>
                          <a:effectLst/>
                          <a:latin typeface="+mj-lt"/>
                        </a:rPr>
                        <a:t>()</a:t>
                      </a:r>
                      <a:endParaRPr lang="en-US" sz="2000" dirty="0">
                        <a:solidFill>
                          <a:srgbClr val="7102FF"/>
                        </a:solidFill>
                        <a:effectLst/>
                        <a:latin typeface="+mj-lt"/>
                        <a:ea typeface="+mn-ea"/>
                        <a:cs typeface="Times New Roman" panose="02020603050405020304" pitchFamily="18" charset="0"/>
                      </a:endParaRPr>
                    </a:p>
                  </a:txBody>
                  <a:tcPr marL="9525" marR="9525" marT="9525" marB="9525" anchor="ctr">
                    <a:lnL>
                      <a:noFill/>
                    </a:lnL>
                    <a:lnR>
                      <a:noFill/>
                    </a:lnR>
                    <a:lnT w="12700" cap="flat" cmpd="sng" algn="ctr">
                      <a:solidFill>
                        <a:sysClr val="windowText" lastClr="000000"/>
                      </a:solidFill>
                      <a:prstDash val="dash"/>
                      <a:round/>
                      <a:headEnd type="none" w="med" len="med"/>
                      <a:tailEnd type="none" w="med" len="med"/>
                    </a:lnT>
                    <a:lnB w="25400" cmpd="sng">
                      <a:solidFill>
                        <a:sysClr val="windowText" lastClr="000000"/>
                      </a:solidFill>
                    </a:lnB>
                    <a:lnTlToBr w="12700" cmpd="sng">
                      <a:noFill/>
                      <a:prstDash val="solid"/>
                    </a:lnTlToBr>
                    <a:lnBlToTr w="12700" cmpd="sng">
                      <a:noFill/>
                      <a:prstDash val="solid"/>
                    </a:lnBlToTr>
                    <a:solidFill>
                      <a:sysClr val="windowText" lastClr="000000">
                        <a:tint val="20000"/>
                      </a:sys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36195" indent="0">
                        <a:lnSpc>
                          <a:spcPct val="120000"/>
                        </a:lnSpc>
                        <a:spcAft>
                          <a:spcPts val="0"/>
                        </a:spcAft>
                      </a:pPr>
                      <a:r>
                        <a:rPr lang="zh-CN" altLang="en-US" sz="2000" dirty="0">
                          <a:solidFill>
                            <a:srgbClr val="000000"/>
                          </a:solidFill>
                          <a:effectLst/>
                          <a:latin typeface="+mj-lt"/>
                        </a:rPr>
                        <a:t>返回</a:t>
                      </a:r>
                      <a:r>
                        <a:rPr lang="zh-CN" altLang="en-US" sz="2000" dirty="0">
                          <a:solidFill>
                            <a:srgbClr val="EE822F"/>
                          </a:solidFill>
                          <a:effectLst/>
                          <a:latin typeface="+mj-lt"/>
                        </a:rPr>
                        <a:t>文件指针当前的位置</a:t>
                      </a:r>
                      <a:endParaRPr lang="zh-CN" altLang="en-US" sz="2000" dirty="0">
                        <a:solidFill>
                          <a:srgbClr val="EE822F"/>
                        </a:solidFill>
                        <a:effectLst/>
                        <a:latin typeface="+mj-lt"/>
                        <a:ea typeface="+mn-ea"/>
                        <a:cs typeface="Times New Roman" panose="02020603050405020304" pitchFamily="18" charset="0"/>
                      </a:endParaRPr>
                    </a:p>
                  </a:txBody>
                  <a:tcPr marL="9525" marR="9525" marT="9525" marB="9525" anchor="ctr">
                    <a:lnL>
                      <a:noFill/>
                    </a:lnL>
                    <a:lnR>
                      <a:noFill/>
                    </a:lnR>
                    <a:lnT w="12700" cap="flat" cmpd="sng" algn="ctr">
                      <a:solidFill>
                        <a:sysClr val="windowText" lastClr="000000"/>
                      </a:solidFill>
                      <a:prstDash val="dash"/>
                      <a:round/>
                      <a:headEnd type="none" w="med" len="med"/>
                      <a:tailEnd type="none" w="med" len="med"/>
                    </a:lnT>
                    <a:lnB w="25400" cmpd="sng">
                      <a:solidFill>
                        <a:sysClr val="windowText" lastClr="000000"/>
                      </a:solidFill>
                    </a:lnB>
                    <a:lnTlToBr w="12700" cmpd="sng">
                      <a:noFill/>
                      <a:prstDash val="solid"/>
                    </a:lnTlToBr>
                    <a:lnBlToTr w="12700" cmpd="sng">
                      <a:noFill/>
                      <a:prstDash val="solid"/>
                    </a:lnBlToTr>
                    <a:solidFill>
                      <a:sysClr val="windowText" lastClr="000000">
                        <a:tint val="20000"/>
                      </a:sysClr>
                    </a:solid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2"/>
          <p:cNvSpPr>
            <a:spLocks noGrp="1"/>
          </p:cNvSpPr>
          <p:nvPr>
            <p:ph type="title"/>
          </p:nvPr>
        </p:nvSpPr>
        <p:spPr/>
        <p:txBody>
          <a:bodyPr/>
          <a:lstStyle/>
          <a:p>
            <a:r>
              <a:rPr lang="zh-CN" altLang="en-US" dirty="0"/>
              <a:t>文件的读写操作</a:t>
            </a:r>
            <a:endParaRPr lang="zh-CN" altLang="en-US" dirty="0"/>
          </a:p>
        </p:txBody>
      </p:sp>
      <p:sp>
        <p:nvSpPr>
          <p:cNvPr id="11" name="内容占位符 10"/>
          <p:cNvSpPr>
            <a:spLocks noGrp="1"/>
          </p:cNvSpPr>
          <p:nvPr>
            <p:ph sz="quarter" idx="14"/>
          </p:nvPr>
        </p:nvSpPr>
        <p:spPr/>
        <p:txBody>
          <a:bodyPr/>
          <a:lstStyle/>
          <a:p>
            <a:r>
              <a:rPr lang="en-US" altLang="zh-CN" dirty="0"/>
              <a:t>7.1.4</a:t>
            </a:r>
            <a:endParaRPr lang="zh-CN" altLang="en-US" dirty="0"/>
          </a:p>
        </p:txBody>
      </p:sp>
      <p:sp>
        <p:nvSpPr>
          <p:cNvPr id="2" name="内容占位符 1"/>
          <p:cNvSpPr txBox="1"/>
          <p:nvPr/>
        </p:nvSpPr>
        <p:spPr>
          <a:xfrm>
            <a:off x="1080134" y="975722"/>
            <a:ext cx="10031730" cy="3428574"/>
          </a:xfrm>
          <a:prstGeom prst="rect">
            <a:avLst/>
          </a:prstGeom>
          <a:noFill/>
          <a:ln>
            <a:noFill/>
          </a:ln>
          <a:effectLst/>
        </p:spPr>
        <p:txBody>
          <a:bodyPr vert="horz" lIns="91440" tIns="45720" rIns="91440" bIns="45720" rtlCol="0">
            <a:norm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514350" indent="-514350">
              <a:lnSpc>
                <a:spcPct val="150000"/>
              </a:lnSpc>
              <a:buClr>
                <a:srgbClr val="0070C0"/>
              </a:buClr>
              <a:buFont typeface="+mj-lt"/>
              <a:buAutoNum type="arabicPeriod"/>
            </a:pPr>
            <a:r>
              <a:rPr lang="zh-CN" altLang="zh-CN" sz="2400" b="1" kern="0" dirty="0">
                <a:solidFill>
                  <a:srgbClr val="FF6A02"/>
                </a:solidFill>
                <a:latin typeface="微软雅黑" panose="020B0503020204020204" pitchFamily="34" charset="-122"/>
                <a:ea typeface="微软雅黑" panose="020B0503020204020204" pitchFamily="34" charset="-122"/>
              </a:rPr>
              <a:t>read</a:t>
            </a:r>
            <a:r>
              <a:rPr lang="zh-CN" altLang="zh-CN" sz="2400" b="1" kern="0" dirty="0">
                <a:solidFill>
                  <a:srgbClr val="7102FF"/>
                </a:solidFill>
                <a:latin typeface="微软雅黑" panose="020B0503020204020204" pitchFamily="34" charset="-122"/>
                <a:ea typeface="微软雅黑" panose="020B0503020204020204" pitchFamily="34" charset="-122"/>
              </a:rPr>
              <a:t>(</a:t>
            </a:r>
            <a:r>
              <a:rPr lang="zh-CN" altLang="zh-CN" sz="2400" b="1" kern="0" dirty="0">
                <a:solidFill>
                  <a:srgbClr val="660099"/>
                </a:solidFill>
                <a:latin typeface="微软雅黑" panose="020B0503020204020204" pitchFamily="34" charset="-122"/>
                <a:ea typeface="微软雅黑" panose="020B0503020204020204" pitchFamily="34" charset="-122"/>
              </a:rPr>
              <a:t>size</a:t>
            </a:r>
            <a:r>
              <a:rPr lang="en-US" altLang="zh-CN" sz="2400" b="1" kern="0" dirty="0">
                <a:solidFill>
                  <a:srgbClr val="4874CB">
                    <a:lumMod val="75000"/>
                  </a:srgbClr>
                </a:solidFill>
                <a:latin typeface="微软雅黑" panose="020B0503020204020204" pitchFamily="34" charset="-122"/>
                <a:ea typeface="微软雅黑" panose="020B0503020204020204" pitchFamily="34" charset="-122"/>
              </a:rPr>
              <a:t>=</a:t>
            </a:r>
            <a:r>
              <a:rPr lang="en-US" altLang="zh-CN" sz="2400" b="1" kern="0" dirty="0">
                <a:solidFill>
                  <a:srgbClr val="171BEB"/>
                </a:solidFill>
                <a:latin typeface="微软雅黑" panose="020B0503020204020204" pitchFamily="34" charset="-122"/>
                <a:ea typeface="微软雅黑" panose="020B0503020204020204" pitchFamily="34" charset="-122"/>
              </a:rPr>
              <a:t>-1</a:t>
            </a:r>
            <a:r>
              <a:rPr lang="zh-CN" altLang="zh-CN" sz="2400" b="1" kern="0" dirty="0">
                <a:solidFill>
                  <a:srgbClr val="7102FF"/>
                </a:solidFill>
                <a:latin typeface="微软雅黑" panose="020B0503020204020204" pitchFamily="34" charset="-122"/>
                <a:ea typeface="微软雅黑" panose="020B0503020204020204" pitchFamily="34" charset="-122"/>
              </a:rPr>
              <a:t>)</a:t>
            </a:r>
            <a:endParaRPr kumimoji="0" lang="zh-CN" altLang="en-US" sz="2400" b="1"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a:p>
            <a:pPr marL="342900" lvl="1" indent="-342900">
              <a:lnSpc>
                <a:spcPct val="150000"/>
              </a:lnSpc>
              <a:spcBef>
                <a:spcPts val="0"/>
              </a:spcBef>
            </a:pPr>
            <a:r>
              <a:rPr lang="zh-CN" altLang="en-US" sz="2000" dirty="0">
                <a:solidFill>
                  <a:sysClr val="windowText" lastClr="000000"/>
                </a:solidFill>
                <a:latin typeface="微软雅黑" panose="020B0503020204020204" pitchFamily="34" charset="-122"/>
                <a:ea typeface="微软雅黑" panose="020B0503020204020204" pitchFamily="34" charset="-122"/>
              </a:rPr>
              <a:t>从文本文件中读取并返回</a:t>
            </a:r>
            <a:r>
              <a:rPr lang="zh-CN" altLang="en-US" sz="2000" b="1" dirty="0">
                <a:solidFill>
                  <a:schemeClr val="accent2"/>
                </a:solidFill>
                <a:latin typeface="微软雅黑" panose="020B0503020204020204" pitchFamily="34" charset="-122"/>
                <a:ea typeface="微软雅黑" panose="020B0503020204020204" pitchFamily="34" charset="-122"/>
              </a:rPr>
              <a:t>最多 </a:t>
            </a:r>
            <a:r>
              <a:rPr lang="en-US" altLang="zh-CN" sz="2000" b="1" dirty="0">
                <a:solidFill>
                  <a:schemeClr val="accent2"/>
                </a:solidFill>
                <a:latin typeface="微软雅黑" panose="020B0503020204020204" pitchFamily="34" charset="-122"/>
                <a:ea typeface="微软雅黑" panose="020B0503020204020204" pitchFamily="34" charset="-122"/>
              </a:rPr>
              <a:t>size </a:t>
            </a:r>
            <a:r>
              <a:rPr lang="zh-CN" altLang="en-US" sz="2000" b="1" dirty="0">
                <a:solidFill>
                  <a:schemeClr val="accent2"/>
                </a:solidFill>
                <a:latin typeface="微软雅黑" panose="020B0503020204020204" pitchFamily="34" charset="-122"/>
                <a:ea typeface="微软雅黑" panose="020B0503020204020204" pitchFamily="34" charset="-122"/>
              </a:rPr>
              <a:t>个字符</a:t>
            </a:r>
            <a:r>
              <a:rPr lang="zh-CN" altLang="en-US" sz="2000" dirty="0">
                <a:solidFill>
                  <a:sysClr val="windowText" lastClr="000000"/>
                </a:solidFill>
                <a:latin typeface="微软雅黑" panose="020B0503020204020204" pitchFamily="34" charset="-122"/>
                <a:ea typeface="微软雅黑" panose="020B0503020204020204" pitchFamily="34" charset="-122"/>
              </a:rPr>
              <a:t>，返回的数据类型为</a:t>
            </a:r>
            <a:r>
              <a:rPr lang="zh-CN" altLang="en-US" sz="2000" b="1" dirty="0">
                <a:solidFill>
                  <a:schemeClr val="accent2"/>
                </a:solidFill>
                <a:latin typeface="微软雅黑" panose="020B0503020204020204" pitchFamily="34" charset="-122"/>
                <a:ea typeface="微软雅黑" panose="020B0503020204020204" pitchFamily="34" charset="-122"/>
              </a:rPr>
              <a:t>字符串</a:t>
            </a:r>
            <a:r>
              <a:rPr lang="zh-CN" altLang="en-US" sz="2000" dirty="0">
                <a:solidFill>
                  <a:sysClr val="windowText" lastClr="000000"/>
                </a:solidFill>
                <a:latin typeface="微软雅黑" panose="020B0503020204020204" pitchFamily="34" charset="-122"/>
                <a:ea typeface="微软雅黑" panose="020B0503020204020204" pitchFamily="34" charset="-122"/>
              </a:rPr>
              <a:t>。</a:t>
            </a:r>
            <a:endParaRPr lang="zh-CN" altLang="en-US" sz="2000" dirty="0">
              <a:solidFill>
                <a:sysClr val="windowText" lastClr="000000"/>
              </a:solidFill>
              <a:latin typeface="微软雅黑" panose="020B0503020204020204" pitchFamily="34" charset="-122"/>
              <a:ea typeface="微软雅黑" panose="020B0503020204020204" pitchFamily="34" charset="-122"/>
            </a:endParaRPr>
          </a:p>
          <a:p>
            <a:pPr marL="342900" lvl="1" indent="-342900">
              <a:lnSpc>
                <a:spcPct val="150000"/>
              </a:lnSpc>
              <a:spcBef>
                <a:spcPts val="0"/>
              </a:spcBef>
            </a:pPr>
            <a:r>
              <a:rPr kumimoji="0" lang="zh-CN" altLang="en-US"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当 </a:t>
            </a:r>
            <a:r>
              <a:rPr kumimoji="0" lang="en-US" altLang="zh-CN"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size </a:t>
            </a:r>
            <a:r>
              <a:rPr kumimoji="0" lang="zh-CN" altLang="en-US"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未指定或值为 </a:t>
            </a:r>
            <a:r>
              <a:rPr lang="en-US" altLang="zh-CN" sz="2000" dirty="0">
                <a:solidFill>
                  <a:sysClr val="windowText" lastClr="000000"/>
                </a:solidFill>
                <a:latin typeface="微软雅黑" panose="020B0503020204020204" pitchFamily="34" charset="-122"/>
                <a:ea typeface="微软雅黑" panose="020B0503020204020204" pitchFamily="34" charset="-122"/>
              </a:rPr>
              <a:t>-1 </a:t>
            </a:r>
            <a:r>
              <a:rPr kumimoji="0" lang="zh-CN" altLang="en-US"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时，从当前位置一直读取到文件</a:t>
            </a:r>
            <a:r>
              <a:rPr kumimoji="0" lang="zh-CN" altLang="en-US" sz="20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rPr>
              <a:t>结束</a:t>
            </a:r>
            <a:r>
              <a:rPr kumimoji="0" lang="zh-CN" altLang="en-US"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a:t>
            </a:r>
            <a:r>
              <a:rPr kumimoji="0" lang="en-US" altLang="zh-CN"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End Of File</a:t>
            </a:r>
            <a:r>
              <a:rPr kumimoji="0" lang="zh-CN" altLang="en-US"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a:t>
            </a:r>
            <a:r>
              <a:rPr kumimoji="0" lang="en-US" altLang="zh-CN"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EOF</a:t>
            </a:r>
            <a:r>
              <a:rPr kumimoji="0" lang="zh-CN" altLang="en-US"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），即读取从文件指针当前所以位置后面的全部剩余字符。</a:t>
            </a:r>
            <a:endParaRPr kumimoji="0" lang="zh-CN" altLang="en-US"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endParaRPr>
          </a:p>
          <a:p>
            <a:pPr marL="342900" lvl="1" indent="-342900">
              <a:lnSpc>
                <a:spcPct val="150000"/>
              </a:lnSpc>
              <a:spcBef>
                <a:spcPts val="0"/>
              </a:spcBef>
            </a:pPr>
            <a:r>
              <a:rPr kumimoji="0" lang="zh-CN" altLang="en-US"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如果文件大于可用内存，可以反复调用 </a:t>
            </a:r>
            <a:r>
              <a:rPr kumimoji="0" lang="en-US" altLang="zh-CN"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read(size) </a:t>
            </a:r>
            <a:r>
              <a:rPr kumimoji="0" lang="zh-CN" altLang="en-US"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方法读取。</a:t>
            </a:r>
            <a:endParaRPr kumimoji="0" lang="zh-CN" altLang="en-US"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a:p>
            <a:pPr marL="342900" lvl="1" indent="-342900">
              <a:lnSpc>
                <a:spcPct val="150000"/>
              </a:lnSpc>
              <a:spcBef>
                <a:spcPts val="0"/>
              </a:spcBef>
            </a:pPr>
            <a:r>
              <a:rPr kumimoji="0" lang="zh-CN" altLang="en-US"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文本文件中每行末尾的换行符和文中的标点符号都会各占一个字节存储，需要计算在 </a:t>
            </a:r>
            <a:r>
              <a:rPr kumimoji="0" lang="en-US" altLang="zh-CN"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size </a:t>
            </a:r>
            <a:r>
              <a:rPr kumimoji="0" lang="zh-CN" altLang="en-US"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内。</a:t>
            </a:r>
            <a:endParaRPr kumimoji="0" lang="zh-CN" altLang="en-US"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p:txBody>
      </p:sp>
      <p:sp>
        <p:nvSpPr>
          <p:cNvPr id="6" name="内容占位符 5"/>
          <p:cNvSpPr txBox="1"/>
          <p:nvPr/>
        </p:nvSpPr>
        <p:spPr>
          <a:xfrm>
            <a:off x="780060" y="4404297"/>
            <a:ext cx="10631877" cy="2292598"/>
          </a:xfrm>
          <a:prstGeom prst="roundRect">
            <a:avLst>
              <a:gd name="adj" fmla="val 15956"/>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dirty="0">
                <a:solidFill>
                  <a:srgbClr val="4B69C6"/>
                </a:solidFill>
                <a:latin typeface="+mj-lt"/>
              </a:rPr>
              <a:t>with</a:t>
            </a:r>
            <a:r>
              <a:rPr lang="en-US" altLang="zh-CN" dirty="0">
                <a:solidFill>
                  <a:srgbClr val="333333"/>
                </a:solidFill>
                <a:latin typeface="+mj-lt"/>
              </a:rPr>
              <a:t> </a:t>
            </a:r>
            <a:r>
              <a:rPr lang="en-US" altLang="zh-CN" b="1" dirty="0">
                <a:solidFill>
                  <a:srgbClr val="AA3731"/>
                </a:solidFill>
                <a:latin typeface="+mj-lt"/>
              </a:rPr>
              <a:t>open</a:t>
            </a:r>
            <a:r>
              <a:rPr lang="en-US" altLang="zh-CN" dirty="0">
                <a:solidFill>
                  <a:srgbClr val="777777"/>
                </a:solidFill>
                <a:latin typeface="+mj-lt"/>
              </a:rPr>
              <a:t>('</a:t>
            </a:r>
            <a:r>
              <a:rPr lang="zh-CN" altLang="en-US" dirty="0">
                <a:solidFill>
                  <a:srgbClr val="448C27"/>
                </a:solidFill>
                <a:latin typeface="+mj-lt"/>
              </a:rPr>
              <a:t>静夜思</a:t>
            </a:r>
            <a:r>
              <a:rPr lang="en-US" altLang="zh-CN" dirty="0">
                <a:solidFill>
                  <a:srgbClr val="448C27"/>
                </a:solidFill>
                <a:latin typeface="+mj-lt"/>
              </a:rPr>
              <a:t>.txt</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448C27"/>
                </a:solidFill>
                <a:latin typeface="+mj-lt"/>
              </a:rPr>
              <a:t>r</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encoding</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448C27"/>
                </a:solidFill>
                <a:latin typeface="+mj-lt"/>
              </a:rPr>
              <a:t>utf-8</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4B69C6"/>
                </a:solidFill>
                <a:latin typeface="+mj-lt"/>
              </a:rPr>
              <a:t>as</a:t>
            </a:r>
            <a:r>
              <a:rPr lang="en-US" altLang="zh-CN" dirty="0">
                <a:solidFill>
                  <a:srgbClr val="333333"/>
                </a:solidFill>
                <a:latin typeface="+mj-lt"/>
              </a:rPr>
              <a:t> f</a:t>
            </a:r>
            <a:r>
              <a:rPr lang="en-US" altLang="zh-CN" dirty="0">
                <a:solidFill>
                  <a:srgbClr val="777777"/>
                </a:solidFill>
                <a:latin typeface="+mj-lt"/>
              </a:rPr>
              <a:t>:</a:t>
            </a:r>
            <a:endParaRPr lang="en-US" altLang="zh-CN" dirty="0">
              <a:solidFill>
                <a:srgbClr val="333333"/>
              </a:solidFill>
              <a:latin typeface="+mj-lt"/>
            </a:endParaRPr>
          </a:p>
          <a:p>
            <a:r>
              <a:rPr lang="en-US" altLang="zh-CN" dirty="0">
                <a:solidFill>
                  <a:srgbClr val="333333"/>
                </a:solidFill>
                <a:latin typeface="+mj-lt"/>
              </a:rPr>
              <a:t>    </a:t>
            </a:r>
            <a:r>
              <a:rPr lang="en-US" altLang="zh-CN" dirty="0">
                <a:solidFill>
                  <a:srgbClr val="7A3E9D"/>
                </a:solidFill>
                <a:latin typeface="+mj-lt"/>
              </a:rPr>
              <a:t>txt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err="1">
                <a:solidFill>
                  <a:srgbClr val="7A3E9D"/>
                </a:solidFill>
                <a:latin typeface="+mj-lt"/>
              </a:rPr>
              <a:t>f</a:t>
            </a:r>
            <a:r>
              <a:rPr lang="en-US" altLang="zh-CN" dirty="0" err="1">
                <a:solidFill>
                  <a:srgbClr val="777777"/>
                </a:solidFill>
                <a:latin typeface="+mj-lt"/>
              </a:rPr>
              <a:t>.</a:t>
            </a:r>
            <a:r>
              <a:rPr lang="en-US" altLang="zh-CN" b="1" dirty="0" err="1">
                <a:solidFill>
                  <a:srgbClr val="AA3731"/>
                </a:solidFill>
                <a:latin typeface="+mj-lt"/>
              </a:rPr>
              <a:t>read</a:t>
            </a:r>
            <a:r>
              <a:rPr lang="en-US" altLang="zh-CN" dirty="0">
                <a:solidFill>
                  <a:srgbClr val="777777"/>
                </a:solidFill>
                <a:latin typeface="+mj-lt"/>
              </a:rPr>
              <a:t>(</a:t>
            </a:r>
            <a:r>
              <a:rPr lang="en-US" altLang="zh-CN" dirty="0">
                <a:solidFill>
                  <a:srgbClr val="9C5D27"/>
                </a:solidFill>
                <a:latin typeface="+mj-lt"/>
              </a:rPr>
              <a:t>10</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读前 </a:t>
            </a:r>
            <a:r>
              <a:rPr lang="en-US" altLang="zh-CN" dirty="0">
                <a:solidFill>
                  <a:srgbClr val="AAAAAA"/>
                </a:solidFill>
                <a:latin typeface="+mj-lt"/>
              </a:rPr>
              <a:t>10 </a:t>
            </a:r>
            <a:r>
              <a:rPr lang="zh-CN" altLang="en-US" dirty="0">
                <a:solidFill>
                  <a:srgbClr val="AAAAAA"/>
                </a:solidFill>
                <a:latin typeface="+mj-lt"/>
              </a:rPr>
              <a:t>个字符，输出：</a:t>
            </a:r>
            <a:r>
              <a:rPr lang="en-US" altLang="zh-CN" dirty="0">
                <a:solidFill>
                  <a:srgbClr val="AAAAAA"/>
                </a:solidFill>
                <a:latin typeface="+mj-lt"/>
              </a:rPr>
              <a:t>'</a:t>
            </a:r>
            <a:r>
              <a:rPr lang="zh-CN" altLang="en-US" dirty="0">
                <a:solidFill>
                  <a:srgbClr val="AAAAAA"/>
                </a:solidFill>
                <a:latin typeface="+mj-lt"/>
              </a:rPr>
              <a:t>静夜思</a:t>
            </a:r>
            <a:r>
              <a:rPr lang="en-US" altLang="zh-CN" dirty="0">
                <a:solidFill>
                  <a:srgbClr val="AAAAAA"/>
                </a:solidFill>
                <a:latin typeface="+mj-lt"/>
              </a:rPr>
              <a:t>\n</a:t>
            </a:r>
            <a:r>
              <a:rPr lang="zh-CN" altLang="en-US" dirty="0">
                <a:solidFill>
                  <a:srgbClr val="AAAAAA"/>
                </a:solidFill>
                <a:latin typeface="+mj-lt"/>
              </a:rPr>
              <a:t>床前明月光，</a:t>
            </a:r>
            <a:r>
              <a:rPr lang="en-US" altLang="zh-CN" dirty="0">
                <a:solidFill>
                  <a:srgbClr val="AAAAAA"/>
                </a:solidFill>
                <a:latin typeface="+mj-lt"/>
              </a:rPr>
              <a:t>'</a:t>
            </a:r>
            <a:endParaRPr lang="zh-CN" altLang="en-US" dirty="0">
              <a:solidFill>
                <a:srgbClr val="333333"/>
              </a:solidFill>
              <a:latin typeface="+mj-lt"/>
            </a:endParaRPr>
          </a:p>
          <a:p>
            <a:r>
              <a:rPr lang="zh-CN" altLang="en-US" dirty="0">
                <a:solidFill>
                  <a:srgbClr val="333333"/>
                </a:solidFill>
                <a:latin typeface="+mj-lt"/>
              </a:rPr>
              <a:t>    </a:t>
            </a:r>
            <a:r>
              <a:rPr lang="en-US" altLang="zh-CN" b="1" dirty="0">
                <a:solidFill>
                  <a:srgbClr val="AA3731"/>
                </a:solidFill>
                <a:latin typeface="+mj-lt"/>
              </a:rPr>
              <a:t>print</a:t>
            </a:r>
            <a:r>
              <a:rPr lang="en-US" altLang="zh-CN" dirty="0">
                <a:solidFill>
                  <a:srgbClr val="777777"/>
                </a:solidFill>
                <a:latin typeface="+mj-lt"/>
              </a:rPr>
              <a:t>(</a:t>
            </a:r>
            <a:r>
              <a:rPr lang="en-US" altLang="zh-CN" dirty="0">
                <a:solidFill>
                  <a:srgbClr val="7A3E9D"/>
                </a:solidFill>
                <a:latin typeface="+mj-lt"/>
              </a:rPr>
              <a:t>txt</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输出 </a:t>
            </a:r>
            <a:r>
              <a:rPr lang="en-US" altLang="zh-CN" dirty="0">
                <a:solidFill>
                  <a:srgbClr val="AAAAAA"/>
                </a:solidFill>
                <a:latin typeface="+mj-lt"/>
              </a:rPr>
              <a:t>read(10) </a:t>
            </a:r>
            <a:r>
              <a:rPr lang="zh-CN" altLang="en-US" dirty="0">
                <a:solidFill>
                  <a:srgbClr val="AAAAAA"/>
                </a:solidFill>
                <a:latin typeface="+mj-lt"/>
              </a:rPr>
              <a:t>读到的字符</a:t>
            </a:r>
            <a:endParaRPr lang="zh-CN" altLang="en-US" dirty="0">
              <a:solidFill>
                <a:srgbClr val="333333"/>
              </a:solidFill>
              <a:latin typeface="+mj-lt"/>
            </a:endParaRPr>
          </a:p>
          <a:p>
            <a:r>
              <a:rPr lang="zh-CN" altLang="en-US" dirty="0">
                <a:solidFill>
                  <a:srgbClr val="333333"/>
                </a:solidFill>
                <a:latin typeface="+mj-lt"/>
              </a:rPr>
              <a:t>    </a:t>
            </a:r>
            <a:r>
              <a:rPr lang="en-US" altLang="zh-CN" dirty="0">
                <a:solidFill>
                  <a:srgbClr val="7A3E9D"/>
                </a:solidFill>
                <a:latin typeface="+mj-lt"/>
              </a:rPr>
              <a:t>txt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err="1">
                <a:solidFill>
                  <a:srgbClr val="7A3E9D"/>
                </a:solidFill>
                <a:latin typeface="+mj-lt"/>
              </a:rPr>
              <a:t>f</a:t>
            </a:r>
            <a:r>
              <a:rPr lang="en-US" altLang="zh-CN" dirty="0" err="1">
                <a:solidFill>
                  <a:srgbClr val="777777"/>
                </a:solidFill>
                <a:latin typeface="+mj-lt"/>
              </a:rPr>
              <a:t>.</a:t>
            </a:r>
            <a:r>
              <a:rPr lang="en-US" altLang="zh-CN" b="1" dirty="0" err="1">
                <a:solidFill>
                  <a:srgbClr val="AA3731"/>
                </a:solidFill>
                <a:latin typeface="+mj-lt"/>
              </a:rPr>
              <a:t>read</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一次读取文件中的全部剩余数据</a:t>
            </a:r>
            <a:endParaRPr lang="zh-CN" altLang="en-US" dirty="0">
              <a:solidFill>
                <a:srgbClr val="333333"/>
              </a:solidFill>
              <a:latin typeface="+mj-lt"/>
            </a:endParaRPr>
          </a:p>
          <a:p>
            <a:r>
              <a:rPr lang="zh-CN" altLang="en-US" dirty="0">
                <a:solidFill>
                  <a:srgbClr val="333333"/>
                </a:solidFill>
                <a:latin typeface="+mj-lt"/>
              </a:rPr>
              <a:t>    </a:t>
            </a:r>
            <a:r>
              <a:rPr lang="en-US" altLang="zh-CN" b="1" dirty="0">
                <a:solidFill>
                  <a:srgbClr val="AA3731"/>
                </a:solidFill>
                <a:latin typeface="+mj-lt"/>
              </a:rPr>
              <a:t>print</a:t>
            </a:r>
            <a:r>
              <a:rPr lang="en-US" altLang="zh-CN" dirty="0">
                <a:solidFill>
                  <a:srgbClr val="777777"/>
                </a:solidFill>
                <a:latin typeface="+mj-lt"/>
              </a:rPr>
              <a:t>(</a:t>
            </a:r>
            <a:r>
              <a:rPr lang="en-US" altLang="zh-CN" dirty="0">
                <a:solidFill>
                  <a:srgbClr val="7A3E9D"/>
                </a:solidFill>
                <a:latin typeface="+mj-lt"/>
              </a:rPr>
              <a:t>txt</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疑是地上霜。</a:t>
            </a:r>
            <a:r>
              <a:rPr lang="en-US" altLang="zh-CN" dirty="0">
                <a:solidFill>
                  <a:srgbClr val="AAAAAA"/>
                </a:solidFill>
                <a:latin typeface="+mj-lt"/>
              </a:rPr>
              <a:t>\n</a:t>
            </a:r>
            <a:r>
              <a:rPr lang="zh-CN" altLang="en-US" dirty="0">
                <a:solidFill>
                  <a:srgbClr val="AAAAAA"/>
                </a:solidFill>
                <a:latin typeface="+mj-lt"/>
              </a:rPr>
              <a:t>举头望明月，低头思故乡。</a:t>
            </a:r>
            <a:r>
              <a:rPr lang="en-US" altLang="zh-CN" dirty="0">
                <a:solidFill>
                  <a:srgbClr val="AAAAAA"/>
                </a:solidFill>
                <a:latin typeface="+mj-lt"/>
              </a:rPr>
              <a:t>\n'</a:t>
            </a:r>
            <a:endParaRPr lang="en-US" altLang="zh-CN" dirty="0">
              <a:solidFill>
                <a:srgbClr val="333333"/>
              </a:solidFill>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2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2"/>
          <p:cNvSpPr>
            <a:spLocks noGrp="1"/>
          </p:cNvSpPr>
          <p:nvPr>
            <p:ph type="title"/>
          </p:nvPr>
        </p:nvSpPr>
        <p:spPr/>
        <p:txBody>
          <a:bodyPr/>
          <a:lstStyle/>
          <a:p>
            <a:r>
              <a:rPr lang="zh-CN" altLang="en-US" dirty="0"/>
              <a:t>文件的读写操作</a:t>
            </a:r>
            <a:endParaRPr lang="zh-CN" altLang="en-US" dirty="0"/>
          </a:p>
        </p:txBody>
      </p:sp>
      <p:sp>
        <p:nvSpPr>
          <p:cNvPr id="11" name="内容占位符 10"/>
          <p:cNvSpPr>
            <a:spLocks noGrp="1"/>
          </p:cNvSpPr>
          <p:nvPr>
            <p:ph sz="quarter" idx="14"/>
          </p:nvPr>
        </p:nvSpPr>
        <p:spPr/>
        <p:txBody>
          <a:bodyPr/>
          <a:lstStyle/>
          <a:p>
            <a:r>
              <a:rPr lang="en-US" altLang="zh-CN" dirty="0"/>
              <a:t>7.1.4</a:t>
            </a:r>
            <a:endParaRPr lang="zh-CN" altLang="en-US" dirty="0"/>
          </a:p>
        </p:txBody>
      </p:sp>
      <p:sp>
        <p:nvSpPr>
          <p:cNvPr id="2" name="内容占位符 1"/>
          <p:cNvSpPr txBox="1"/>
          <p:nvPr/>
        </p:nvSpPr>
        <p:spPr>
          <a:xfrm>
            <a:off x="1080134" y="975722"/>
            <a:ext cx="10031730" cy="3428574"/>
          </a:xfrm>
          <a:prstGeom prst="rect">
            <a:avLst/>
          </a:prstGeom>
          <a:noFill/>
          <a:ln>
            <a:noFill/>
          </a:ln>
          <a:effectLst/>
        </p:spPr>
        <p:txBody>
          <a:bodyPr vert="horz" lIns="91440" tIns="45720" rIns="91440" bIns="45720" rtlCol="0">
            <a:norm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514350" indent="-514350">
              <a:lnSpc>
                <a:spcPct val="150000"/>
              </a:lnSpc>
              <a:buClr>
                <a:srgbClr val="0070C0"/>
              </a:buClr>
              <a:buFont typeface="+mj-lt"/>
              <a:buAutoNum type="arabicPeriod" startAt="2"/>
            </a:pPr>
            <a:r>
              <a:rPr lang="en-US" altLang="zh-CN" sz="2400" b="1" dirty="0" err="1">
                <a:solidFill>
                  <a:srgbClr val="FF6A02"/>
                </a:solidFill>
                <a:latin typeface="微软雅黑" panose="020B0503020204020204" pitchFamily="34" charset="-122"/>
                <a:ea typeface="微软雅黑" panose="020B0503020204020204" pitchFamily="34" charset="-122"/>
              </a:rPr>
              <a:t>readline</a:t>
            </a:r>
            <a:r>
              <a:rPr lang="zh-CN" altLang="zh-CN" sz="2400" b="1" dirty="0">
                <a:solidFill>
                  <a:srgbClr val="7102FF"/>
                </a:solidFill>
                <a:latin typeface="微软雅黑" panose="020B0503020204020204" pitchFamily="34" charset="-122"/>
                <a:ea typeface="微软雅黑" panose="020B0503020204020204" pitchFamily="34" charset="-122"/>
              </a:rPr>
              <a:t>(</a:t>
            </a:r>
            <a:r>
              <a:rPr lang="zh-CN" altLang="zh-CN" sz="2400" b="1" dirty="0">
                <a:solidFill>
                  <a:srgbClr val="660099"/>
                </a:solidFill>
                <a:latin typeface="微软雅黑" panose="020B0503020204020204" pitchFamily="34" charset="-122"/>
                <a:ea typeface="微软雅黑" panose="020B0503020204020204" pitchFamily="34" charset="-122"/>
              </a:rPr>
              <a:t>size</a:t>
            </a:r>
            <a:r>
              <a:rPr lang="en-US" altLang="zh-CN" sz="2400" b="1" dirty="0">
                <a:solidFill>
                  <a:srgbClr val="4874CB">
                    <a:lumMod val="75000"/>
                  </a:srgbClr>
                </a:solidFill>
                <a:latin typeface="微软雅黑" panose="020B0503020204020204" pitchFamily="34" charset="-122"/>
                <a:ea typeface="微软雅黑" panose="020B0503020204020204" pitchFamily="34" charset="-122"/>
              </a:rPr>
              <a:t> =</a:t>
            </a:r>
            <a:r>
              <a:rPr lang="en-US" altLang="zh-CN" sz="2400" b="1" dirty="0">
                <a:solidFill>
                  <a:srgbClr val="171BEB"/>
                </a:solidFill>
                <a:latin typeface="微软雅黑" panose="020B0503020204020204" pitchFamily="34" charset="-122"/>
                <a:ea typeface="微软雅黑" panose="020B0503020204020204" pitchFamily="34" charset="-122"/>
              </a:rPr>
              <a:t>-1</a:t>
            </a:r>
            <a:r>
              <a:rPr lang="zh-CN" altLang="zh-CN" sz="2400" b="1" dirty="0">
                <a:solidFill>
                  <a:srgbClr val="7102FF"/>
                </a:solidFill>
                <a:latin typeface="微软雅黑" panose="020B0503020204020204" pitchFamily="34" charset="-122"/>
                <a:ea typeface="微软雅黑" panose="020B0503020204020204" pitchFamily="34" charset="-122"/>
              </a:rPr>
              <a:t>)</a:t>
            </a:r>
            <a:endParaRPr kumimoji="0" lang="zh-CN" altLang="en-US" sz="2400" b="1"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a:p>
            <a:pPr marL="342900" lvl="1" indent="-342900">
              <a:lnSpc>
                <a:spcPct val="150000"/>
              </a:lnSpc>
              <a:spcBef>
                <a:spcPts val="0"/>
              </a:spcBef>
            </a:pPr>
            <a:r>
              <a:rPr lang="zh-CN" altLang="en-US" sz="2000" dirty="0">
                <a:solidFill>
                  <a:sysClr val="windowText" lastClr="000000"/>
                </a:solidFill>
                <a:latin typeface="微软雅黑" panose="020B0503020204020204" pitchFamily="34" charset="-122"/>
                <a:ea typeface="微软雅黑" panose="020B0503020204020204" pitchFamily="34" charset="-122"/>
              </a:rPr>
              <a:t>每次只读取</a:t>
            </a:r>
            <a:r>
              <a:rPr lang="zh-CN" altLang="en-US" sz="2000" b="1" dirty="0">
                <a:solidFill>
                  <a:schemeClr val="accent2"/>
                </a:solidFill>
                <a:latin typeface="微软雅黑" panose="020B0503020204020204" pitchFamily="34" charset="-122"/>
                <a:ea typeface="微软雅黑" panose="020B0503020204020204" pitchFamily="34" charset="-122"/>
              </a:rPr>
              <a:t>一行数据</a:t>
            </a:r>
            <a:r>
              <a:rPr lang="zh-CN" altLang="en-US" sz="2000" dirty="0">
                <a:solidFill>
                  <a:sysClr val="windowText" lastClr="000000"/>
                </a:solidFill>
                <a:latin typeface="微软雅黑" panose="020B0503020204020204" pitchFamily="34" charset="-122"/>
                <a:ea typeface="微软雅黑" panose="020B0503020204020204" pitchFamily="34" charset="-122"/>
              </a:rPr>
              <a:t>，文件指针移动到下一行开始。</a:t>
            </a:r>
            <a:endParaRPr lang="en-US" altLang="zh-CN" sz="2000" dirty="0">
              <a:solidFill>
                <a:sysClr val="windowText" lastClr="000000"/>
              </a:solidFill>
              <a:latin typeface="微软雅黑" panose="020B0503020204020204" pitchFamily="34" charset="-122"/>
              <a:ea typeface="微软雅黑" panose="020B0503020204020204" pitchFamily="34" charset="-122"/>
            </a:endParaRPr>
          </a:p>
          <a:p>
            <a:pPr marL="342900" lvl="1" indent="-342900">
              <a:lnSpc>
                <a:spcPct val="150000"/>
              </a:lnSpc>
              <a:spcBef>
                <a:spcPts val="0"/>
              </a:spcBef>
            </a:pPr>
            <a:r>
              <a:rPr lang="zh-CN" altLang="en-US" sz="2000" dirty="0">
                <a:solidFill>
                  <a:sysClr val="windowText" lastClr="000000"/>
                </a:solidFill>
                <a:latin typeface="微软雅黑" panose="020B0503020204020204" pitchFamily="34" charset="-122"/>
                <a:ea typeface="微软雅黑" panose="020B0503020204020204" pitchFamily="34" charset="-122"/>
              </a:rPr>
              <a:t>当指针已经处于文件末尾时，返回一个空字符串。</a:t>
            </a:r>
            <a:endParaRPr lang="zh-CN" altLang="en-US" sz="2000" dirty="0">
              <a:solidFill>
                <a:sysClr val="windowText" lastClr="000000"/>
              </a:solidFill>
              <a:latin typeface="微软雅黑" panose="020B0503020204020204" pitchFamily="34" charset="-122"/>
              <a:ea typeface="微软雅黑" panose="020B0503020204020204" pitchFamily="34" charset="-122"/>
            </a:endParaRPr>
          </a:p>
          <a:p>
            <a:pPr marL="342900" lvl="1" indent="-342900">
              <a:lnSpc>
                <a:spcPct val="150000"/>
              </a:lnSpc>
              <a:spcBef>
                <a:spcPts val="0"/>
              </a:spcBef>
            </a:pPr>
            <a:r>
              <a:rPr lang="zh-CN" altLang="en-US" sz="2000" dirty="0">
                <a:solidFill>
                  <a:sysClr val="windowText" lastClr="000000"/>
                </a:solidFill>
                <a:latin typeface="微软雅黑" panose="020B0503020204020204" pitchFamily="34" charset="-122"/>
                <a:ea typeface="微软雅黑" panose="020B0503020204020204" pitchFamily="34" charset="-122"/>
              </a:rPr>
              <a:t>如果指定了 </a:t>
            </a:r>
            <a:r>
              <a:rPr lang="en-US" altLang="zh-CN" sz="2000" dirty="0">
                <a:solidFill>
                  <a:sysClr val="windowText" lastClr="000000"/>
                </a:solidFill>
                <a:latin typeface="微软雅黑" panose="020B0503020204020204" pitchFamily="34" charset="-122"/>
                <a:ea typeface="微软雅黑" panose="020B0503020204020204" pitchFamily="34" charset="-122"/>
              </a:rPr>
              <a:t>size </a:t>
            </a:r>
            <a:r>
              <a:rPr lang="zh-CN" altLang="en-US" sz="2000" dirty="0">
                <a:solidFill>
                  <a:sysClr val="windowText" lastClr="000000"/>
                </a:solidFill>
                <a:latin typeface="微软雅黑" panose="020B0503020204020204" pitchFamily="34" charset="-122"/>
                <a:ea typeface="微软雅黑" panose="020B0503020204020204" pitchFamily="34" charset="-122"/>
              </a:rPr>
              <a:t>，将在当前行读取最多 </a:t>
            </a:r>
            <a:r>
              <a:rPr lang="en-US" altLang="zh-CN" sz="2000" dirty="0">
                <a:solidFill>
                  <a:sysClr val="windowText" lastClr="000000"/>
                </a:solidFill>
                <a:latin typeface="微软雅黑" panose="020B0503020204020204" pitchFamily="34" charset="-122"/>
                <a:ea typeface="微软雅黑" panose="020B0503020204020204" pitchFamily="34" charset="-122"/>
              </a:rPr>
              <a:t>size </a:t>
            </a:r>
            <a:r>
              <a:rPr lang="zh-CN" altLang="en-US" sz="2000" dirty="0">
                <a:solidFill>
                  <a:sysClr val="windowText" lastClr="000000"/>
                </a:solidFill>
                <a:latin typeface="微软雅黑" panose="020B0503020204020204" pitchFamily="34" charset="-122"/>
                <a:ea typeface="微软雅黑" panose="020B0503020204020204" pitchFamily="34" charset="-122"/>
              </a:rPr>
              <a:t>个字符，本行剩余字符少于 </a:t>
            </a:r>
            <a:r>
              <a:rPr lang="en-US" altLang="zh-CN" sz="2000" dirty="0">
                <a:solidFill>
                  <a:sysClr val="windowText" lastClr="000000"/>
                </a:solidFill>
                <a:latin typeface="微软雅黑" panose="020B0503020204020204" pitchFamily="34" charset="-122"/>
                <a:ea typeface="微软雅黑" panose="020B0503020204020204" pitchFamily="34" charset="-122"/>
              </a:rPr>
              <a:t>size </a:t>
            </a:r>
            <a:r>
              <a:rPr lang="zh-CN" altLang="en-US" sz="2000" dirty="0">
                <a:solidFill>
                  <a:sysClr val="windowText" lastClr="000000"/>
                </a:solidFill>
                <a:latin typeface="微软雅黑" panose="020B0503020204020204" pitchFamily="34" charset="-122"/>
                <a:ea typeface="微软雅黑" panose="020B0503020204020204" pitchFamily="34" charset="-122"/>
              </a:rPr>
              <a:t>时，读取到</a:t>
            </a:r>
            <a:r>
              <a:rPr lang="zh-CN" altLang="en-US" sz="2000" b="1" dirty="0">
                <a:solidFill>
                  <a:schemeClr val="accent2"/>
                </a:solidFill>
                <a:latin typeface="微软雅黑" panose="020B0503020204020204" pitchFamily="34" charset="-122"/>
                <a:ea typeface="微软雅黑" panose="020B0503020204020204" pitchFamily="34" charset="-122"/>
              </a:rPr>
              <a:t>本行结束</a:t>
            </a:r>
            <a:r>
              <a:rPr lang="zh-CN" altLang="en-US" sz="2000" dirty="0">
                <a:solidFill>
                  <a:sysClr val="windowText" lastClr="000000"/>
                </a:solidFill>
                <a:latin typeface="微软雅黑" panose="020B0503020204020204" pitchFamily="34" charset="-122"/>
                <a:ea typeface="微软雅黑" panose="020B0503020204020204" pitchFamily="34" charset="-122"/>
              </a:rPr>
              <a:t>。</a:t>
            </a:r>
            <a:endParaRPr lang="zh-CN" altLang="en-US" sz="2000" dirty="0">
              <a:solidFill>
                <a:sysClr val="windowText" lastClr="000000"/>
              </a:solidFill>
              <a:latin typeface="微软雅黑" panose="020B0503020204020204" pitchFamily="34" charset="-122"/>
              <a:ea typeface="微软雅黑" panose="020B0503020204020204" pitchFamily="34" charset="-122"/>
            </a:endParaRPr>
          </a:p>
          <a:p>
            <a:pPr marL="342900" lvl="1" indent="-342900">
              <a:lnSpc>
                <a:spcPct val="150000"/>
              </a:lnSpc>
              <a:spcBef>
                <a:spcPts val="0"/>
              </a:spcBef>
            </a:pPr>
            <a:r>
              <a:rPr lang="en-US" altLang="zh-CN" sz="2000" dirty="0" err="1">
                <a:solidFill>
                  <a:sysClr val="windowText" lastClr="000000"/>
                </a:solidFill>
                <a:latin typeface="微软雅黑" panose="020B0503020204020204" pitchFamily="34" charset="-122"/>
                <a:ea typeface="微软雅黑" panose="020B0503020204020204" pitchFamily="34" charset="-122"/>
              </a:rPr>
              <a:t>readline</a:t>
            </a:r>
            <a:r>
              <a:rPr lang="en-US" altLang="zh-CN" sz="2000" dirty="0">
                <a:solidFill>
                  <a:sysClr val="windowText" lastClr="000000"/>
                </a:solidFill>
                <a:latin typeface="微软雅黑" panose="020B0503020204020204" pitchFamily="34" charset="-122"/>
                <a:ea typeface="微软雅黑" panose="020B0503020204020204" pitchFamily="34" charset="-122"/>
              </a:rPr>
              <a:t>() </a:t>
            </a:r>
            <a:r>
              <a:rPr lang="zh-CN" altLang="en-US" sz="2000" dirty="0">
                <a:solidFill>
                  <a:sysClr val="windowText" lastClr="000000"/>
                </a:solidFill>
                <a:latin typeface="微软雅黑" panose="020B0503020204020204" pitchFamily="34" charset="-122"/>
                <a:ea typeface="微软雅黑" panose="020B0503020204020204" pitchFamily="34" charset="-122"/>
              </a:rPr>
              <a:t>方法通常比 </a:t>
            </a:r>
            <a:r>
              <a:rPr lang="en-US" altLang="zh-CN" sz="2000" dirty="0" err="1">
                <a:solidFill>
                  <a:sysClr val="windowText" lastClr="000000"/>
                </a:solidFill>
                <a:latin typeface="微软雅黑" panose="020B0503020204020204" pitchFamily="34" charset="-122"/>
                <a:ea typeface="微软雅黑" panose="020B0503020204020204" pitchFamily="34" charset="-122"/>
              </a:rPr>
              <a:t>readlines</a:t>
            </a:r>
            <a:r>
              <a:rPr lang="en-US" altLang="zh-CN" sz="2000" dirty="0">
                <a:solidFill>
                  <a:sysClr val="windowText" lastClr="000000"/>
                </a:solidFill>
                <a:latin typeface="微软雅黑" panose="020B0503020204020204" pitchFamily="34" charset="-122"/>
                <a:ea typeface="微软雅黑" panose="020B0503020204020204" pitchFamily="34" charset="-122"/>
              </a:rPr>
              <a:t>() </a:t>
            </a:r>
            <a:r>
              <a:rPr lang="zh-CN" altLang="en-US" sz="2000" dirty="0">
                <a:solidFill>
                  <a:sysClr val="windowText" lastClr="000000"/>
                </a:solidFill>
                <a:latin typeface="微软雅黑" panose="020B0503020204020204" pitchFamily="34" charset="-122"/>
                <a:ea typeface="微软雅黑" panose="020B0503020204020204" pitchFamily="34" charset="-122"/>
              </a:rPr>
              <a:t>速度慢，仅当没有足够内存可以一次读取整个文件时，才使用 </a:t>
            </a:r>
            <a:r>
              <a:rPr lang="en-US" altLang="zh-CN" sz="2000" dirty="0" err="1">
                <a:solidFill>
                  <a:sysClr val="windowText" lastClr="000000"/>
                </a:solidFill>
                <a:latin typeface="微软雅黑" panose="020B0503020204020204" pitchFamily="34" charset="-122"/>
                <a:ea typeface="微软雅黑" panose="020B0503020204020204" pitchFamily="34" charset="-122"/>
              </a:rPr>
              <a:t>readline</a:t>
            </a:r>
            <a:r>
              <a:rPr lang="en-US" altLang="zh-CN" sz="2000" dirty="0">
                <a:solidFill>
                  <a:sysClr val="windowText" lastClr="000000"/>
                </a:solidFill>
                <a:latin typeface="微软雅黑" panose="020B0503020204020204" pitchFamily="34" charset="-122"/>
                <a:ea typeface="微软雅黑" panose="020B0503020204020204" pitchFamily="34" charset="-122"/>
              </a:rPr>
              <a:t>() </a:t>
            </a:r>
            <a:r>
              <a:rPr lang="zh-CN" altLang="en-US" sz="2000" dirty="0">
                <a:solidFill>
                  <a:sysClr val="windowText" lastClr="000000"/>
                </a:solidFill>
                <a:latin typeface="微软雅黑" panose="020B0503020204020204" pitchFamily="34" charset="-122"/>
                <a:ea typeface="微软雅黑" panose="020B0503020204020204" pitchFamily="34" charset="-122"/>
              </a:rPr>
              <a:t>方法。</a:t>
            </a:r>
            <a:endParaRPr lang="zh-CN" altLang="en-US" sz="2000" dirty="0">
              <a:solidFill>
                <a:sysClr val="windowText" lastClr="000000"/>
              </a:solidFill>
              <a:latin typeface="微软雅黑" panose="020B0503020204020204" pitchFamily="34" charset="-122"/>
              <a:ea typeface="微软雅黑" panose="020B0503020204020204" pitchFamily="34" charset="-122"/>
            </a:endParaRPr>
          </a:p>
        </p:txBody>
      </p:sp>
      <p:sp>
        <p:nvSpPr>
          <p:cNvPr id="3" name="内容占位符 5"/>
          <p:cNvSpPr txBox="1"/>
          <p:nvPr/>
        </p:nvSpPr>
        <p:spPr>
          <a:xfrm>
            <a:off x="780060" y="4404297"/>
            <a:ext cx="10631877" cy="2292598"/>
          </a:xfrm>
          <a:prstGeom prst="roundRect">
            <a:avLst>
              <a:gd name="adj" fmla="val 15956"/>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dirty="0">
                <a:solidFill>
                  <a:srgbClr val="4B69C6"/>
                </a:solidFill>
                <a:latin typeface="+mj-lt"/>
              </a:rPr>
              <a:t>with</a:t>
            </a:r>
            <a:r>
              <a:rPr lang="en-US" altLang="zh-CN" dirty="0">
                <a:solidFill>
                  <a:srgbClr val="333333"/>
                </a:solidFill>
                <a:latin typeface="+mj-lt"/>
              </a:rPr>
              <a:t> </a:t>
            </a:r>
            <a:r>
              <a:rPr lang="en-US" altLang="zh-CN" b="1" dirty="0">
                <a:solidFill>
                  <a:srgbClr val="AA3731"/>
                </a:solidFill>
                <a:latin typeface="+mj-lt"/>
              </a:rPr>
              <a:t>open</a:t>
            </a:r>
            <a:r>
              <a:rPr lang="en-US" altLang="zh-CN" dirty="0">
                <a:solidFill>
                  <a:srgbClr val="777777"/>
                </a:solidFill>
                <a:latin typeface="+mj-lt"/>
              </a:rPr>
              <a:t>('</a:t>
            </a:r>
            <a:r>
              <a:rPr lang="zh-CN" altLang="en-US" dirty="0">
                <a:solidFill>
                  <a:srgbClr val="448C27"/>
                </a:solidFill>
                <a:latin typeface="+mj-lt"/>
              </a:rPr>
              <a:t>静夜思</a:t>
            </a:r>
            <a:r>
              <a:rPr lang="en-US" altLang="zh-CN" dirty="0">
                <a:solidFill>
                  <a:srgbClr val="448C27"/>
                </a:solidFill>
                <a:latin typeface="+mj-lt"/>
              </a:rPr>
              <a:t>.txt</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448C27"/>
                </a:solidFill>
                <a:latin typeface="+mj-lt"/>
              </a:rPr>
              <a:t>r</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encoding</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448C27"/>
                </a:solidFill>
                <a:latin typeface="+mj-lt"/>
              </a:rPr>
              <a:t>utf-8</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4B69C6"/>
                </a:solidFill>
                <a:latin typeface="+mj-lt"/>
              </a:rPr>
              <a:t>as</a:t>
            </a:r>
            <a:r>
              <a:rPr lang="en-US" altLang="zh-CN" dirty="0">
                <a:solidFill>
                  <a:srgbClr val="333333"/>
                </a:solidFill>
                <a:latin typeface="+mj-lt"/>
              </a:rPr>
              <a:t> </a:t>
            </a:r>
            <a:r>
              <a:rPr lang="en-US" altLang="zh-CN" dirty="0">
                <a:solidFill>
                  <a:srgbClr val="7A3E9D"/>
                </a:solidFill>
                <a:latin typeface="+mj-lt"/>
              </a:rPr>
              <a:t>f</a:t>
            </a:r>
            <a:r>
              <a:rPr lang="en-US" altLang="zh-CN" dirty="0">
                <a:solidFill>
                  <a:srgbClr val="777777"/>
                </a:solidFill>
                <a:latin typeface="+mj-lt"/>
              </a:rPr>
              <a:t>:</a:t>
            </a:r>
            <a:endParaRPr lang="en-US" altLang="zh-CN" dirty="0">
              <a:solidFill>
                <a:srgbClr val="333333"/>
              </a:solidFill>
              <a:latin typeface="+mj-lt"/>
            </a:endParaRPr>
          </a:p>
          <a:p>
            <a:r>
              <a:rPr lang="en-US" altLang="zh-CN" dirty="0">
                <a:solidFill>
                  <a:srgbClr val="333333"/>
                </a:solidFill>
                <a:latin typeface="+mj-lt"/>
              </a:rPr>
              <a:t>    </a:t>
            </a:r>
            <a:r>
              <a:rPr lang="en-US" altLang="zh-CN" dirty="0">
                <a:solidFill>
                  <a:srgbClr val="7A3E9D"/>
                </a:solidFill>
                <a:latin typeface="+mj-lt"/>
              </a:rPr>
              <a:t>txt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err="1">
                <a:solidFill>
                  <a:srgbClr val="7A3E9D"/>
                </a:solidFill>
                <a:latin typeface="+mj-lt"/>
              </a:rPr>
              <a:t>f</a:t>
            </a:r>
            <a:r>
              <a:rPr lang="en-US" altLang="zh-CN" dirty="0" err="1">
                <a:solidFill>
                  <a:srgbClr val="777777"/>
                </a:solidFill>
                <a:latin typeface="+mj-lt"/>
              </a:rPr>
              <a:t>.</a:t>
            </a:r>
            <a:r>
              <a:rPr lang="en-US" altLang="zh-CN" b="1" dirty="0" err="1">
                <a:solidFill>
                  <a:srgbClr val="AA3731"/>
                </a:solidFill>
                <a:latin typeface="+mj-lt"/>
              </a:rPr>
              <a:t>read</a:t>
            </a:r>
            <a:r>
              <a:rPr lang="en-US" altLang="zh-CN" dirty="0">
                <a:solidFill>
                  <a:srgbClr val="777777"/>
                </a:solidFill>
                <a:latin typeface="+mj-lt"/>
              </a:rPr>
              <a:t>(</a:t>
            </a:r>
            <a:r>
              <a:rPr lang="en-US" altLang="zh-CN" dirty="0">
                <a:solidFill>
                  <a:srgbClr val="9C5D27"/>
                </a:solidFill>
                <a:latin typeface="+mj-lt"/>
              </a:rPr>
              <a:t>14</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读 </a:t>
            </a:r>
            <a:r>
              <a:rPr lang="en-US" altLang="zh-CN" dirty="0">
                <a:solidFill>
                  <a:srgbClr val="AAAAAA"/>
                </a:solidFill>
                <a:latin typeface="+mj-lt"/>
              </a:rPr>
              <a:t>14 </a:t>
            </a:r>
            <a:r>
              <a:rPr lang="zh-CN" altLang="en-US" dirty="0">
                <a:solidFill>
                  <a:srgbClr val="AAAAAA"/>
                </a:solidFill>
                <a:latin typeface="+mj-lt"/>
              </a:rPr>
              <a:t>字符，</a:t>
            </a:r>
            <a:r>
              <a:rPr lang="en-US" altLang="zh-CN" dirty="0">
                <a:solidFill>
                  <a:srgbClr val="AAAAAA"/>
                </a:solidFill>
                <a:latin typeface="+mj-lt"/>
              </a:rPr>
              <a:t>'</a:t>
            </a:r>
            <a:r>
              <a:rPr lang="zh-CN" altLang="en-US" dirty="0">
                <a:solidFill>
                  <a:srgbClr val="AAAAAA"/>
                </a:solidFill>
                <a:latin typeface="+mj-lt"/>
              </a:rPr>
              <a:t>静夜思</a:t>
            </a:r>
            <a:r>
              <a:rPr lang="en-US" altLang="zh-CN" dirty="0">
                <a:solidFill>
                  <a:srgbClr val="AAAAAA"/>
                </a:solidFill>
                <a:latin typeface="+mj-lt"/>
              </a:rPr>
              <a:t>\n</a:t>
            </a:r>
            <a:r>
              <a:rPr lang="zh-CN" altLang="en-US" dirty="0">
                <a:solidFill>
                  <a:srgbClr val="AAAAAA"/>
                </a:solidFill>
                <a:latin typeface="+mj-lt"/>
              </a:rPr>
              <a:t>床前明月光，疑是地上</a:t>
            </a:r>
            <a:r>
              <a:rPr lang="en-US" altLang="zh-CN" dirty="0">
                <a:solidFill>
                  <a:srgbClr val="AAAAAA"/>
                </a:solidFill>
                <a:latin typeface="+mj-lt"/>
              </a:rPr>
              <a:t>'</a:t>
            </a:r>
            <a:endParaRPr lang="zh-CN" altLang="en-US" dirty="0">
              <a:solidFill>
                <a:srgbClr val="333333"/>
              </a:solidFill>
              <a:latin typeface="+mj-lt"/>
            </a:endParaRPr>
          </a:p>
          <a:p>
            <a:r>
              <a:rPr lang="zh-CN" altLang="en-US" dirty="0">
                <a:solidFill>
                  <a:srgbClr val="333333"/>
                </a:solidFill>
                <a:latin typeface="+mj-lt"/>
              </a:rPr>
              <a:t>    </a:t>
            </a:r>
            <a:r>
              <a:rPr lang="en-US" altLang="zh-CN" b="1" dirty="0">
                <a:solidFill>
                  <a:srgbClr val="AA3731"/>
                </a:solidFill>
                <a:latin typeface="+mj-lt"/>
              </a:rPr>
              <a:t>print</a:t>
            </a:r>
            <a:r>
              <a:rPr lang="en-US" altLang="zh-CN" dirty="0">
                <a:solidFill>
                  <a:srgbClr val="777777"/>
                </a:solidFill>
                <a:latin typeface="+mj-lt"/>
              </a:rPr>
              <a:t>(</a:t>
            </a:r>
            <a:r>
              <a:rPr lang="en-US" altLang="zh-CN" dirty="0">
                <a:solidFill>
                  <a:srgbClr val="7A3E9D"/>
                </a:solidFill>
                <a:latin typeface="+mj-lt"/>
              </a:rPr>
              <a:t>txt</a:t>
            </a:r>
            <a:r>
              <a:rPr lang="en-US" altLang="zh-CN" dirty="0">
                <a:solidFill>
                  <a:srgbClr val="777777"/>
                </a:solidFill>
                <a:latin typeface="+mj-lt"/>
              </a:rPr>
              <a:t>)</a:t>
            </a:r>
            <a:endParaRPr lang="en-US" altLang="zh-CN" dirty="0">
              <a:solidFill>
                <a:srgbClr val="333333"/>
              </a:solidFill>
              <a:latin typeface="+mj-lt"/>
            </a:endParaRPr>
          </a:p>
          <a:p>
            <a:r>
              <a:rPr lang="en-US" altLang="zh-CN" dirty="0">
                <a:solidFill>
                  <a:srgbClr val="333333"/>
                </a:solidFill>
                <a:latin typeface="+mj-lt"/>
              </a:rPr>
              <a:t>    </a:t>
            </a:r>
            <a:r>
              <a:rPr lang="en-US" altLang="zh-CN" b="1" dirty="0">
                <a:solidFill>
                  <a:srgbClr val="AA3731"/>
                </a:solidFill>
                <a:latin typeface="+mj-lt"/>
              </a:rPr>
              <a:t>print</a:t>
            </a:r>
            <a:r>
              <a:rPr lang="en-US" altLang="zh-CN" dirty="0">
                <a:solidFill>
                  <a:srgbClr val="777777"/>
                </a:solidFill>
                <a:latin typeface="+mj-lt"/>
              </a:rPr>
              <a:t>(</a:t>
            </a:r>
            <a:r>
              <a:rPr lang="en-US" altLang="zh-CN" dirty="0" err="1">
                <a:solidFill>
                  <a:srgbClr val="7A3E9D"/>
                </a:solidFill>
                <a:latin typeface="+mj-lt"/>
              </a:rPr>
              <a:t>f</a:t>
            </a:r>
            <a:r>
              <a:rPr lang="en-US" altLang="zh-CN" dirty="0" err="1">
                <a:solidFill>
                  <a:srgbClr val="777777"/>
                </a:solidFill>
                <a:latin typeface="+mj-lt"/>
              </a:rPr>
              <a:t>.</a:t>
            </a:r>
            <a:r>
              <a:rPr lang="en-US" altLang="zh-CN" b="1" dirty="0" err="1">
                <a:solidFill>
                  <a:srgbClr val="AA3731"/>
                </a:solidFill>
                <a:latin typeface="+mj-lt"/>
              </a:rPr>
              <a:t>readline</a:t>
            </a:r>
            <a:r>
              <a:rPr lang="en-US" altLang="zh-CN" dirty="0">
                <a:solidFill>
                  <a:srgbClr val="777777"/>
                </a:solidFill>
                <a:latin typeface="+mj-lt"/>
              </a:rPr>
              <a:t>(</a:t>
            </a:r>
            <a:r>
              <a:rPr lang="en-US" altLang="zh-CN" dirty="0">
                <a:solidFill>
                  <a:srgbClr val="9C5D27"/>
                </a:solidFill>
                <a:latin typeface="+mj-lt"/>
              </a:rPr>
              <a:t>6</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本行不足 </a:t>
            </a:r>
            <a:r>
              <a:rPr lang="en-US" altLang="zh-CN" dirty="0">
                <a:solidFill>
                  <a:srgbClr val="AAAAAA"/>
                </a:solidFill>
                <a:latin typeface="+mj-lt"/>
              </a:rPr>
              <a:t>6 </a:t>
            </a:r>
            <a:r>
              <a:rPr lang="zh-CN" altLang="en-US" dirty="0">
                <a:solidFill>
                  <a:srgbClr val="AAAAAA"/>
                </a:solidFill>
                <a:latin typeface="+mj-lt"/>
              </a:rPr>
              <a:t>个字符，只读到行末，</a:t>
            </a:r>
            <a:r>
              <a:rPr lang="en-US" altLang="zh-CN" dirty="0">
                <a:solidFill>
                  <a:srgbClr val="AAAAAA"/>
                </a:solidFill>
                <a:latin typeface="+mj-lt"/>
              </a:rPr>
              <a:t>'</a:t>
            </a:r>
            <a:r>
              <a:rPr lang="zh-CN" altLang="en-US" dirty="0">
                <a:solidFill>
                  <a:srgbClr val="AAAAAA"/>
                </a:solidFill>
                <a:latin typeface="+mj-lt"/>
              </a:rPr>
              <a:t>霜。</a:t>
            </a:r>
            <a:r>
              <a:rPr lang="en-US" altLang="zh-CN" dirty="0">
                <a:solidFill>
                  <a:srgbClr val="AAAAAA"/>
                </a:solidFill>
                <a:latin typeface="+mj-lt"/>
              </a:rPr>
              <a:t>\n'</a:t>
            </a:r>
            <a:endParaRPr lang="en-US" altLang="zh-CN" dirty="0">
              <a:solidFill>
                <a:srgbClr val="333333"/>
              </a:solidFill>
              <a:latin typeface="+mj-lt"/>
            </a:endParaRPr>
          </a:p>
          <a:p>
            <a:r>
              <a:rPr lang="en-US" altLang="zh-CN" dirty="0">
                <a:solidFill>
                  <a:srgbClr val="333333"/>
                </a:solidFill>
                <a:latin typeface="+mj-lt"/>
              </a:rPr>
              <a:t>    </a:t>
            </a:r>
            <a:r>
              <a:rPr lang="en-US" altLang="zh-CN" b="1" dirty="0">
                <a:solidFill>
                  <a:srgbClr val="AA3731"/>
                </a:solidFill>
                <a:latin typeface="+mj-lt"/>
              </a:rPr>
              <a:t>print</a:t>
            </a:r>
            <a:r>
              <a:rPr lang="en-US" altLang="zh-CN" dirty="0">
                <a:solidFill>
                  <a:srgbClr val="777777"/>
                </a:solidFill>
                <a:latin typeface="+mj-lt"/>
              </a:rPr>
              <a:t>(</a:t>
            </a:r>
            <a:r>
              <a:rPr lang="en-US" altLang="zh-CN" dirty="0" err="1">
                <a:solidFill>
                  <a:srgbClr val="7A3E9D"/>
                </a:solidFill>
                <a:latin typeface="+mj-lt"/>
              </a:rPr>
              <a:t>f</a:t>
            </a:r>
            <a:r>
              <a:rPr lang="en-US" altLang="zh-CN" dirty="0" err="1">
                <a:solidFill>
                  <a:srgbClr val="777777"/>
                </a:solidFill>
                <a:latin typeface="+mj-lt"/>
              </a:rPr>
              <a:t>.</a:t>
            </a:r>
            <a:r>
              <a:rPr lang="en-US" altLang="zh-CN" b="1" dirty="0" err="1">
                <a:solidFill>
                  <a:srgbClr val="AA3731"/>
                </a:solidFill>
                <a:latin typeface="+mj-lt"/>
              </a:rPr>
              <a:t>readline</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读取一行，</a:t>
            </a:r>
            <a:r>
              <a:rPr lang="en-US" altLang="zh-CN" dirty="0">
                <a:solidFill>
                  <a:srgbClr val="AAAAAA"/>
                </a:solidFill>
                <a:latin typeface="+mj-lt"/>
              </a:rPr>
              <a:t>'</a:t>
            </a:r>
            <a:r>
              <a:rPr lang="zh-CN" altLang="en-US" dirty="0">
                <a:solidFill>
                  <a:srgbClr val="AAAAAA"/>
                </a:solidFill>
                <a:latin typeface="+mj-lt"/>
              </a:rPr>
              <a:t>举头望明月，低头思故乡。</a:t>
            </a:r>
            <a:r>
              <a:rPr lang="en-US" altLang="zh-CN" dirty="0">
                <a:solidFill>
                  <a:srgbClr val="AAAAAA"/>
                </a:solidFill>
                <a:latin typeface="+mj-lt"/>
              </a:rPr>
              <a:t>\n'</a:t>
            </a:r>
            <a:endParaRPr lang="en-US" altLang="zh-CN" dirty="0">
              <a:solidFill>
                <a:srgbClr val="333333"/>
              </a:solidFill>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2"/>
          <p:cNvSpPr>
            <a:spLocks noGrp="1"/>
          </p:cNvSpPr>
          <p:nvPr>
            <p:ph type="title"/>
          </p:nvPr>
        </p:nvSpPr>
        <p:spPr/>
        <p:txBody>
          <a:bodyPr/>
          <a:lstStyle/>
          <a:p>
            <a:r>
              <a:rPr lang="zh-CN" altLang="en-US" dirty="0"/>
              <a:t>文件的读写操作</a:t>
            </a:r>
            <a:endParaRPr lang="zh-CN" altLang="en-US" dirty="0"/>
          </a:p>
        </p:txBody>
      </p:sp>
      <p:sp>
        <p:nvSpPr>
          <p:cNvPr id="11" name="内容占位符 10"/>
          <p:cNvSpPr>
            <a:spLocks noGrp="1"/>
          </p:cNvSpPr>
          <p:nvPr>
            <p:ph sz="quarter" idx="14"/>
          </p:nvPr>
        </p:nvSpPr>
        <p:spPr/>
        <p:txBody>
          <a:bodyPr/>
          <a:lstStyle/>
          <a:p>
            <a:r>
              <a:rPr lang="en-US" altLang="zh-CN" dirty="0"/>
              <a:t>7.1.4</a:t>
            </a:r>
            <a:endParaRPr lang="zh-CN" altLang="en-US" dirty="0"/>
          </a:p>
        </p:txBody>
      </p:sp>
      <p:sp>
        <p:nvSpPr>
          <p:cNvPr id="2" name="内容占位符 1"/>
          <p:cNvSpPr txBox="1"/>
          <p:nvPr/>
        </p:nvSpPr>
        <p:spPr>
          <a:xfrm>
            <a:off x="1080134" y="975722"/>
            <a:ext cx="10031730" cy="2534394"/>
          </a:xfrm>
          <a:prstGeom prst="rect">
            <a:avLst/>
          </a:prstGeom>
          <a:noFill/>
          <a:ln>
            <a:noFill/>
          </a:ln>
          <a:effectLst/>
        </p:spPr>
        <p:txBody>
          <a:bodyPr vert="horz" lIns="91440" tIns="45720" rIns="91440" bIns="45720" rtlCol="0">
            <a:norm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514350" indent="-514350">
              <a:lnSpc>
                <a:spcPct val="150000"/>
              </a:lnSpc>
              <a:buClr>
                <a:srgbClr val="0070C0"/>
              </a:buClr>
              <a:buFont typeface="+mj-lt"/>
              <a:buAutoNum type="arabicPeriod" startAt="3"/>
            </a:pPr>
            <a:r>
              <a:rPr kumimoji="0" lang="zh-CN" altLang="zh-CN" sz="2400" b="1" i="0" u="none" strike="noStrike" kern="1200" cap="none" spc="0" normalizeH="0" baseline="0" noProof="0" dirty="0">
                <a:ln>
                  <a:noFill/>
                </a:ln>
                <a:solidFill>
                  <a:srgbClr val="FF6A02"/>
                </a:solidFill>
                <a:effectLst/>
                <a:uLnTx/>
                <a:uFillTx/>
                <a:latin typeface="微软雅黑" panose="020B0503020204020204" pitchFamily="34" charset="-122"/>
                <a:ea typeface="微软雅黑" panose="020B0503020204020204" pitchFamily="34" charset="-122"/>
                <a:cs typeface="+mn-cs"/>
              </a:rPr>
              <a:t>readlines</a:t>
            </a:r>
            <a:r>
              <a:rPr kumimoji="0" lang="zh-CN" altLang="zh-CN" sz="2400" b="1" i="0" u="none" strike="noStrike" kern="1200" cap="none" spc="0" normalizeH="0" baseline="0" noProof="0" dirty="0">
                <a:ln>
                  <a:noFill/>
                </a:ln>
                <a:solidFill>
                  <a:srgbClr val="7102FF"/>
                </a:solidFill>
                <a:effectLst/>
                <a:uLnTx/>
                <a:uFillTx/>
                <a:latin typeface="微软雅黑" panose="020B0503020204020204" pitchFamily="34" charset="-122"/>
                <a:ea typeface="微软雅黑" panose="020B0503020204020204" pitchFamily="34" charset="-122"/>
                <a:cs typeface="+mn-cs"/>
              </a:rPr>
              <a:t>(</a:t>
            </a:r>
            <a:r>
              <a:rPr kumimoji="0" lang="zh-CN" altLang="zh-CN" sz="2400" b="1" i="0" u="none" strike="noStrike" kern="1200" cap="none" spc="0" normalizeH="0" baseline="0" noProof="0" dirty="0">
                <a:ln>
                  <a:noFill/>
                </a:ln>
                <a:solidFill>
                  <a:srgbClr val="660099"/>
                </a:solidFill>
                <a:effectLst/>
                <a:uLnTx/>
                <a:uFillTx/>
                <a:latin typeface="微软雅黑" panose="020B0503020204020204" pitchFamily="34" charset="-122"/>
                <a:ea typeface="微软雅黑" panose="020B0503020204020204" pitchFamily="34" charset="-122"/>
                <a:cs typeface="+mn-cs"/>
              </a:rPr>
              <a:t>hint</a:t>
            </a:r>
            <a:r>
              <a:rPr kumimoji="0" lang="zh-CN" altLang="zh-CN" sz="2400" b="1" i="0" u="none" strike="noStrike" kern="1200" cap="none" spc="0" normalizeH="0" baseline="0" noProof="0" dirty="0">
                <a:ln>
                  <a:noFill/>
                </a:ln>
                <a:solidFill>
                  <a:srgbClr val="025DFF"/>
                </a:solidFill>
                <a:effectLst/>
                <a:uLnTx/>
                <a:uFillTx/>
                <a:latin typeface="微软雅黑" panose="020B0503020204020204" pitchFamily="34" charset="-122"/>
                <a:ea typeface="微软雅黑" panose="020B0503020204020204" pitchFamily="34" charset="-122"/>
                <a:cs typeface="+mn-cs"/>
              </a:rPr>
              <a:t>=-</a:t>
            </a:r>
            <a:r>
              <a:rPr kumimoji="0" lang="zh-CN" altLang="zh-CN" sz="2400" b="1" i="0" u="none" strike="noStrike" kern="1200" cap="none" spc="0" normalizeH="0" baseline="0" noProof="0" dirty="0">
                <a:ln>
                  <a:noFill/>
                </a:ln>
                <a:solidFill>
                  <a:srgbClr val="171BEB"/>
                </a:solidFill>
                <a:effectLst/>
                <a:uLnTx/>
                <a:uFillTx/>
                <a:latin typeface="微软雅黑" panose="020B0503020204020204" pitchFamily="34" charset="-122"/>
                <a:ea typeface="微软雅黑" panose="020B0503020204020204" pitchFamily="34" charset="-122"/>
                <a:cs typeface="+mn-cs"/>
              </a:rPr>
              <a:t>1</a:t>
            </a:r>
            <a:r>
              <a:rPr kumimoji="0" lang="zh-CN" altLang="zh-CN" sz="2400" b="1" i="0" u="none" strike="noStrike" kern="1200" cap="none" spc="0" normalizeH="0" baseline="0" noProof="0" dirty="0">
                <a:ln>
                  <a:noFill/>
                </a:ln>
                <a:solidFill>
                  <a:srgbClr val="7102FF"/>
                </a:solidFill>
                <a:effectLst/>
                <a:uLnTx/>
                <a:uFillTx/>
                <a:latin typeface="微软雅黑" panose="020B0503020204020204" pitchFamily="34" charset="-122"/>
                <a:ea typeface="微软雅黑" panose="020B0503020204020204" pitchFamily="34" charset="-122"/>
                <a:cs typeface="+mn-cs"/>
              </a:rPr>
              <a:t>)</a:t>
            </a:r>
            <a:endParaRPr kumimoji="0" lang="zh-CN" altLang="en-US" sz="2400" b="1"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a:p>
            <a:pPr marL="342900" lvl="1" indent="-342900">
              <a:lnSpc>
                <a:spcPct val="150000"/>
              </a:lnSpc>
              <a:spcBef>
                <a:spcPts val="0"/>
              </a:spcBef>
            </a:pPr>
            <a:r>
              <a:rPr lang="zh-CN" altLang="en-US" sz="2000" dirty="0">
                <a:solidFill>
                  <a:sysClr val="windowText" lastClr="000000"/>
                </a:solidFill>
                <a:latin typeface="微软雅黑" panose="020B0503020204020204" pitchFamily="34" charset="-122"/>
                <a:ea typeface="微软雅黑" panose="020B0503020204020204" pitchFamily="34" charset="-122"/>
              </a:rPr>
              <a:t>一次读取文件中</a:t>
            </a:r>
            <a:r>
              <a:rPr lang="zh-CN" altLang="en-US" sz="2000" b="1" dirty="0">
                <a:solidFill>
                  <a:schemeClr val="accent2"/>
                </a:solidFill>
                <a:latin typeface="微软雅黑" panose="020B0503020204020204" pitchFamily="34" charset="-122"/>
                <a:ea typeface="微软雅黑" panose="020B0503020204020204" pitchFamily="34" charset="-122"/>
              </a:rPr>
              <a:t>所有数据行</a:t>
            </a:r>
            <a:r>
              <a:rPr lang="zh-CN" altLang="en-US" sz="2000" dirty="0">
                <a:solidFill>
                  <a:sysClr val="windowText" lastClr="000000"/>
                </a:solidFill>
                <a:latin typeface="微软雅黑" panose="020B0503020204020204" pitchFamily="34" charset="-122"/>
                <a:ea typeface="微软雅黑" panose="020B0503020204020204" pitchFamily="34" charset="-122"/>
              </a:rPr>
              <a:t>，文件指针一次性就移动到文件</a:t>
            </a:r>
            <a:r>
              <a:rPr lang="zh-CN" altLang="en-US" sz="2000" b="1" dirty="0">
                <a:solidFill>
                  <a:schemeClr val="accent2"/>
                </a:solidFill>
                <a:latin typeface="微软雅黑" panose="020B0503020204020204" pitchFamily="34" charset="-122"/>
                <a:ea typeface="微软雅黑" panose="020B0503020204020204" pitchFamily="34" charset="-122"/>
              </a:rPr>
              <a:t>结尾</a:t>
            </a:r>
            <a:r>
              <a:rPr lang="zh-CN" altLang="en-US" sz="2000" dirty="0">
                <a:solidFill>
                  <a:sysClr val="windowText" lastClr="000000"/>
                </a:solidFill>
                <a:latin typeface="微软雅黑" panose="020B0503020204020204" pitchFamily="34" charset="-122"/>
                <a:ea typeface="微软雅黑" panose="020B0503020204020204" pitchFamily="34" charset="-122"/>
              </a:rPr>
              <a:t>处。</a:t>
            </a:r>
            <a:endParaRPr lang="en-US" altLang="zh-CN" sz="2000" dirty="0">
              <a:solidFill>
                <a:sysClr val="windowText" lastClr="000000"/>
              </a:solidFill>
              <a:latin typeface="微软雅黑" panose="020B0503020204020204" pitchFamily="34" charset="-122"/>
              <a:ea typeface="微软雅黑" panose="020B0503020204020204" pitchFamily="34" charset="-122"/>
            </a:endParaRPr>
          </a:p>
          <a:p>
            <a:pPr marL="342900" lvl="1" indent="-342900">
              <a:lnSpc>
                <a:spcPct val="150000"/>
              </a:lnSpc>
              <a:spcBef>
                <a:spcPts val="0"/>
              </a:spcBef>
            </a:pPr>
            <a:r>
              <a:rPr lang="en-US" altLang="zh-CN" sz="2000" dirty="0" err="1">
                <a:solidFill>
                  <a:sysClr val="windowText" lastClr="000000"/>
                </a:solidFill>
                <a:latin typeface="微软雅黑" panose="020B0503020204020204" pitchFamily="34" charset="-122"/>
                <a:ea typeface="微软雅黑" panose="020B0503020204020204" pitchFamily="34" charset="-122"/>
              </a:rPr>
              <a:t>readlines</a:t>
            </a:r>
            <a:r>
              <a:rPr lang="en-US" altLang="zh-CN" sz="2000" dirty="0">
                <a:solidFill>
                  <a:sysClr val="windowText" lastClr="000000"/>
                </a:solidFill>
                <a:latin typeface="微软雅黑" panose="020B0503020204020204" pitchFamily="34" charset="-122"/>
                <a:ea typeface="微软雅黑" panose="020B0503020204020204" pitchFamily="34" charset="-122"/>
              </a:rPr>
              <a:t>() </a:t>
            </a:r>
            <a:r>
              <a:rPr lang="zh-CN" altLang="en-US" sz="2000" dirty="0">
                <a:solidFill>
                  <a:sysClr val="windowText" lastClr="000000"/>
                </a:solidFill>
                <a:latin typeface="微软雅黑" panose="020B0503020204020204" pitchFamily="34" charset="-122"/>
                <a:ea typeface="微软雅黑" panose="020B0503020204020204" pitchFamily="34" charset="-122"/>
              </a:rPr>
              <a:t>方法自动将文件内容转成一个</a:t>
            </a:r>
            <a:r>
              <a:rPr lang="zh-CN" altLang="en-US" sz="2000" b="1" dirty="0">
                <a:solidFill>
                  <a:schemeClr val="accent2"/>
                </a:solidFill>
                <a:latin typeface="微软雅黑" panose="020B0503020204020204" pitchFamily="34" charset="-122"/>
                <a:ea typeface="微软雅黑" panose="020B0503020204020204" pitchFamily="34" charset="-122"/>
              </a:rPr>
              <a:t>列表</a:t>
            </a:r>
            <a:r>
              <a:rPr lang="zh-CN" altLang="en-US" sz="2000" dirty="0">
                <a:solidFill>
                  <a:sysClr val="windowText" lastClr="000000"/>
                </a:solidFill>
                <a:latin typeface="微软雅黑" panose="020B0503020204020204" pitchFamily="34" charset="-122"/>
                <a:ea typeface="微软雅黑" panose="020B0503020204020204" pitchFamily="34" charset="-122"/>
              </a:rPr>
              <a:t>，列表中每个元素是文件对象中的一行数据，该列表可以由 </a:t>
            </a:r>
            <a:r>
              <a:rPr lang="en-US" altLang="zh-CN" sz="2000" dirty="0">
                <a:solidFill>
                  <a:sysClr val="windowText" lastClr="000000"/>
                </a:solidFill>
                <a:latin typeface="微软雅黑" panose="020B0503020204020204" pitchFamily="34" charset="-122"/>
                <a:ea typeface="微软雅黑" panose="020B0503020204020204" pitchFamily="34" charset="-122"/>
              </a:rPr>
              <a:t>for... in ... </a:t>
            </a:r>
            <a:r>
              <a:rPr lang="zh-CN" altLang="en-US" sz="2000" dirty="0">
                <a:solidFill>
                  <a:sysClr val="windowText" lastClr="000000"/>
                </a:solidFill>
                <a:latin typeface="微软雅黑" panose="020B0503020204020204" pitchFamily="34" charset="-122"/>
                <a:ea typeface="微软雅黑" panose="020B0503020204020204" pitchFamily="34" charset="-122"/>
              </a:rPr>
              <a:t>结构进行处理。</a:t>
            </a:r>
            <a:endParaRPr lang="en-US" altLang="zh-CN" sz="2000" dirty="0">
              <a:solidFill>
                <a:sysClr val="windowText" lastClr="000000"/>
              </a:solidFill>
              <a:latin typeface="微软雅黑" panose="020B0503020204020204" pitchFamily="34" charset="-122"/>
              <a:ea typeface="微软雅黑" panose="020B0503020204020204" pitchFamily="34" charset="-122"/>
            </a:endParaRPr>
          </a:p>
          <a:p>
            <a:pPr marL="342900" lvl="1" indent="-342900">
              <a:lnSpc>
                <a:spcPct val="150000"/>
              </a:lnSpc>
              <a:spcBef>
                <a:spcPts val="0"/>
              </a:spcBef>
            </a:pPr>
            <a:r>
              <a:rPr lang="zh-CN" altLang="en-US" sz="2000" dirty="0">
                <a:solidFill>
                  <a:sysClr val="windowText" lastClr="000000"/>
                </a:solidFill>
                <a:latin typeface="微软雅黑" panose="020B0503020204020204" pitchFamily="34" charset="-122"/>
                <a:ea typeface="微软雅黑" panose="020B0503020204020204" pitchFamily="34" charset="-122"/>
              </a:rPr>
              <a:t>指定 </a:t>
            </a:r>
            <a:r>
              <a:rPr lang="en-US" altLang="zh-CN" sz="2000" dirty="0">
                <a:solidFill>
                  <a:sysClr val="windowText" lastClr="000000"/>
                </a:solidFill>
                <a:latin typeface="微软雅黑" panose="020B0503020204020204" pitchFamily="34" charset="-122"/>
                <a:ea typeface="微软雅黑" panose="020B0503020204020204" pitchFamily="34" charset="-122"/>
              </a:rPr>
              <a:t>hint </a:t>
            </a:r>
            <a:r>
              <a:rPr lang="zh-CN" altLang="en-US" sz="2000" dirty="0">
                <a:solidFill>
                  <a:sysClr val="windowText" lastClr="000000"/>
                </a:solidFill>
                <a:latin typeface="微软雅黑" panose="020B0503020204020204" pitchFamily="34" charset="-122"/>
                <a:ea typeface="微软雅黑" panose="020B0503020204020204" pitchFamily="34" charset="-122"/>
              </a:rPr>
              <a:t>参数值来读取的直到</a:t>
            </a:r>
            <a:r>
              <a:rPr lang="zh-CN" altLang="en-US" sz="2000" b="1" dirty="0">
                <a:solidFill>
                  <a:schemeClr val="accent2"/>
                </a:solidFill>
                <a:latin typeface="微软雅黑" panose="020B0503020204020204" pitchFamily="34" charset="-122"/>
                <a:ea typeface="微软雅黑" panose="020B0503020204020204" pitchFamily="34" charset="-122"/>
              </a:rPr>
              <a:t>指定字符所在的行</a:t>
            </a:r>
            <a:r>
              <a:rPr lang="zh-CN" altLang="en-US" sz="2000" dirty="0">
                <a:solidFill>
                  <a:sysClr val="windowText" lastClr="000000"/>
                </a:solidFill>
                <a:latin typeface="微软雅黑" panose="020B0503020204020204" pitchFamily="34" charset="-122"/>
                <a:ea typeface="微软雅黑" panose="020B0503020204020204" pitchFamily="34" charset="-122"/>
              </a:rPr>
              <a:t>。</a:t>
            </a:r>
            <a:endParaRPr lang="zh-CN" altLang="en-US" sz="2000" dirty="0">
              <a:solidFill>
                <a:sysClr val="windowText" lastClr="000000"/>
              </a:solidFill>
              <a:latin typeface="微软雅黑" panose="020B0503020204020204" pitchFamily="34" charset="-122"/>
              <a:ea typeface="微软雅黑" panose="020B0503020204020204" pitchFamily="34" charset="-122"/>
            </a:endParaRPr>
          </a:p>
        </p:txBody>
      </p:sp>
      <p:sp>
        <p:nvSpPr>
          <p:cNvPr id="3" name="内容占位符 5"/>
          <p:cNvSpPr txBox="1"/>
          <p:nvPr/>
        </p:nvSpPr>
        <p:spPr>
          <a:xfrm>
            <a:off x="780060" y="3510116"/>
            <a:ext cx="10631877" cy="3186779"/>
          </a:xfrm>
          <a:prstGeom prst="roundRect">
            <a:avLst>
              <a:gd name="adj" fmla="val 13206"/>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dirty="0">
                <a:solidFill>
                  <a:srgbClr val="4B69C6"/>
                </a:solidFill>
                <a:latin typeface="+mj-lt"/>
              </a:rPr>
              <a:t>with</a:t>
            </a:r>
            <a:r>
              <a:rPr lang="en-US" altLang="zh-CN" dirty="0">
                <a:solidFill>
                  <a:srgbClr val="333333"/>
                </a:solidFill>
                <a:latin typeface="+mj-lt"/>
              </a:rPr>
              <a:t> </a:t>
            </a:r>
            <a:r>
              <a:rPr lang="en-US" altLang="zh-CN" b="1" dirty="0">
                <a:solidFill>
                  <a:srgbClr val="AA3731"/>
                </a:solidFill>
                <a:latin typeface="+mj-lt"/>
              </a:rPr>
              <a:t>open</a:t>
            </a:r>
            <a:r>
              <a:rPr lang="en-US" altLang="zh-CN" dirty="0">
                <a:solidFill>
                  <a:srgbClr val="777777"/>
                </a:solidFill>
                <a:latin typeface="+mj-lt"/>
              </a:rPr>
              <a:t>('</a:t>
            </a:r>
            <a:r>
              <a:rPr lang="zh-CN" altLang="en-US" dirty="0">
                <a:solidFill>
                  <a:srgbClr val="448C27"/>
                </a:solidFill>
                <a:latin typeface="+mj-lt"/>
              </a:rPr>
              <a:t>静夜思</a:t>
            </a:r>
            <a:r>
              <a:rPr lang="en-US" altLang="zh-CN" dirty="0">
                <a:solidFill>
                  <a:srgbClr val="448C27"/>
                </a:solidFill>
                <a:latin typeface="+mj-lt"/>
              </a:rPr>
              <a:t>.txt</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448C27"/>
                </a:solidFill>
                <a:latin typeface="+mj-lt"/>
              </a:rPr>
              <a:t>r</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encoding</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448C27"/>
                </a:solidFill>
                <a:latin typeface="+mj-lt"/>
              </a:rPr>
              <a:t>utf-8</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4B69C6"/>
                </a:solidFill>
                <a:latin typeface="+mj-lt"/>
              </a:rPr>
              <a:t>as</a:t>
            </a:r>
            <a:r>
              <a:rPr lang="en-US" altLang="zh-CN" dirty="0">
                <a:solidFill>
                  <a:srgbClr val="333333"/>
                </a:solidFill>
                <a:latin typeface="+mj-lt"/>
              </a:rPr>
              <a:t> </a:t>
            </a:r>
            <a:r>
              <a:rPr lang="en-US" altLang="zh-CN" dirty="0">
                <a:solidFill>
                  <a:srgbClr val="7A3E9D"/>
                </a:solidFill>
                <a:latin typeface="+mj-lt"/>
              </a:rPr>
              <a:t>f</a:t>
            </a:r>
            <a:r>
              <a:rPr lang="en-US" altLang="zh-CN" dirty="0">
                <a:solidFill>
                  <a:srgbClr val="777777"/>
                </a:solidFill>
                <a:latin typeface="+mj-lt"/>
              </a:rPr>
              <a:t>:</a:t>
            </a:r>
            <a:endParaRPr lang="en-US" altLang="zh-CN" dirty="0">
              <a:solidFill>
                <a:srgbClr val="333333"/>
              </a:solidFill>
              <a:latin typeface="+mj-lt"/>
            </a:endParaRPr>
          </a:p>
          <a:p>
            <a:r>
              <a:rPr lang="en-US" altLang="zh-CN" dirty="0">
                <a:solidFill>
                  <a:srgbClr val="333333"/>
                </a:solidFill>
                <a:latin typeface="+mj-lt"/>
              </a:rPr>
              <a:t>    </a:t>
            </a:r>
            <a:r>
              <a:rPr lang="en-US" altLang="zh-CN" dirty="0">
                <a:solidFill>
                  <a:srgbClr val="7A3E9D"/>
                </a:solidFill>
                <a:latin typeface="+mj-lt"/>
              </a:rPr>
              <a:t>txt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err="1">
                <a:solidFill>
                  <a:srgbClr val="7A3E9D"/>
                </a:solidFill>
                <a:latin typeface="+mj-lt"/>
              </a:rPr>
              <a:t>f</a:t>
            </a:r>
            <a:r>
              <a:rPr lang="en-US" altLang="zh-CN" dirty="0" err="1">
                <a:solidFill>
                  <a:srgbClr val="777777"/>
                </a:solidFill>
                <a:latin typeface="+mj-lt"/>
              </a:rPr>
              <a:t>.</a:t>
            </a:r>
            <a:r>
              <a:rPr lang="en-US" altLang="zh-CN" b="1" dirty="0" err="1">
                <a:solidFill>
                  <a:srgbClr val="AA3731"/>
                </a:solidFill>
                <a:latin typeface="+mj-lt"/>
              </a:rPr>
              <a:t>readlines</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读取指针之后的所有行</a:t>
            </a:r>
            <a:endParaRPr lang="zh-CN" altLang="en-US" dirty="0">
              <a:solidFill>
                <a:srgbClr val="333333"/>
              </a:solidFill>
              <a:latin typeface="+mj-lt"/>
            </a:endParaRPr>
          </a:p>
          <a:p>
            <a:r>
              <a:rPr lang="zh-CN" altLang="en-US" dirty="0">
                <a:solidFill>
                  <a:srgbClr val="333333"/>
                </a:solidFill>
                <a:latin typeface="+mj-lt"/>
              </a:rPr>
              <a:t>    </a:t>
            </a:r>
            <a:r>
              <a:rPr lang="en-US" altLang="zh-CN" b="1" dirty="0">
                <a:solidFill>
                  <a:srgbClr val="AA3731"/>
                </a:solidFill>
                <a:latin typeface="+mj-lt"/>
              </a:rPr>
              <a:t>print</a:t>
            </a:r>
            <a:r>
              <a:rPr lang="en-US" altLang="zh-CN" dirty="0">
                <a:solidFill>
                  <a:srgbClr val="777777"/>
                </a:solidFill>
                <a:latin typeface="+mj-lt"/>
              </a:rPr>
              <a:t>(</a:t>
            </a:r>
            <a:r>
              <a:rPr lang="en-US" altLang="zh-CN" dirty="0">
                <a:solidFill>
                  <a:srgbClr val="7A3E9D"/>
                </a:solidFill>
                <a:latin typeface="+mj-lt"/>
              </a:rPr>
              <a:t>txt</a:t>
            </a:r>
            <a:r>
              <a:rPr lang="en-US" altLang="zh-CN" dirty="0">
                <a:solidFill>
                  <a:srgbClr val="777777"/>
                </a:solidFill>
                <a:latin typeface="+mj-lt"/>
              </a:rPr>
              <a:t>)</a:t>
            </a:r>
            <a:endParaRPr lang="en-US" altLang="zh-CN" dirty="0">
              <a:solidFill>
                <a:srgbClr val="333333"/>
              </a:solidFill>
              <a:latin typeface="+mj-lt"/>
            </a:endParaRPr>
          </a:p>
          <a:p>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床前明月光，疑是地上霜。</a:t>
            </a:r>
            <a:r>
              <a:rPr lang="en-US" altLang="zh-CN" dirty="0">
                <a:solidFill>
                  <a:srgbClr val="AAAAAA"/>
                </a:solidFill>
                <a:latin typeface="+mj-lt"/>
              </a:rPr>
              <a:t>\n', '</a:t>
            </a:r>
            <a:r>
              <a:rPr lang="zh-CN" altLang="en-US" dirty="0">
                <a:solidFill>
                  <a:srgbClr val="AAAAAA"/>
                </a:solidFill>
                <a:latin typeface="+mj-lt"/>
              </a:rPr>
              <a:t>举头望明月，低头思故乡。</a:t>
            </a:r>
            <a:r>
              <a:rPr lang="en-US" altLang="zh-CN" dirty="0">
                <a:solidFill>
                  <a:srgbClr val="AAAAAA"/>
                </a:solidFill>
                <a:latin typeface="+mj-lt"/>
              </a:rPr>
              <a:t>\n']</a:t>
            </a:r>
            <a:endParaRPr lang="en-US" altLang="zh-CN" dirty="0">
              <a:solidFill>
                <a:srgbClr val="333333"/>
              </a:solidFill>
              <a:latin typeface="+mj-lt"/>
            </a:endParaRPr>
          </a:p>
          <a:p>
            <a:r>
              <a:rPr lang="en-US" altLang="zh-CN" dirty="0">
                <a:solidFill>
                  <a:srgbClr val="333333"/>
                </a:solidFill>
                <a:latin typeface="+mj-lt"/>
              </a:rPr>
              <a:t>    </a:t>
            </a:r>
            <a:r>
              <a:rPr lang="en-US" altLang="zh-CN" dirty="0" err="1">
                <a:solidFill>
                  <a:srgbClr val="7A3E9D"/>
                </a:solidFill>
                <a:latin typeface="+mj-lt"/>
              </a:rPr>
              <a:t>f</a:t>
            </a:r>
            <a:r>
              <a:rPr lang="en-US" altLang="zh-CN" dirty="0" err="1">
                <a:solidFill>
                  <a:srgbClr val="777777"/>
                </a:solidFill>
                <a:latin typeface="+mj-lt"/>
              </a:rPr>
              <a:t>.</a:t>
            </a:r>
            <a:r>
              <a:rPr lang="en-US" altLang="zh-CN" b="1" dirty="0" err="1">
                <a:solidFill>
                  <a:srgbClr val="AA3731"/>
                </a:solidFill>
                <a:latin typeface="+mj-lt"/>
              </a:rPr>
              <a:t>seek</a:t>
            </a:r>
            <a:r>
              <a:rPr lang="en-US" altLang="zh-CN" dirty="0">
                <a:solidFill>
                  <a:srgbClr val="777777"/>
                </a:solidFill>
                <a:latin typeface="+mj-lt"/>
              </a:rPr>
              <a:t>(</a:t>
            </a:r>
            <a:r>
              <a:rPr lang="en-US" altLang="zh-CN" dirty="0">
                <a:solidFill>
                  <a:srgbClr val="9C5D27"/>
                </a:solidFill>
                <a:latin typeface="+mj-lt"/>
              </a:rPr>
              <a:t>0</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移动指针到文件起始位置</a:t>
            </a:r>
            <a:endParaRPr lang="zh-CN" altLang="en-US" dirty="0">
              <a:solidFill>
                <a:srgbClr val="333333"/>
              </a:solidFill>
              <a:latin typeface="+mj-lt"/>
            </a:endParaRPr>
          </a:p>
          <a:p>
            <a:r>
              <a:rPr lang="zh-CN" altLang="en-US" dirty="0">
                <a:solidFill>
                  <a:srgbClr val="333333"/>
                </a:solidFill>
                <a:latin typeface="+mj-lt"/>
              </a:rPr>
              <a:t>    </a:t>
            </a:r>
            <a:r>
              <a:rPr lang="en-US" altLang="zh-CN" dirty="0">
                <a:solidFill>
                  <a:srgbClr val="7A3E9D"/>
                </a:solidFill>
                <a:latin typeface="+mj-lt"/>
              </a:rPr>
              <a:t>txt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err="1">
                <a:solidFill>
                  <a:srgbClr val="7A3E9D"/>
                </a:solidFill>
                <a:latin typeface="+mj-lt"/>
              </a:rPr>
              <a:t>f</a:t>
            </a:r>
            <a:r>
              <a:rPr lang="en-US" altLang="zh-CN" dirty="0" err="1">
                <a:solidFill>
                  <a:srgbClr val="777777"/>
                </a:solidFill>
                <a:latin typeface="+mj-lt"/>
              </a:rPr>
              <a:t>.</a:t>
            </a:r>
            <a:r>
              <a:rPr lang="en-US" altLang="zh-CN" b="1" dirty="0" err="1">
                <a:solidFill>
                  <a:srgbClr val="AA3731"/>
                </a:solidFill>
                <a:latin typeface="+mj-lt"/>
              </a:rPr>
              <a:t>readlines</a:t>
            </a:r>
            <a:r>
              <a:rPr lang="en-US" altLang="zh-CN" dirty="0">
                <a:solidFill>
                  <a:srgbClr val="777777"/>
                </a:solidFill>
                <a:latin typeface="+mj-lt"/>
              </a:rPr>
              <a:t>(</a:t>
            </a:r>
            <a:r>
              <a:rPr lang="en-US" altLang="zh-CN" dirty="0">
                <a:solidFill>
                  <a:srgbClr val="9C5D27"/>
                </a:solidFill>
                <a:latin typeface="+mj-lt"/>
              </a:rPr>
              <a:t>6</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从当前位置读取到第 </a:t>
            </a:r>
            <a:r>
              <a:rPr lang="en-US" altLang="zh-CN" dirty="0">
                <a:solidFill>
                  <a:srgbClr val="AAAAAA"/>
                </a:solidFill>
                <a:latin typeface="+mj-lt"/>
              </a:rPr>
              <a:t>6 </a:t>
            </a:r>
            <a:r>
              <a:rPr lang="zh-CN" altLang="en-US" dirty="0">
                <a:solidFill>
                  <a:srgbClr val="AAAAAA"/>
                </a:solidFill>
                <a:latin typeface="+mj-lt"/>
              </a:rPr>
              <a:t>个字符所在行结束</a:t>
            </a:r>
            <a:endParaRPr lang="zh-CN" altLang="en-US" dirty="0">
              <a:solidFill>
                <a:srgbClr val="333333"/>
              </a:solidFill>
              <a:latin typeface="+mj-lt"/>
            </a:endParaRPr>
          </a:p>
          <a:p>
            <a:r>
              <a:rPr lang="zh-CN" altLang="en-US" dirty="0">
                <a:solidFill>
                  <a:srgbClr val="333333"/>
                </a:solidFill>
                <a:latin typeface="+mj-lt"/>
              </a:rPr>
              <a:t>    </a:t>
            </a:r>
            <a:r>
              <a:rPr lang="en-US" altLang="zh-CN" b="1" dirty="0">
                <a:solidFill>
                  <a:srgbClr val="AA3731"/>
                </a:solidFill>
                <a:latin typeface="+mj-lt"/>
              </a:rPr>
              <a:t>print</a:t>
            </a:r>
            <a:r>
              <a:rPr lang="en-US" altLang="zh-CN" dirty="0">
                <a:solidFill>
                  <a:srgbClr val="777777"/>
                </a:solidFill>
                <a:latin typeface="+mj-lt"/>
              </a:rPr>
              <a:t>(</a:t>
            </a:r>
            <a:r>
              <a:rPr lang="en-US" altLang="zh-CN" dirty="0">
                <a:solidFill>
                  <a:srgbClr val="7A3E9D"/>
                </a:solidFill>
                <a:latin typeface="+mj-lt"/>
              </a:rPr>
              <a:t>txt</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静夜思</a:t>
            </a:r>
            <a:r>
              <a:rPr lang="en-US" altLang="zh-CN" dirty="0">
                <a:solidFill>
                  <a:srgbClr val="AAAAAA"/>
                </a:solidFill>
                <a:latin typeface="+mj-lt"/>
              </a:rPr>
              <a:t>\n', '</a:t>
            </a:r>
            <a:r>
              <a:rPr lang="zh-CN" altLang="en-US" dirty="0">
                <a:solidFill>
                  <a:srgbClr val="AAAAAA"/>
                </a:solidFill>
                <a:latin typeface="+mj-lt"/>
              </a:rPr>
              <a:t>床前明月光，疑是地上霜。</a:t>
            </a:r>
            <a:r>
              <a:rPr lang="en-US" altLang="zh-CN" dirty="0">
                <a:solidFill>
                  <a:srgbClr val="AAAAAA"/>
                </a:solidFill>
                <a:latin typeface="+mj-lt"/>
              </a:rPr>
              <a:t>\n']</a:t>
            </a:r>
            <a:endParaRPr lang="en-US" altLang="zh-CN" dirty="0">
              <a:solidFill>
                <a:srgbClr val="333333"/>
              </a:solidFill>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2"/>
          <p:cNvSpPr>
            <a:spLocks noGrp="1"/>
          </p:cNvSpPr>
          <p:nvPr>
            <p:ph type="title"/>
          </p:nvPr>
        </p:nvSpPr>
        <p:spPr/>
        <p:txBody>
          <a:bodyPr/>
          <a:lstStyle/>
          <a:p>
            <a:r>
              <a:rPr lang="zh-CN" altLang="en-US" dirty="0"/>
              <a:t>文件的读写操作</a:t>
            </a:r>
            <a:endParaRPr lang="zh-CN" altLang="en-US" dirty="0"/>
          </a:p>
        </p:txBody>
      </p:sp>
      <p:sp>
        <p:nvSpPr>
          <p:cNvPr id="11" name="内容占位符 10"/>
          <p:cNvSpPr>
            <a:spLocks noGrp="1"/>
          </p:cNvSpPr>
          <p:nvPr>
            <p:ph sz="quarter" idx="14"/>
          </p:nvPr>
        </p:nvSpPr>
        <p:spPr/>
        <p:txBody>
          <a:bodyPr/>
          <a:lstStyle/>
          <a:p>
            <a:r>
              <a:rPr lang="en-US" altLang="zh-CN" dirty="0"/>
              <a:t>7.1.4</a:t>
            </a:r>
            <a:endParaRPr lang="zh-CN" altLang="en-US" dirty="0"/>
          </a:p>
        </p:txBody>
      </p:sp>
      <p:sp>
        <p:nvSpPr>
          <p:cNvPr id="2" name="内容占位符 1"/>
          <p:cNvSpPr txBox="1"/>
          <p:nvPr/>
        </p:nvSpPr>
        <p:spPr>
          <a:xfrm>
            <a:off x="1080134" y="975722"/>
            <a:ext cx="10031730" cy="1197207"/>
          </a:xfrm>
          <a:prstGeom prst="rect">
            <a:avLst/>
          </a:prstGeom>
          <a:noFill/>
          <a:ln>
            <a:noFill/>
          </a:ln>
          <a:effectLst/>
        </p:spPr>
        <p:txBody>
          <a:bodyPr vert="horz" lIns="91440" tIns="45720" rIns="91440" bIns="45720" rtlCol="0">
            <a:norm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514350" indent="-514350">
              <a:lnSpc>
                <a:spcPct val="150000"/>
              </a:lnSpc>
              <a:buClr>
                <a:srgbClr val="0070C0"/>
              </a:buClr>
              <a:buFont typeface="+mj-lt"/>
              <a:buAutoNum type="arabicPeriod" startAt="4"/>
            </a:pPr>
            <a:r>
              <a:rPr kumimoji="0" lang="en-US" altLang="zh-CN" sz="2400" b="1" i="0" u="none" strike="noStrike" kern="1200" cap="none" spc="0" normalizeH="0" baseline="0" noProof="0" dirty="0">
                <a:ln>
                  <a:noFill/>
                </a:ln>
                <a:solidFill>
                  <a:srgbClr val="FF6A02"/>
                </a:solidFill>
                <a:effectLst/>
                <a:uLnTx/>
                <a:uFillTx/>
                <a:latin typeface="微软雅黑" panose="020B0503020204020204" pitchFamily="34" charset="-122"/>
                <a:ea typeface="微软雅黑" panose="020B0503020204020204" pitchFamily="34" charset="-122"/>
                <a:cs typeface="+mn-cs"/>
              </a:rPr>
              <a:t>write</a:t>
            </a:r>
            <a:r>
              <a:rPr kumimoji="0" lang="zh-CN" altLang="zh-CN" sz="2400" b="1" i="0" u="none" strike="noStrike" kern="1200" cap="none" spc="0" normalizeH="0" baseline="0" noProof="0" dirty="0">
                <a:ln>
                  <a:noFill/>
                </a:ln>
                <a:solidFill>
                  <a:srgbClr val="7102FF"/>
                </a:solidFill>
                <a:effectLst/>
                <a:uLnTx/>
                <a:uFillTx/>
                <a:latin typeface="微软雅黑" panose="020B0503020204020204" pitchFamily="34" charset="-122"/>
                <a:ea typeface="微软雅黑" panose="020B0503020204020204" pitchFamily="34" charset="-122"/>
                <a:cs typeface="+mn-cs"/>
              </a:rPr>
              <a:t>(</a:t>
            </a:r>
            <a:r>
              <a:rPr kumimoji="0" lang="en-US" altLang="zh-CN" sz="2400" b="1" i="0" u="none" strike="noStrike" kern="1200" cap="none" spc="0" normalizeH="0" baseline="0" noProof="0" dirty="0">
                <a:ln>
                  <a:noFill/>
                </a:ln>
                <a:solidFill>
                  <a:srgbClr val="660099"/>
                </a:solidFill>
                <a:effectLst/>
                <a:uLnTx/>
                <a:uFillTx/>
                <a:latin typeface="微软雅黑" panose="020B0503020204020204" pitchFamily="34" charset="-122"/>
                <a:ea typeface="微软雅黑" panose="020B0503020204020204" pitchFamily="34" charset="-122"/>
                <a:cs typeface="+mn-cs"/>
              </a:rPr>
              <a:t>b</a:t>
            </a:r>
            <a:r>
              <a:rPr kumimoji="0" lang="zh-CN" altLang="zh-CN" sz="2400" b="1" i="0" u="none" strike="noStrike" kern="1200" cap="none" spc="0" normalizeH="0" baseline="0" noProof="0" dirty="0">
                <a:ln>
                  <a:noFill/>
                </a:ln>
                <a:solidFill>
                  <a:srgbClr val="7102FF"/>
                </a:solidFill>
                <a:effectLst/>
                <a:uLnTx/>
                <a:uFillTx/>
                <a:latin typeface="微软雅黑" panose="020B0503020204020204" pitchFamily="34" charset="-122"/>
                <a:ea typeface="微软雅黑" panose="020B0503020204020204" pitchFamily="34" charset="-122"/>
                <a:cs typeface="+mn-cs"/>
              </a:rPr>
              <a:t>)</a:t>
            </a:r>
            <a:endParaRPr kumimoji="0" lang="zh-CN" altLang="en-US" sz="2400" b="1"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a:p>
            <a:pPr marL="342900" lvl="1" indent="-342900">
              <a:lnSpc>
                <a:spcPct val="150000"/>
              </a:lnSpc>
              <a:spcBef>
                <a:spcPts val="0"/>
              </a:spcBef>
            </a:pPr>
            <a:r>
              <a:rPr lang="zh-CN" altLang="en-US" sz="2000" dirty="0">
                <a:solidFill>
                  <a:sysClr val="windowText" lastClr="000000"/>
                </a:solidFill>
                <a:latin typeface="微软雅黑" panose="020B0503020204020204" pitchFamily="34" charset="-122"/>
                <a:ea typeface="微软雅黑" panose="020B0503020204020204" pitchFamily="34" charset="-122"/>
              </a:rPr>
              <a:t>将参数中的字符串等类字节对象</a:t>
            </a:r>
            <a:r>
              <a:rPr lang="zh-CN" altLang="en-US" sz="2000" b="1" dirty="0">
                <a:solidFill>
                  <a:schemeClr val="accent2"/>
                </a:solidFill>
                <a:latin typeface="微软雅黑" panose="020B0503020204020204" pitchFamily="34" charset="-122"/>
                <a:ea typeface="微软雅黑" panose="020B0503020204020204" pitchFamily="34" charset="-122"/>
              </a:rPr>
              <a:t>写入文件</a:t>
            </a:r>
            <a:r>
              <a:rPr lang="zh-CN" altLang="en-US" sz="2000" dirty="0">
                <a:solidFill>
                  <a:sysClr val="windowText" lastClr="000000"/>
                </a:solidFill>
                <a:latin typeface="微软雅黑" panose="020B0503020204020204" pitchFamily="34" charset="-122"/>
                <a:ea typeface="微软雅黑" panose="020B0503020204020204" pitchFamily="34" charset="-122"/>
              </a:rPr>
              <a:t>中，并返回所写入的字节数。</a:t>
            </a:r>
            <a:endParaRPr lang="zh-CN" altLang="en-US" sz="2000" dirty="0">
              <a:solidFill>
                <a:sysClr val="windowText" lastClr="000000"/>
              </a:solidFill>
              <a:latin typeface="微软雅黑" panose="020B0503020204020204" pitchFamily="34" charset="-122"/>
              <a:ea typeface="微软雅黑" panose="020B0503020204020204" pitchFamily="34" charset="-122"/>
            </a:endParaRPr>
          </a:p>
        </p:txBody>
      </p:sp>
      <p:sp>
        <p:nvSpPr>
          <p:cNvPr id="3" name="内容占位符 5"/>
          <p:cNvSpPr txBox="1"/>
          <p:nvPr/>
        </p:nvSpPr>
        <p:spPr>
          <a:xfrm>
            <a:off x="780061" y="2324035"/>
            <a:ext cx="10631877" cy="2372162"/>
          </a:xfrm>
          <a:prstGeom prst="roundRect">
            <a:avLst>
              <a:gd name="adj" fmla="val 16936"/>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00000"/>
              </a:lnSpc>
            </a:pPr>
            <a:r>
              <a:rPr lang="en-US" altLang="zh-CN" dirty="0">
                <a:solidFill>
                  <a:srgbClr val="4B69C6"/>
                </a:solidFill>
                <a:latin typeface="+mj-lt"/>
              </a:rPr>
              <a:t>with</a:t>
            </a:r>
            <a:r>
              <a:rPr lang="en-US" altLang="zh-CN" dirty="0">
                <a:solidFill>
                  <a:srgbClr val="333333"/>
                </a:solidFill>
                <a:latin typeface="+mj-lt"/>
              </a:rPr>
              <a:t> </a:t>
            </a:r>
            <a:r>
              <a:rPr lang="en-US" altLang="zh-CN" b="1" dirty="0">
                <a:solidFill>
                  <a:srgbClr val="AA3731"/>
                </a:solidFill>
                <a:latin typeface="+mj-lt"/>
              </a:rPr>
              <a:t>open</a:t>
            </a:r>
            <a:r>
              <a:rPr lang="en-US" altLang="zh-CN" dirty="0">
                <a:solidFill>
                  <a:srgbClr val="777777"/>
                </a:solidFill>
                <a:latin typeface="+mj-lt"/>
              </a:rPr>
              <a:t>('</a:t>
            </a:r>
            <a:r>
              <a:rPr lang="zh-CN" altLang="en-US" dirty="0">
                <a:solidFill>
                  <a:srgbClr val="448C27"/>
                </a:solidFill>
                <a:latin typeface="+mj-lt"/>
              </a:rPr>
              <a:t>静夜思</a:t>
            </a:r>
            <a:r>
              <a:rPr lang="en-US" altLang="zh-CN" dirty="0">
                <a:solidFill>
                  <a:srgbClr val="448C27"/>
                </a:solidFill>
                <a:latin typeface="+mj-lt"/>
              </a:rPr>
              <a:t>.txt</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448C27"/>
                </a:solidFill>
                <a:latin typeface="+mj-lt"/>
              </a:rPr>
              <a:t>w</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encoding</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448C27"/>
                </a:solidFill>
                <a:latin typeface="+mj-lt"/>
              </a:rPr>
              <a:t>utf-8</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4B69C6"/>
                </a:solidFill>
                <a:latin typeface="+mj-lt"/>
              </a:rPr>
              <a:t>as</a:t>
            </a:r>
            <a:r>
              <a:rPr lang="en-US" altLang="zh-CN" dirty="0">
                <a:solidFill>
                  <a:srgbClr val="333333"/>
                </a:solidFill>
                <a:latin typeface="+mj-lt"/>
              </a:rPr>
              <a:t> </a:t>
            </a:r>
            <a:r>
              <a:rPr lang="en-US" altLang="zh-CN" dirty="0">
                <a:solidFill>
                  <a:srgbClr val="7A3E9D"/>
                </a:solidFill>
                <a:latin typeface="+mj-lt"/>
              </a:rPr>
              <a:t>f</a:t>
            </a:r>
            <a:r>
              <a:rPr lang="en-US" altLang="zh-CN" dirty="0">
                <a:solidFill>
                  <a:srgbClr val="777777"/>
                </a:solidFill>
                <a:latin typeface="+mj-lt"/>
              </a:rPr>
              <a:t>:</a:t>
            </a:r>
            <a:r>
              <a:rPr lang="en-US" altLang="zh-CN" dirty="0">
                <a:solidFill>
                  <a:srgbClr val="333333"/>
                </a:solidFill>
                <a:latin typeface="+mj-lt"/>
              </a:rPr>
              <a:t> </a:t>
            </a:r>
            <a:endParaRPr lang="en-US" altLang="zh-CN" dirty="0">
              <a:solidFill>
                <a:srgbClr val="333333"/>
              </a:solidFill>
              <a:latin typeface="+mj-lt"/>
            </a:endParaRPr>
          </a:p>
          <a:p>
            <a:pPr>
              <a:lnSpc>
                <a:spcPct val="100000"/>
              </a:lnSpc>
            </a:pPr>
            <a:r>
              <a:rPr lang="en-US" altLang="zh-CN" dirty="0">
                <a:solidFill>
                  <a:srgbClr val="333333"/>
                </a:solidFill>
                <a:latin typeface="+mj-lt"/>
              </a:rPr>
              <a:t>    </a:t>
            </a:r>
            <a:r>
              <a:rPr lang="en-US" altLang="zh-CN" dirty="0" err="1">
                <a:solidFill>
                  <a:srgbClr val="7A3E9D"/>
                </a:solidFill>
                <a:latin typeface="+mj-lt"/>
              </a:rPr>
              <a:t>f</a:t>
            </a:r>
            <a:r>
              <a:rPr lang="en-US" altLang="zh-CN" dirty="0" err="1">
                <a:solidFill>
                  <a:srgbClr val="777777"/>
                </a:solidFill>
                <a:latin typeface="+mj-lt"/>
              </a:rPr>
              <a:t>.</a:t>
            </a:r>
            <a:r>
              <a:rPr lang="en-US" altLang="zh-CN" b="1" dirty="0" err="1">
                <a:solidFill>
                  <a:srgbClr val="AA3731"/>
                </a:solidFill>
                <a:latin typeface="+mj-lt"/>
              </a:rPr>
              <a:t>write</a:t>
            </a:r>
            <a:r>
              <a:rPr lang="en-US" altLang="zh-CN" dirty="0">
                <a:solidFill>
                  <a:srgbClr val="777777"/>
                </a:solidFill>
                <a:latin typeface="+mj-lt"/>
              </a:rPr>
              <a:t>('</a:t>
            </a:r>
            <a:r>
              <a:rPr lang="zh-CN" altLang="en-US" dirty="0">
                <a:solidFill>
                  <a:srgbClr val="448C27"/>
                </a:solidFill>
                <a:latin typeface="+mj-lt"/>
              </a:rPr>
              <a:t>静夜思</a:t>
            </a:r>
            <a:r>
              <a:rPr lang="en-US" altLang="zh-CN" dirty="0">
                <a:solidFill>
                  <a:srgbClr val="777777"/>
                </a:solidFill>
                <a:latin typeface="+mj-lt"/>
              </a:rPr>
              <a:t>\n</a:t>
            </a:r>
            <a:r>
              <a:rPr lang="zh-CN" altLang="en-US" dirty="0">
                <a:solidFill>
                  <a:srgbClr val="448C27"/>
                </a:solidFill>
                <a:latin typeface="+mj-lt"/>
              </a:rPr>
              <a:t>床前明月光，疑是地上霜。</a:t>
            </a:r>
            <a:r>
              <a:rPr lang="en-US" altLang="zh-CN" dirty="0">
                <a:solidFill>
                  <a:srgbClr val="777777"/>
                </a:solidFill>
                <a:latin typeface="+mj-lt"/>
              </a:rPr>
              <a:t>\n')</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将字符串参数写入文件</a:t>
            </a:r>
            <a:endParaRPr lang="zh-CN" altLang="en-US" dirty="0">
              <a:solidFill>
                <a:srgbClr val="333333"/>
              </a:solidFill>
              <a:latin typeface="+mj-lt"/>
            </a:endParaRPr>
          </a:p>
          <a:p>
            <a:pPr>
              <a:lnSpc>
                <a:spcPct val="100000"/>
              </a:lnSpc>
            </a:pPr>
            <a:r>
              <a:rPr lang="zh-CN" altLang="en-US" dirty="0">
                <a:solidFill>
                  <a:srgbClr val="333333"/>
                </a:solidFill>
                <a:latin typeface="+mj-lt"/>
              </a:rPr>
              <a:t>    </a:t>
            </a:r>
            <a:r>
              <a:rPr lang="en-US" altLang="zh-CN" dirty="0">
                <a:solidFill>
                  <a:srgbClr val="7A3E9D"/>
                </a:solidFill>
                <a:latin typeface="+mj-lt"/>
              </a:rPr>
              <a:t>txt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err="1">
                <a:solidFill>
                  <a:srgbClr val="7A3E9D"/>
                </a:solidFill>
                <a:latin typeface="+mj-lt"/>
              </a:rPr>
              <a:t>f</a:t>
            </a:r>
            <a:r>
              <a:rPr lang="en-US" altLang="zh-CN" dirty="0" err="1">
                <a:solidFill>
                  <a:srgbClr val="777777"/>
                </a:solidFill>
                <a:latin typeface="+mj-lt"/>
              </a:rPr>
              <a:t>.</a:t>
            </a:r>
            <a:r>
              <a:rPr lang="en-US" altLang="zh-CN" b="1" dirty="0" err="1">
                <a:solidFill>
                  <a:srgbClr val="AA3731"/>
                </a:solidFill>
                <a:latin typeface="+mj-lt"/>
              </a:rPr>
              <a:t>write</a:t>
            </a:r>
            <a:r>
              <a:rPr lang="en-US" altLang="zh-CN" dirty="0">
                <a:solidFill>
                  <a:srgbClr val="777777"/>
                </a:solidFill>
                <a:latin typeface="+mj-lt"/>
              </a:rPr>
              <a:t>('</a:t>
            </a:r>
            <a:r>
              <a:rPr lang="zh-CN" altLang="en-US" dirty="0">
                <a:solidFill>
                  <a:srgbClr val="448C27"/>
                </a:solidFill>
                <a:latin typeface="+mj-lt"/>
              </a:rPr>
              <a:t>举头望明月，低头思故乡。</a:t>
            </a:r>
            <a:r>
              <a:rPr lang="en-US" altLang="zh-CN" dirty="0">
                <a:solidFill>
                  <a:srgbClr val="777777"/>
                </a:solidFill>
                <a:latin typeface="+mj-lt"/>
              </a:rPr>
              <a:t>\n')</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字符串参数写入文件，返回写入字符数</a:t>
            </a:r>
            <a:endParaRPr lang="zh-CN" altLang="en-US" dirty="0">
              <a:solidFill>
                <a:srgbClr val="333333"/>
              </a:solidFill>
              <a:latin typeface="+mj-lt"/>
            </a:endParaRPr>
          </a:p>
          <a:p>
            <a:pPr>
              <a:lnSpc>
                <a:spcPct val="100000"/>
              </a:lnSpc>
            </a:pPr>
            <a:r>
              <a:rPr lang="zh-CN" altLang="en-US" dirty="0">
                <a:solidFill>
                  <a:srgbClr val="333333"/>
                </a:solidFill>
                <a:latin typeface="+mj-lt"/>
              </a:rPr>
              <a:t>    </a:t>
            </a:r>
            <a:r>
              <a:rPr lang="en-US" altLang="zh-CN" b="1" dirty="0">
                <a:solidFill>
                  <a:srgbClr val="AA3731"/>
                </a:solidFill>
                <a:latin typeface="+mj-lt"/>
              </a:rPr>
              <a:t>print</a:t>
            </a:r>
            <a:r>
              <a:rPr lang="en-US" altLang="zh-CN" dirty="0">
                <a:solidFill>
                  <a:srgbClr val="777777"/>
                </a:solidFill>
                <a:latin typeface="+mj-lt"/>
              </a:rPr>
              <a:t>(</a:t>
            </a:r>
            <a:r>
              <a:rPr lang="en-US" altLang="zh-CN" dirty="0">
                <a:solidFill>
                  <a:srgbClr val="7A3E9D"/>
                </a:solidFill>
                <a:latin typeface="+mj-lt"/>
              </a:rPr>
              <a:t>txt</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写入的字符数为 </a:t>
            </a:r>
            <a:r>
              <a:rPr lang="en-US" altLang="zh-CN" dirty="0">
                <a:solidFill>
                  <a:srgbClr val="AAAAAA"/>
                </a:solidFill>
                <a:latin typeface="+mj-lt"/>
              </a:rPr>
              <a:t>13 </a:t>
            </a:r>
            <a:r>
              <a:rPr lang="zh-CN" altLang="en-US" dirty="0">
                <a:solidFill>
                  <a:srgbClr val="AAAAAA"/>
                </a:solidFill>
                <a:latin typeface="+mj-lt"/>
              </a:rPr>
              <a:t>个</a:t>
            </a:r>
            <a:endParaRPr lang="zh-CN" altLang="en-US" dirty="0">
              <a:solidFill>
                <a:srgbClr val="333333"/>
              </a:solidFill>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2"/>
          <p:cNvSpPr>
            <a:spLocks noGrp="1"/>
          </p:cNvSpPr>
          <p:nvPr>
            <p:ph type="title"/>
          </p:nvPr>
        </p:nvSpPr>
        <p:spPr/>
        <p:txBody>
          <a:bodyPr/>
          <a:lstStyle/>
          <a:p>
            <a:r>
              <a:rPr lang="zh-CN" altLang="en-US" dirty="0"/>
              <a:t>文件的读写操作</a:t>
            </a:r>
            <a:endParaRPr lang="zh-CN" altLang="en-US" dirty="0"/>
          </a:p>
        </p:txBody>
      </p:sp>
      <p:sp>
        <p:nvSpPr>
          <p:cNvPr id="11" name="内容占位符 10"/>
          <p:cNvSpPr>
            <a:spLocks noGrp="1"/>
          </p:cNvSpPr>
          <p:nvPr>
            <p:ph sz="quarter" idx="14"/>
          </p:nvPr>
        </p:nvSpPr>
        <p:spPr/>
        <p:txBody>
          <a:bodyPr/>
          <a:lstStyle/>
          <a:p>
            <a:r>
              <a:rPr lang="en-US" altLang="zh-CN" dirty="0"/>
              <a:t>7.1.4</a:t>
            </a:r>
            <a:endParaRPr lang="zh-CN" altLang="en-US" dirty="0"/>
          </a:p>
        </p:txBody>
      </p:sp>
      <p:sp>
        <p:nvSpPr>
          <p:cNvPr id="2" name="内容占位符 1"/>
          <p:cNvSpPr txBox="1"/>
          <p:nvPr/>
        </p:nvSpPr>
        <p:spPr>
          <a:xfrm>
            <a:off x="1080134" y="975721"/>
            <a:ext cx="10031730" cy="5653229"/>
          </a:xfrm>
          <a:prstGeom prst="rect">
            <a:avLst/>
          </a:prstGeom>
          <a:noFill/>
          <a:ln>
            <a:noFill/>
          </a:ln>
          <a:effectLst/>
        </p:spPr>
        <p:txBody>
          <a:bodyPr vert="horz" lIns="91440" tIns="45720" rIns="91440" bIns="45720" rtlCol="0">
            <a:norm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514350" indent="-514350">
              <a:lnSpc>
                <a:spcPct val="150000"/>
              </a:lnSpc>
              <a:buClr>
                <a:srgbClr val="0070C0"/>
              </a:buClr>
              <a:buFont typeface="+mj-lt"/>
              <a:buAutoNum type="arabicPeriod" startAt="5"/>
            </a:pPr>
            <a:r>
              <a:rPr kumimoji="0" lang="en-US" altLang="zh-CN" sz="2400" b="1" i="0" u="none" strike="noStrike" kern="1200" cap="none" spc="0" normalizeH="0" baseline="0" noProof="0" dirty="0" err="1">
                <a:ln>
                  <a:noFill/>
                </a:ln>
                <a:solidFill>
                  <a:srgbClr val="FF6A02"/>
                </a:solidFill>
                <a:effectLst/>
                <a:uLnTx/>
                <a:uFillTx/>
                <a:latin typeface="微软雅黑" panose="020B0503020204020204" pitchFamily="34" charset="-122"/>
                <a:ea typeface="微软雅黑" panose="020B0503020204020204" pitchFamily="34" charset="-122"/>
                <a:cs typeface="+mn-cs"/>
              </a:rPr>
              <a:t>writelines</a:t>
            </a:r>
            <a:r>
              <a:rPr kumimoji="0" lang="zh-CN" altLang="zh-CN" sz="2400" b="1" i="0" u="none" strike="noStrike" kern="1200" cap="none" spc="0" normalizeH="0" baseline="0" noProof="0" dirty="0">
                <a:ln>
                  <a:noFill/>
                </a:ln>
                <a:solidFill>
                  <a:srgbClr val="7102FF"/>
                </a:solidFill>
                <a:effectLst/>
                <a:uLnTx/>
                <a:uFillTx/>
                <a:latin typeface="微软雅黑" panose="020B0503020204020204" pitchFamily="34" charset="-122"/>
                <a:ea typeface="微软雅黑" panose="020B0503020204020204" pitchFamily="34" charset="-122"/>
                <a:cs typeface="+mn-cs"/>
              </a:rPr>
              <a:t>(</a:t>
            </a:r>
            <a:r>
              <a:rPr kumimoji="0" lang="en-US" altLang="zh-CN" sz="2400" b="1" i="0" u="none" strike="noStrike" kern="1200" cap="none" spc="0" normalizeH="0" baseline="0" noProof="0" dirty="0">
                <a:ln>
                  <a:noFill/>
                </a:ln>
                <a:solidFill>
                  <a:srgbClr val="660099"/>
                </a:solidFill>
                <a:effectLst/>
                <a:uLnTx/>
                <a:uFillTx/>
                <a:latin typeface="微软雅黑" panose="020B0503020204020204" pitchFamily="34" charset="-122"/>
                <a:ea typeface="微软雅黑" panose="020B0503020204020204" pitchFamily="34" charset="-122"/>
                <a:cs typeface="+mn-cs"/>
              </a:rPr>
              <a:t>lines, /</a:t>
            </a:r>
            <a:r>
              <a:rPr kumimoji="0" lang="zh-CN" altLang="zh-CN" sz="2400" b="1" i="0" u="none" strike="noStrike" kern="1200" cap="none" spc="0" normalizeH="0" baseline="0" noProof="0" dirty="0">
                <a:ln>
                  <a:noFill/>
                </a:ln>
                <a:solidFill>
                  <a:srgbClr val="7102FF"/>
                </a:solidFill>
                <a:effectLst/>
                <a:uLnTx/>
                <a:uFillTx/>
                <a:latin typeface="微软雅黑" panose="020B0503020204020204" pitchFamily="34" charset="-122"/>
                <a:ea typeface="微软雅黑" panose="020B0503020204020204" pitchFamily="34" charset="-122"/>
                <a:cs typeface="+mn-cs"/>
              </a:rPr>
              <a:t>)</a:t>
            </a:r>
            <a:endParaRPr kumimoji="0" lang="zh-CN" altLang="en-US" sz="2400" b="1"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a:p>
            <a:pPr marL="342900" lvl="1" indent="-342900">
              <a:lnSpc>
                <a:spcPct val="150000"/>
              </a:lnSpc>
              <a:spcBef>
                <a:spcPts val="0"/>
              </a:spcBef>
            </a:pPr>
            <a:r>
              <a:rPr lang="zh-CN" altLang="en-US" sz="2000" dirty="0">
                <a:solidFill>
                  <a:sysClr val="windowText" lastClr="000000"/>
                </a:solidFill>
                <a:latin typeface="微软雅黑" panose="020B0503020204020204" pitchFamily="34" charset="-122"/>
                <a:ea typeface="微软雅黑" panose="020B0503020204020204" pitchFamily="34" charset="-122"/>
              </a:rPr>
              <a:t>将以字符串为元素的</a:t>
            </a:r>
            <a:r>
              <a:rPr lang="zh-CN" altLang="en-US" sz="2000" b="1" dirty="0">
                <a:solidFill>
                  <a:schemeClr val="accent2"/>
                </a:solidFill>
                <a:latin typeface="微软雅黑" panose="020B0503020204020204" pitchFamily="34" charset="-122"/>
                <a:ea typeface="微软雅黑" panose="020B0503020204020204" pitchFamily="34" charset="-122"/>
              </a:rPr>
              <a:t>列表写入文件</a:t>
            </a:r>
            <a:endParaRPr lang="en-US" altLang="zh-CN" sz="2000" b="1" dirty="0">
              <a:solidFill>
                <a:schemeClr val="accent2"/>
              </a:solidFill>
              <a:latin typeface="微软雅黑" panose="020B0503020204020204" pitchFamily="34" charset="-122"/>
              <a:ea typeface="微软雅黑" panose="020B0503020204020204" pitchFamily="34" charset="-122"/>
            </a:endParaRPr>
          </a:p>
          <a:p>
            <a:pPr marL="342900" lvl="1" indent="-342900">
              <a:lnSpc>
                <a:spcPct val="150000"/>
              </a:lnSpc>
              <a:spcBef>
                <a:spcPts val="0"/>
              </a:spcBef>
            </a:pPr>
            <a:r>
              <a:rPr lang="en-US" altLang="zh-CN" sz="2000" dirty="0" err="1">
                <a:solidFill>
                  <a:sysClr val="windowText" lastClr="000000"/>
                </a:solidFill>
                <a:latin typeface="微软雅黑" panose="020B0503020204020204" pitchFamily="34" charset="-122"/>
                <a:ea typeface="微软雅黑" panose="020B0503020204020204" pitchFamily="34" charset="-122"/>
              </a:rPr>
              <a:t>writelines</a:t>
            </a:r>
            <a:r>
              <a:rPr lang="en-US" altLang="zh-CN" sz="2000" dirty="0">
                <a:solidFill>
                  <a:sysClr val="windowText" lastClr="000000"/>
                </a:solidFill>
                <a:latin typeface="微软雅黑" panose="020B0503020204020204" pitchFamily="34" charset="-122"/>
                <a:ea typeface="微软雅黑" panose="020B0503020204020204" pitchFamily="34" charset="-122"/>
              </a:rPr>
              <a:t>() </a:t>
            </a:r>
            <a:r>
              <a:rPr lang="zh-CN" altLang="en-US" sz="2000" dirty="0">
                <a:solidFill>
                  <a:sysClr val="windowText" lastClr="000000"/>
                </a:solidFill>
                <a:latin typeface="微软雅黑" panose="020B0503020204020204" pitchFamily="34" charset="-122"/>
                <a:ea typeface="微软雅黑" panose="020B0503020204020204" pitchFamily="34" charset="-122"/>
              </a:rPr>
              <a:t>方法不会自动在每一个元素后面增加换行，只是将列表内容</a:t>
            </a:r>
            <a:r>
              <a:rPr lang="zh-CN" altLang="en-US" sz="2000" b="1" dirty="0">
                <a:solidFill>
                  <a:schemeClr val="accent2"/>
                </a:solidFill>
                <a:latin typeface="微软雅黑" panose="020B0503020204020204" pitchFamily="34" charset="-122"/>
                <a:ea typeface="微软雅黑" panose="020B0503020204020204" pitchFamily="34" charset="-122"/>
              </a:rPr>
              <a:t>直接输出</a:t>
            </a:r>
            <a:r>
              <a:rPr lang="zh-CN" altLang="en-US" sz="2000" dirty="0">
                <a:solidFill>
                  <a:sysClr val="windowText" lastClr="000000"/>
                </a:solidFill>
                <a:latin typeface="微软雅黑" panose="020B0503020204020204" pitchFamily="34" charset="-122"/>
                <a:ea typeface="微软雅黑" panose="020B0503020204020204" pitchFamily="34" charset="-122"/>
              </a:rPr>
              <a:t>，所以在构造列表时，在需要换行的位置加入一个 </a:t>
            </a:r>
            <a:r>
              <a:rPr lang="en-US" altLang="zh-CN" sz="2000" dirty="0">
                <a:solidFill>
                  <a:sysClr val="windowText" lastClr="000000"/>
                </a:solidFill>
                <a:latin typeface="微软雅黑" panose="020B0503020204020204" pitchFamily="34" charset="-122"/>
                <a:ea typeface="微软雅黑" panose="020B0503020204020204" pitchFamily="34" charset="-122"/>
              </a:rPr>
              <a:t>'\n'</a:t>
            </a:r>
            <a:r>
              <a:rPr lang="zh-CN" altLang="en-US" sz="2000" dirty="0">
                <a:solidFill>
                  <a:sysClr val="windowText" lastClr="000000"/>
                </a:solidFill>
                <a:latin typeface="微软雅黑" panose="020B0503020204020204" pitchFamily="34" charset="-122"/>
                <a:ea typeface="微软雅黑" panose="020B0503020204020204" pitchFamily="34" charset="-122"/>
              </a:rPr>
              <a:t>，以控制写入格式。</a:t>
            </a:r>
            <a:endParaRPr lang="en-US" altLang="zh-CN" sz="2000" dirty="0">
              <a:solidFill>
                <a:sysClr val="windowText" lastClr="000000"/>
              </a:solidFill>
              <a:latin typeface="微软雅黑" panose="020B0503020204020204" pitchFamily="34" charset="-122"/>
              <a:ea typeface="微软雅黑" panose="020B0503020204020204" pitchFamily="34" charset="-122"/>
            </a:endParaRPr>
          </a:p>
          <a:p>
            <a:pPr marL="342900" lvl="1" indent="-342900">
              <a:lnSpc>
                <a:spcPct val="150000"/>
              </a:lnSpc>
              <a:spcBef>
                <a:spcPts val="0"/>
              </a:spcBef>
            </a:pPr>
            <a:endParaRPr lang="en-US" altLang="zh-CN" sz="2000" dirty="0">
              <a:solidFill>
                <a:sysClr val="windowText" lastClr="000000"/>
              </a:solidFill>
              <a:latin typeface="微软雅黑" panose="020B0503020204020204" pitchFamily="34" charset="-122"/>
              <a:ea typeface="微软雅黑" panose="020B0503020204020204" pitchFamily="34" charset="-122"/>
            </a:endParaRPr>
          </a:p>
          <a:p>
            <a:pPr marL="342900" lvl="1" indent="-342900">
              <a:lnSpc>
                <a:spcPct val="150000"/>
              </a:lnSpc>
              <a:spcBef>
                <a:spcPts val="0"/>
              </a:spcBef>
            </a:pPr>
            <a:endParaRPr lang="en-US" altLang="zh-CN" sz="2000" dirty="0">
              <a:solidFill>
                <a:sysClr val="windowText" lastClr="000000"/>
              </a:solidFill>
              <a:latin typeface="微软雅黑" panose="020B0503020204020204" pitchFamily="34" charset="-122"/>
              <a:ea typeface="微软雅黑" panose="020B0503020204020204" pitchFamily="34" charset="-122"/>
            </a:endParaRPr>
          </a:p>
          <a:p>
            <a:pPr marL="342900" lvl="1" indent="-342900">
              <a:lnSpc>
                <a:spcPct val="150000"/>
              </a:lnSpc>
              <a:spcBef>
                <a:spcPts val="0"/>
              </a:spcBef>
            </a:pPr>
            <a:endParaRPr lang="en-US" altLang="zh-CN" sz="2000" dirty="0">
              <a:solidFill>
                <a:sysClr val="windowText" lastClr="000000"/>
              </a:solidFill>
              <a:latin typeface="微软雅黑" panose="020B0503020204020204" pitchFamily="34" charset="-122"/>
              <a:ea typeface="微软雅黑" panose="020B0503020204020204" pitchFamily="34" charset="-122"/>
            </a:endParaRPr>
          </a:p>
          <a:p>
            <a:pPr marL="342900" lvl="1" indent="-342900">
              <a:lnSpc>
                <a:spcPct val="150000"/>
              </a:lnSpc>
              <a:spcBef>
                <a:spcPts val="0"/>
              </a:spcBef>
            </a:pPr>
            <a:endParaRPr lang="en-US" altLang="zh-CN" sz="2000" dirty="0">
              <a:solidFill>
                <a:sysClr val="windowText" lastClr="000000"/>
              </a:solidFill>
              <a:latin typeface="微软雅黑" panose="020B0503020204020204" pitchFamily="34" charset="-122"/>
              <a:ea typeface="微软雅黑" panose="020B0503020204020204" pitchFamily="34" charset="-122"/>
            </a:endParaRPr>
          </a:p>
          <a:p>
            <a:pPr marL="342900" lvl="1" indent="-342900">
              <a:lnSpc>
                <a:spcPct val="150000"/>
              </a:lnSpc>
              <a:spcBef>
                <a:spcPts val="0"/>
              </a:spcBef>
            </a:pPr>
            <a:r>
              <a:rPr lang="zh-CN" altLang="en-US" sz="2000" dirty="0">
                <a:solidFill>
                  <a:sysClr val="windowText" lastClr="000000"/>
                </a:solidFill>
                <a:latin typeface="微软雅黑" panose="020B0503020204020204" pitchFamily="34" charset="-122"/>
                <a:ea typeface="微软雅黑" panose="020B0503020204020204" pitchFamily="34" charset="-122"/>
              </a:rPr>
              <a:t>程序运行过程中写入到字符串和列表中的内容只在程序设计过程中存在于</a:t>
            </a:r>
            <a:r>
              <a:rPr lang="zh-CN" altLang="en-US" sz="2000" b="1" dirty="0">
                <a:solidFill>
                  <a:schemeClr val="accent2"/>
                </a:solidFill>
                <a:latin typeface="微软雅黑" panose="020B0503020204020204" pitchFamily="34" charset="-122"/>
                <a:ea typeface="微软雅黑" panose="020B0503020204020204" pitchFamily="34" charset="-122"/>
              </a:rPr>
              <a:t>内存</a:t>
            </a:r>
            <a:r>
              <a:rPr lang="zh-CN" altLang="en-US" sz="2000" dirty="0">
                <a:solidFill>
                  <a:sysClr val="windowText" lastClr="000000"/>
                </a:solidFill>
                <a:latin typeface="微软雅黑" panose="020B0503020204020204" pitchFamily="34" charset="-122"/>
                <a:ea typeface="微软雅黑" panose="020B0503020204020204" pitchFamily="34" charset="-122"/>
              </a:rPr>
              <a:t>之中，程序结束或关机后将会丢失，可以使用 </a:t>
            </a:r>
            <a:r>
              <a:rPr lang="en-US" altLang="zh-CN" sz="2000" dirty="0">
                <a:solidFill>
                  <a:sysClr val="windowText" lastClr="000000"/>
                </a:solidFill>
                <a:latin typeface="微软雅黑" panose="020B0503020204020204" pitchFamily="34" charset="-122"/>
                <a:ea typeface="微软雅黑" panose="020B0503020204020204" pitchFamily="34" charset="-122"/>
              </a:rPr>
              <a:t>write() </a:t>
            </a:r>
            <a:r>
              <a:rPr lang="zh-CN" altLang="en-US" sz="2000" dirty="0">
                <a:solidFill>
                  <a:sysClr val="windowText" lastClr="000000"/>
                </a:solidFill>
                <a:latin typeface="微软雅黑" panose="020B0503020204020204" pitchFamily="34" charset="-122"/>
                <a:ea typeface="微软雅黑" panose="020B0503020204020204" pitchFamily="34" charset="-122"/>
              </a:rPr>
              <a:t>和 </a:t>
            </a:r>
            <a:r>
              <a:rPr lang="en-US" altLang="zh-CN" sz="2000" dirty="0" err="1">
                <a:solidFill>
                  <a:sysClr val="windowText" lastClr="000000"/>
                </a:solidFill>
                <a:latin typeface="微软雅黑" panose="020B0503020204020204" pitchFamily="34" charset="-122"/>
                <a:ea typeface="微软雅黑" panose="020B0503020204020204" pitchFamily="34" charset="-122"/>
              </a:rPr>
              <a:t>writelines</a:t>
            </a:r>
            <a:r>
              <a:rPr lang="en-US" altLang="zh-CN" sz="2000" dirty="0">
                <a:solidFill>
                  <a:sysClr val="windowText" lastClr="000000"/>
                </a:solidFill>
                <a:latin typeface="微软雅黑" panose="020B0503020204020204" pitchFamily="34" charset="-122"/>
                <a:ea typeface="微软雅黑" panose="020B0503020204020204" pitchFamily="34" charset="-122"/>
              </a:rPr>
              <a:t>() </a:t>
            </a:r>
            <a:r>
              <a:rPr lang="zh-CN" altLang="en-US" sz="2000" dirty="0">
                <a:solidFill>
                  <a:sysClr val="windowText" lastClr="000000"/>
                </a:solidFill>
                <a:latin typeface="微软雅黑" panose="020B0503020204020204" pitchFamily="34" charset="-122"/>
                <a:ea typeface="微软雅黑" panose="020B0503020204020204" pitchFamily="34" charset="-122"/>
              </a:rPr>
              <a:t>方法可以将字符串和字符串列表中的内容写入到文件中</a:t>
            </a:r>
            <a:r>
              <a:rPr lang="zh-CN" altLang="en-US" sz="2000" b="1" dirty="0">
                <a:solidFill>
                  <a:schemeClr val="accent2"/>
                </a:solidFill>
                <a:latin typeface="微软雅黑" panose="020B0503020204020204" pitchFamily="34" charset="-122"/>
                <a:ea typeface="微软雅黑" panose="020B0503020204020204" pitchFamily="34" charset="-122"/>
              </a:rPr>
              <a:t>永久保存</a:t>
            </a:r>
            <a:r>
              <a:rPr lang="zh-CN" altLang="en-US" sz="2000" dirty="0">
                <a:solidFill>
                  <a:sysClr val="windowText" lastClr="000000"/>
                </a:solidFill>
                <a:latin typeface="微软雅黑" panose="020B0503020204020204" pitchFamily="34" charset="-122"/>
                <a:ea typeface="微软雅黑" panose="020B0503020204020204" pitchFamily="34" charset="-122"/>
              </a:rPr>
              <a:t>。</a:t>
            </a:r>
            <a:endParaRPr lang="zh-CN" altLang="en-US" sz="2000" dirty="0">
              <a:solidFill>
                <a:sysClr val="windowText" lastClr="000000"/>
              </a:solidFill>
              <a:latin typeface="微软雅黑" panose="020B0503020204020204" pitchFamily="34" charset="-122"/>
              <a:ea typeface="微软雅黑" panose="020B0503020204020204" pitchFamily="34" charset="-122"/>
            </a:endParaRPr>
          </a:p>
        </p:txBody>
      </p:sp>
      <p:sp>
        <p:nvSpPr>
          <p:cNvPr id="3" name="内容占位符 5"/>
          <p:cNvSpPr txBox="1"/>
          <p:nvPr/>
        </p:nvSpPr>
        <p:spPr>
          <a:xfrm>
            <a:off x="780061" y="3100948"/>
            <a:ext cx="10631877" cy="1504336"/>
          </a:xfrm>
          <a:prstGeom prst="roundRect">
            <a:avLst>
              <a:gd name="adj" fmla="val 21049"/>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dirty="0">
                <a:solidFill>
                  <a:srgbClr val="4B69C6"/>
                </a:solidFill>
                <a:latin typeface="+mj-lt"/>
              </a:rPr>
              <a:t>with</a:t>
            </a:r>
            <a:r>
              <a:rPr lang="en-US" altLang="zh-CN" dirty="0">
                <a:solidFill>
                  <a:srgbClr val="333333"/>
                </a:solidFill>
                <a:latin typeface="+mj-lt"/>
              </a:rPr>
              <a:t> </a:t>
            </a:r>
            <a:r>
              <a:rPr lang="en-US" altLang="zh-CN" b="1" dirty="0">
                <a:solidFill>
                  <a:srgbClr val="AA3731"/>
                </a:solidFill>
                <a:latin typeface="+mj-lt"/>
              </a:rPr>
              <a:t>open</a:t>
            </a:r>
            <a:r>
              <a:rPr lang="en-US" altLang="zh-CN" dirty="0">
                <a:solidFill>
                  <a:srgbClr val="777777"/>
                </a:solidFill>
                <a:latin typeface="+mj-lt"/>
              </a:rPr>
              <a:t>('</a:t>
            </a:r>
            <a:r>
              <a:rPr lang="zh-CN" altLang="en-US" dirty="0">
                <a:solidFill>
                  <a:srgbClr val="448C27"/>
                </a:solidFill>
                <a:latin typeface="+mj-lt"/>
              </a:rPr>
              <a:t>静夜思</a:t>
            </a:r>
            <a:r>
              <a:rPr lang="en-US" altLang="zh-CN" dirty="0">
                <a:solidFill>
                  <a:srgbClr val="448C27"/>
                </a:solidFill>
                <a:latin typeface="+mj-lt"/>
              </a:rPr>
              <a:t>.txt</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448C27"/>
                </a:solidFill>
                <a:latin typeface="+mj-lt"/>
              </a:rPr>
              <a:t>w</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encoding</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448C27"/>
                </a:solidFill>
                <a:latin typeface="+mj-lt"/>
              </a:rPr>
              <a:t>utf-8</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4B69C6"/>
                </a:solidFill>
                <a:latin typeface="+mj-lt"/>
              </a:rPr>
              <a:t>as</a:t>
            </a:r>
            <a:r>
              <a:rPr lang="en-US" altLang="zh-CN" dirty="0">
                <a:solidFill>
                  <a:srgbClr val="333333"/>
                </a:solidFill>
                <a:latin typeface="+mj-lt"/>
              </a:rPr>
              <a:t> </a:t>
            </a:r>
            <a:r>
              <a:rPr lang="en-US" altLang="zh-CN" dirty="0">
                <a:solidFill>
                  <a:srgbClr val="7A3E9D"/>
                </a:solidFill>
                <a:latin typeface="+mj-lt"/>
              </a:rPr>
              <a:t>f</a:t>
            </a:r>
            <a:r>
              <a:rPr lang="en-US" altLang="zh-CN" dirty="0">
                <a:solidFill>
                  <a:srgbClr val="777777"/>
                </a:solidFill>
                <a:latin typeface="+mj-lt"/>
              </a:rPr>
              <a:t>:</a:t>
            </a:r>
            <a:r>
              <a:rPr lang="en-US" altLang="zh-CN" dirty="0">
                <a:solidFill>
                  <a:srgbClr val="333333"/>
                </a:solidFill>
                <a:latin typeface="+mj-lt"/>
              </a:rPr>
              <a:t> </a:t>
            </a:r>
            <a:endParaRPr lang="en-US" altLang="zh-CN" dirty="0">
              <a:solidFill>
                <a:srgbClr val="333333"/>
              </a:solidFill>
              <a:latin typeface="+mj-lt"/>
            </a:endParaRPr>
          </a:p>
          <a:p>
            <a:r>
              <a:rPr lang="en-US" altLang="zh-CN" dirty="0">
                <a:solidFill>
                  <a:srgbClr val="333333"/>
                </a:solidFill>
                <a:latin typeface="+mj-lt"/>
              </a:rPr>
              <a:t>    </a:t>
            </a:r>
            <a:r>
              <a:rPr lang="en-US" altLang="zh-CN" dirty="0" err="1">
                <a:solidFill>
                  <a:srgbClr val="7A3E9D"/>
                </a:solidFill>
                <a:latin typeface="+mj-lt"/>
              </a:rPr>
              <a:t>f</a:t>
            </a:r>
            <a:r>
              <a:rPr lang="en-US" altLang="zh-CN" dirty="0" err="1">
                <a:solidFill>
                  <a:srgbClr val="777777"/>
                </a:solidFill>
                <a:latin typeface="+mj-lt"/>
              </a:rPr>
              <a:t>.</a:t>
            </a:r>
            <a:r>
              <a:rPr lang="en-US" altLang="zh-CN" b="1" dirty="0" err="1">
                <a:solidFill>
                  <a:srgbClr val="AA3731"/>
                </a:solidFill>
                <a:latin typeface="+mj-lt"/>
              </a:rPr>
              <a:t>writelines</a:t>
            </a:r>
            <a:r>
              <a:rPr lang="en-US" altLang="zh-CN" dirty="0">
                <a:solidFill>
                  <a:srgbClr val="777777"/>
                </a:solidFill>
                <a:latin typeface="+mj-lt"/>
              </a:rPr>
              <a:t>(['</a:t>
            </a:r>
            <a:r>
              <a:rPr lang="zh-CN" altLang="en-US" dirty="0">
                <a:solidFill>
                  <a:srgbClr val="448C27"/>
                </a:solidFill>
                <a:latin typeface="+mj-lt"/>
              </a:rPr>
              <a:t>床前明月光，疑是地上霜。</a:t>
            </a:r>
            <a:r>
              <a:rPr lang="en-US" altLang="zh-CN" dirty="0">
                <a:solidFill>
                  <a:srgbClr val="777777"/>
                </a:solidFill>
                <a:latin typeface="+mj-lt"/>
              </a:rPr>
              <a:t>\n',</a:t>
            </a:r>
            <a:r>
              <a:rPr lang="en-US" altLang="zh-CN" dirty="0">
                <a:solidFill>
                  <a:srgbClr val="333333"/>
                </a:solidFill>
                <a:latin typeface="+mj-lt"/>
              </a:rPr>
              <a:t> </a:t>
            </a:r>
            <a:r>
              <a:rPr lang="en-US" altLang="zh-CN" dirty="0">
                <a:solidFill>
                  <a:srgbClr val="777777"/>
                </a:solidFill>
                <a:latin typeface="+mj-lt"/>
              </a:rPr>
              <a:t>'</a:t>
            </a:r>
            <a:r>
              <a:rPr lang="zh-CN" altLang="en-US" dirty="0">
                <a:solidFill>
                  <a:srgbClr val="448C27"/>
                </a:solidFill>
                <a:latin typeface="+mj-lt"/>
              </a:rPr>
              <a:t>举头望明月，低头思故乡。</a:t>
            </a:r>
            <a:r>
              <a:rPr lang="en-US" altLang="zh-CN" dirty="0">
                <a:solidFill>
                  <a:srgbClr val="777777"/>
                </a:solidFill>
                <a:latin typeface="+mj-lt"/>
              </a:rPr>
              <a:t>\n'])</a:t>
            </a:r>
            <a:r>
              <a:rPr lang="en-US" altLang="zh-CN" dirty="0">
                <a:solidFill>
                  <a:srgbClr val="333333"/>
                </a:solidFill>
                <a:latin typeface="+mj-lt"/>
              </a:rPr>
              <a:t>  </a:t>
            </a:r>
            <a:endParaRPr lang="en-US" altLang="zh-CN" dirty="0">
              <a:solidFill>
                <a:srgbClr val="333333"/>
              </a:solidFill>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7.1.4</a:t>
            </a:r>
            <a:endParaRPr lang="zh-CN" altLang="en-US" dirty="0"/>
          </a:p>
        </p:txBody>
      </p:sp>
      <p:sp>
        <p:nvSpPr>
          <p:cNvPr id="3" name="标题 2"/>
          <p:cNvSpPr>
            <a:spLocks noGrp="1"/>
          </p:cNvSpPr>
          <p:nvPr>
            <p:ph type="title"/>
          </p:nvPr>
        </p:nvSpPr>
        <p:spPr/>
        <p:txBody>
          <a:bodyPr/>
          <a:lstStyle/>
          <a:p>
            <a:r>
              <a:rPr lang="zh-CN" altLang="en-US" dirty="0"/>
              <a:t>文件的读写操作</a:t>
            </a:r>
            <a:endParaRPr lang="zh-CN" altLang="en-US" dirty="0"/>
          </a:p>
        </p:txBody>
      </p:sp>
      <p:sp>
        <p:nvSpPr>
          <p:cNvPr id="5" name="内容占位符 1"/>
          <p:cNvSpPr txBox="1"/>
          <p:nvPr/>
        </p:nvSpPr>
        <p:spPr>
          <a:xfrm>
            <a:off x="852628" y="2001834"/>
            <a:ext cx="10486743" cy="4703765"/>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nSpc>
                <a:spcPct val="150000"/>
              </a:lnSpc>
              <a:buClr>
                <a:sysClr val="windowText" lastClr="000000"/>
              </a:buClr>
              <a:buNone/>
            </a:pPr>
            <a:r>
              <a:rPr lang="zh-CN" altLang="en-US" sz="2000" dirty="0">
                <a:solidFill>
                  <a:sysClr val="windowText" lastClr="000000"/>
                </a:solidFill>
                <a:latin typeface="微软雅黑" panose="020B0503020204020204" pitchFamily="34" charset="-122"/>
                <a:ea typeface="微软雅黑" panose="020B0503020204020204" pitchFamily="34" charset="-122"/>
              </a:rPr>
              <a:t>   进行文件的写入操作，使用 </a:t>
            </a:r>
            <a:r>
              <a:rPr lang="en-US" altLang="zh-CN" sz="2000" dirty="0">
                <a:solidFill>
                  <a:sysClr val="windowText" lastClr="000000"/>
                </a:solidFill>
                <a:latin typeface="微软雅黑" panose="020B0503020204020204" pitchFamily="34" charset="-122"/>
                <a:ea typeface="微软雅黑" panose="020B0503020204020204" pitchFamily="34" charset="-122"/>
              </a:rPr>
              <a:t>open() </a:t>
            </a:r>
            <a:r>
              <a:rPr lang="zh-CN" altLang="en-US" sz="2000" dirty="0">
                <a:solidFill>
                  <a:sysClr val="windowText" lastClr="000000"/>
                </a:solidFill>
                <a:latin typeface="微软雅黑" panose="020B0503020204020204" pitchFamily="34" charset="-122"/>
                <a:ea typeface="微软雅黑" panose="020B0503020204020204" pitchFamily="34" charset="-122"/>
              </a:rPr>
              <a:t>函数时，要将 </a:t>
            </a:r>
            <a:r>
              <a:rPr lang="en-US" altLang="zh-CN" sz="2000" dirty="0">
                <a:solidFill>
                  <a:sysClr val="windowText" lastClr="000000"/>
                </a:solidFill>
                <a:latin typeface="微软雅黑" panose="020B0503020204020204" pitchFamily="34" charset="-122"/>
                <a:ea typeface="微软雅黑" panose="020B0503020204020204" pitchFamily="34" charset="-122"/>
              </a:rPr>
              <a:t>mode </a:t>
            </a:r>
            <a:r>
              <a:rPr lang="zh-CN" altLang="en-US" sz="2000" dirty="0">
                <a:solidFill>
                  <a:sysClr val="windowText" lastClr="000000"/>
                </a:solidFill>
                <a:latin typeface="微软雅黑" panose="020B0503020204020204" pitchFamily="34" charset="-122"/>
                <a:ea typeface="微软雅黑" panose="020B0503020204020204" pitchFamily="34" charset="-122"/>
              </a:rPr>
              <a:t>参数设置为 </a:t>
            </a:r>
            <a:r>
              <a:rPr lang="en-US" altLang="zh-CN" sz="2000" dirty="0">
                <a:solidFill>
                  <a:sysClr val="windowText" lastClr="000000"/>
                </a:solidFill>
                <a:latin typeface="微软雅黑" panose="020B0503020204020204" pitchFamily="34" charset="-122"/>
                <a:ea typeface="微软雅黑" panose="020B0503020204020204" pitchFamily="34" charset="-122"/>
              </a:rPr>
              <a:t>'w'</a:t>
            </a:r>
            <a:r>
              <a:rPr lang="zh-CN" altLang="en-US" sz="2000" dirty="0">
                <a:solidFill>
                  <a:sysClr val="windowText" lastClr="000000"/>
                </a:solidFill>
                <a:latin typeface="微软雅黑" panose="020B0503020204020204" pitchFamily="34" charset="-122"/>
                <a:ea typeface="微软雅黑" panose="020B0503020204020204" pitchFamily="34" charset="-122"/>
              </a:rPr>
              <a:t>、</a:t>
            </a:r>
            <a:r>
              <a:rPr lang="en-US" altLang="zh-CN" sz="2000" dirty="0">
                <a:solidFill>
                  <a:sysClr val="windowText" lastClr="000000"/>
                </a:solidFill>
                <a:latin typeface="微软雅黑" panose="020B0503020204020204" pitchFamily="34" charset="-122"/>
                <a:ea typeface="微软雅黑" panose="020B0503020204020204" pitchFamily="34" charset="-122"/>
              </a:rPr>
              <a:t>'x'</a:t>
            </a:r>
            <a:r>
              <a:rPr lang="zh-CN" altLang="en-US" sz="2000" dirty="0">
                <a:solidFill>
                  <a:sysClr val="windowText" lastClr="000000"/>
                </a:solidFill>
                <a:latin typeface="微软雅黑" panose="020B0503020204020204" pitchFamily="34" charset="-122"/>
                <a:ea typeface="微软雅黑" panose="020B0503020204020204" pitchFamily="34" charset="-122"/>
              </a:rPr>
              <a:t>、</a:t>
            </a:r>
            <a:r>
              <a:rPr lang="en-US" altLang="zh-CN" sz="2000" dirty="0">
                <a:solidFill>
                  <a:sysClr val="windowText" lastClr="000000"/>
                </a:solidFill>
                <a:latin typeface="微软雅黑" panose="020B0503020204020204" pitchFamily="34" charset="-122"/>
                <a:ea typeface="微软雅黑" panose="020B0503020204020204" pitchFamily="34" charset="-122"/>
              </a:rPr>
              <a:t>'a' </a:t>
            </a:r>
            <a:r>
              <a:rPr lang="zh-CN" altLang="en-US" sz="2000" dirty="0">
                <a:solidFill>
                  <a:sysClr val="windowText" lastClr="000000"/>
                </a:solidFill>
                <a:latin typeface="微软雅黑" panose="020B0503020204020204" pitchFamily="34" charset="-122"/>
                <a:ea typeface="微软雅黑" panose="020B0503020204020204" pitchFamily="34" charset="-122"/>
              </a:rPr>
              <a:t>等具有</a:t>
            </a:r>
            <a:r>
              <a:rPr lang="zh-CN" altLang="en-US" sz="2000" b="1" dirty="0">
                <a:solidFill>
                  <a:schemeClr val="accent2"/>
                </a:solidFill>
                <a:latin typeface="微软雅黑" panose="020B0503020204020204" pitchFamily="34" charset="-122"/>
                <a:ea typeface="微软雅黑" panose="020B0503020204020204" pitchFamily="34" charset="-122"/>
              </a:rPr>
              <a:t>写权限</a:t>
            </a:r>
            <a:r>
              <a:rPr lang="zh-CN" altLang="en-US" sz="2000" dirty="0">
                <a:solidFill>
                  <a:sysClr val="windowText" lastClr="000000"/>
                </a:solidFill>
                <a:latin typeface="微软雅黑" panose="020B0503020204020204" pitchFamily="34" charset="-122"/>
                <a:ea typeface="微软雅黑" panose="020B0503020204020204" pitchFamily="34" charset="-122"/>
              </a:rPr>
              <a:t>的模式。</a:t>
            </a:r>
            <a:endParaRPr lang="en-US" altLang="zh-CN" sz="2000" dirty="0">
              <a:solidFill>
                <a:sysClr val="windowText" lastClr="000000"/>
              </a:solidFill>
              <a:latin typeface="微软雅黑" panose="020B0503020204020204" pitchFamily="34" charset="-122"/>
              <a:ea typeface="微软雅黑" panose="020B0503020204020204" pitchFamily="34" charset="-122"/>
            </a:endParaRPr>
          </a:p>
          <a:p>
            <a:pPr>
              <a:lnSpc>
                <a:spcPct val="150000"/>
              </a:lnSpc>
              <a:buClr>
                <a:sysClr val="windowText" lastClr="000000"/>
              </a:buClr>
            </a:pPr>
            <a:r>
              <a:rPr lang="zh-CN" altLang="en-US" sz="2000" dirty="0">
                <a:solidFill>
                  <a:sysClr val="windowText" lastClr="000000"/>
                </a:solidFill>
                <a:latin typeface="微软雅黑" panose="020B0503020204020204" pitchFamily="34" charset="-122"/>
                <a:ea typeface="微软雅黑" panose="020B0503020204020204" pitchFamily="34" charset="-122"/>
              </a:rPr>
              <a:t>使用“</a:t>
            </a:r>
            <a:r>
              <a:rPr lang="en-US" altLang="zh-CN" sz="2000" dirty="0">
                <a:solidFill>
                  <a:sysClr val="windowText" lastClr="000000"/>
                </a:solidFill>
                <a:latin typeface="微软雅黑" panose="020B0503020204020204" pitchFamily="34" charset="-122"/>
                <a:ea typeface="微软雅黑" panose="020B0503020204020204" pitchFamily="34" charset="-122"/>
              </a:rPr>
              <a:t>w”</a:t>
            </a:r>
            <a:r>
              <a:rPr lang="zh-CN" altLang="en-US" sz="2000" dirty="0">
                <a:solidFill>
                  <a:sysClr val="windowText" lastClr="000000"/>
                </a:solidFill>
                <a:latin typeface="微软雅黑" panose="020B0503020204020204" pitchFamily="34" charset="-122"/>
                <a:ea typeface="微软雅黑" panose="020B0503020204020204" pitchFamily="34" charset="-122"/>
              </a:rPr>
              <a:t>模式时，以</a:t>
            </a:r>
            <a:r>
              <a:rPr lang="zh-CN" altLang="en-US" sz="2000" b="1" dirty="0">
                <a:solidFill>
                  <a:schemeClr val="accent2"/>
                </a:solidFill>
                <a:latin typeface="微软雅黑" panose="020B0503020204020204" pitchFamily="34" charset="-122"/>
                <a:ea typeface="微软雅黑" panose="020B0503020204020204" pitchFamily="34" charset="-122"/>
              </a:rPr>
              <a:t>写数据模式</a:t>
            </a:r>
            <a:r>
              <a:rPr lang="zh-CN" altLang="en-US" sz="2000" dirty="0">
                <a:solidFill>
                  <a:sysClr val="windowText" lastClr="000000"/>
                </a:solidFill>
                <a:latin typeface="微软雅黑" panose="020B0503020204020204" pitchFamily="34" charset="-122"/>
                <a:ea typeface="微软雅黑" panose="020B0503020204020204" pitchFamily="34" charset="-122"/>
              </a:rPr>
              <a:t>打开文件，若文件不存在，先创建文件后再打开。若该文件已存在，先清除该文件中所有内容再写入新数据。</a:t>
            </a:r>
            <a:endParaRPr lang="en-US" altLang="zh-CN" sz="2000" dirty="0">
              <a:solidFill>
                <a:sysClr val="windowText" lastClr="000000"/>
              </a:solidFill>
              <a:latin typeface="微软雅黑" panose="020B0503020204020204" pitchFamily="34" charset="-122"/>
              <a:ea typeface="微软雅黑" panose="020B0503020204020204" pitchFamily="34" charset="-122"/>
            </a:endParaRPr>
          </a:p>
          <a:p>
            <a:pPr>
              <a:lnSpc>
                <a:spcPct val="150000"/>
              </a:lnSpc>
              <a:buClr>
                <a:sysClr val="windowText" lastClr="000000"/>
              </a:buClr>
            </a:pPr>
            <a:r>
              <a:rPr lang="zh-CN" altLang="en-US" sz="2000" dirty="0">
                <a:solidFill>
                  <a:sysClr val="windowText" lastClr="000000"/>
                </a:solidFill>
                <a:latin typeface="微软雅黑" panose="020B0503020204020204" pitchFamily="34" charset="-122"/>
                <a:ea typeface="微软雅黑" panose="020B0503020204020204" pitchFamily="34" charset="-122"/>
              </a:rPr>
              <a:t>使用“</a:t>
            </a:r>
            <a:r>
              <a:rPr lang="en-US" altLang="zh-CN" sz="2000" dirty="0">
                <a:solidFill>
                  <a:sysClr val="windowText" lastClr="000000"/>
                </a:solidFill>
                <a:latin typeface="微软雅黑" panose="020B0503020204020204" pitchFamily="34" charset="-122"/>
                <a:ea typeface="微软雅黑" panose="020B0503020204020204" pitchFamily="34" charset="-122"/>
              </a:rPr>
              <a:t>a”</a:t>
            </a:r>
            <a:r>
              <a:rPr lang="zh-CN" altLang="en-US" sz="2000" dirty="0">
                <a:solidFill>
                  <a:sysClr val="windowText" lastClr="000000"/>
                </a:solidFill>
                <a:latin typeface="微软雅黑" panose="020B0503020204020204" pitchFamily="34" charset="-122"/>
                <a:ea typeface="微软雅黑" panose="020B0503020204020204" pitchFamily="34" charset="-122"/>
              </a:rPr>
              <a:t>模式以</a:t>
            </a:r>
            <a:r>
              <a:rPr lang="zh-CN" altLang="en-US" sz="2000" b="1" dirty="0">
                <a:solidFill>
                  <a:schemeClr val="accent2"/>
                </a:solidFill>
                <a:latin typeface="微软雅黑" panose="020B0503020204020204" pitchFamily="34" charset="-122"/>
                <a:ea typeface="微软雅黑" panose="020B0503020204020204" pitchFamily="34" charset="-122"/>
              </a:rPr>
              <a:t>追加写数据模式</a:t>
            </a:r>
            <a:r>
              <a:rPr lang="zh-CN" altLang="en-US" sz="2000" dirty="0">
                <a:solidFill>
                  <a:sysClr val="windowText" lastClr="000000"/>
                </a:solidFill>
                <a:latin typeface="微软雅黑" panose="020B0503020204020204" pitchFamily="34" charset="-122"/>
                <a:ea typeface="微软雅黑" panose="020B0503020204020204" pitchFamily="34" charset="-122"/>
              </a:rPr>
              <a:t>打开文件，若文件不存在，先创建文件后再打开。若该文件已存在，新数据追加在现有数据之后，新写入的数据会增加到原文件的末尾。</a:t>
            </a:r>
            <a:endParaRPr lang="en-US" altLang="zh-CN" sz="2000" dirty="0">
              <a:solidFill>
                <a:sysClr val="windowText" lastClr="000000"/>
              </a:solidFill>
              <a:latin typeface="微软雅黑" panose="020B0503020204020204" pitchFamily="34" charset="-122"/>
              <a:ea typeface="微软雅黑" panose="020B0503020204020204" pitchFamily="34" charset="-122"/>
            </a:endParaRPr>
          </a:p>
          <a:p>
            <a:pPr>
              <a:lnSpc>
                <a:spcPct val="150000"/>
              </a:lnSpc>
              <a:buClr>
                <a:sysClr val="windowText" lastClr="000000"/>
              </a:buClr>
            </a:pPr>
            <a:r>
              <a:rPr lang="zh-CN" altLang="en-US" sz="2000" dirty="0">
                <a:solidFill>
                  <a:sysClr val="windowText" lastClr="000000"/>
                </a:solidFill>
                <a:latin typeface="微软雅黑" panose="020B0503020204020204" pitchFamily="34" charset="-122"/>
                <a:ea typeface="微软雅黑" panose="020B0503020204020204" pitchFamily="34" charset="-122"/>
              </a:rPr>
              <a:t>使用“</a:t>
            </a:r>
            <a:r>
              <a:rPr lang="en-US" altLang="zh-CN" sz="2000" dirty="0">
                <a:solidFill>
                  <a:sysClr val="windowText" lastClr="000000"/>
                </a:solidFill>
                <a:latin typeface="微软雅黑" panose="020B0503020204020204" pitchFamily="34" charset="-122"/>
                <a:ea typeface="微软雅黑" panose="020B0503020204020204" pitchFamily="34" charset="-122"/>
              </a:rPr>
              <a:t>x”</a:t>
            </a:r>
            <a:r>
              <a:rPr lang="zh-CN" altLang="en-US" sz="2000" dirty="0">
                <a:solidFill>
                  <a:sysClr val="windowText" lastClr="000000"/>
                </a:solidFill>
                <a:latin typeface="微软雅黑" panose="020B0503020204020204" pitchFamily="34" charset="-122"/>
                <a:ea typeface="微软雅黑" panose="020B0503020204020204" pitchFamily="34" charset="-122"/>
              </a:rPr>
              <a:t>模式以</a:t>
            </a:r>
            <a:r>
              <a:rPr lang="zh-CN" altLang="en-US" sz="2000" b="1" dirty="0">
                <a:solidFill>
                  <a:schemeClr val="accent2"/>
                </a:solidFill>
                <a:latin typeface="微软雅黑" panose="020B0503020204020204" pitchFamily="34" charset="-122"/>
                <a:ea typeface="微软雅黑" panose="020B0503020204020204" pitchFamily="34" charset="-122"/>
              </a:rPr>
              <a:t>创建文件写数据模式</a:t>
            </a:r>
            <a:r>
              <a:rPr lang="zh-CN" altLang="en-US" sz="2000" dirty="0">
                <a:solidFill>
                  <a:sysClr val="windowText" lastClr="000000"/>
                </a:solidFill>
                <a:latin typeface="微软雅黑" panose="020B0503020204020204" pitchFamily="34" charset="-122"/>
                <a:ea typeface="微软雅黑" panose="020B0503020204020204" pitchFamily="34" charset="-122"/>
              </a:rPr>
              <a:t>打开文件，该文件已存在，打开失败。</a:t>
            </a:r>
            <a:endParaRPr lang="en-US" altLang="zh-CN" sz="2000" dirty="0">
              <a:solidFill>
                <a:sysClr val="windowText" lastClr="000000"/>
              </a:solidFill>
              <a:latin typeface="微软雅黑" panose="020B0503020204020204" pitchFamily="34" charset="-122"/>
              <a:ea typeface="微软雅黑" panose="020B0503020204020204" pitchFamily="34" charset="-122"/>
            </a:endParaRPr>
          </a:p>
          <a:p>
            <a:pPr>
              <a:lnSpc>
                <a:spcPct val="150000"/>
              </a:lnSpc>
              <a:buClr>
                <a:sysClr val="windowText" lastClr="000000"/>
              </a:buClr>
            </a:pPr>
            <a:r>
              <a:rPr lang="zh-CN" altLang="en-US" sz="2000" dirty="0">
                <a:solidFill>
                  <a:sysClr val="windowText" lastClr="000000"/>
                </a:solidFill>
                <a:latin typeface="微软雅黑" panose="020B0503020204020204" pitchFamily="34" charset="-122"/>
                <a:ea typeface="微软雅黑" panose="020B0503020204020204" pitchFamily="34" charset="-122"/>
              </a:rPr>
              <a:t>或用“</a:t>
            </a:r>
            <a:r>
              <a:rPr lang="en-US" altLang="zh-CN" sz="2000" dirty="0">
                <a:solidFill>
                  <a:sysClr val="windowText" lastClr="000000"/>
                </a:solidFill>
                <a:latin typeface="微软雅黑" panose="020B0503020204020204" pitchFamily="34" charset="-122"/>
                <a:ea typeface="微软雅黑" panose="020B0503020204020204" pitchFamily="34" charset="-122"/>
              </a:rPr>
              <a:t>r+”</a:t>
            </a:r>
            <a:r>
              <a:rPr lang="zh-CN" altLang="en-US" sz="2000" dirty="0">
                <a:solidFill>
                  <a:sysClr val="windowText" lastClr="000000"/>
                </a:solidFill>
                <a:latin typeface="微软雅黑" panose="020B0503020204020204" pitchFamily="34" charset="-122"/>
                <a:ea typeface="微软雅黑" panose="020B0503020204020204" pitchFamily="34" charset="-122"/>
              </a:rPr>
              <a:t>为</a:t>
            </a:r>
            <a:r>
              <a:rPr lang="zh-CN" altLang="en-US" sz="2000" b="1" dirty="0">
                <a:solidFill>
                  <a:schemeClr val="accent2"/>
                </a:solidFill>
                <a:latin typeface="微软雅黑" panose="020B0503020204020204" pitchFamily="34" charset="-122"/>
                <a:ea typeface="微软雅黑" panose="020B0503020204020204" pitchFamily="34" charset="-122"/>
              </a:rPr>
              <a:t>读模式</a:t>
            </a:r>
            <a:r>
              <a:rPr lang="zh-CN" altLang="en-US" sz="2000" dirty="0">
                <a:solidFill>
                  <a:sysClr val="windowText" lastClr="000000"/>
                </a:solidFill>
                <a:latin typeface="微软雅黑" panose="020B0503020204020204" pitchFamily="34" charset="-122"/>
                <a:ea typeface="微软雅黑" panose="020B0503020204020204" pitchFamily="34" charset="-122"/>
              </a:rPr>
              <a:t>打开的文件</a:t>
            </a:r>
            <a:r>
              <a:rPr lang="zh-CN" altLang="en-US" sz="2000" b="1" dirty="0">
                <a:solidFill>
                  <a:schemeClr val="accent2"/>
                </a:solidFill>
                <a:latin typeface="微软雅黑" panose="020B0503020204020204" pitchFamily="34" charset="-122"/>
                <a:ea typeface="微软雅黑" panose="020B0503020204020204" pitchFamily="34" charset="-122"/>
              </a:rPr>
              <a:t>增加写权限</a:t>
            </a:r>
            <a:r>
              <a:rPr lang="zh-CN" altLang="en-US" sz="2000" dirty="0">
                <a:solidFill>
                  <a:sysClr val="windowText" lastClr="000000"/>
                </a:solidFill>
                <a:latin typeface="微软雅黑" panose="020B0503020204020204" pitchFamily="34" charset="-122"/>
                <a:ea typeface="微软雅黑" panose="020B0503020204020204" pitchFamily="34" charset="-122"/>
              </a:rPr>
              <a:t>，但要注意，使用“</a:t>
            </a:r>
            <a:r>
              <a:rPr lang="en-US" altLang="zh-CN" sz="2000" dirty="0">
                <a:solidFill>
                  <a:sysClr val="windowText" lastClr="000000"/>
                </a:solidFill>
                <a:latin typeface="微软雅黑" panose="020B0503020204020204" pitchFamily="34" charset="-122"/>
                <a:ea typeface="微软雅黑" panose="020B0503020204020204" pitchFamily="34" charset="-122"/>
              </a:rPr>
              <a:t>r+”</a:t>
            </a:r>
            <a:r>
              <a:rPr lang="zh-CN" altLang="en-US" sz="2000" dirty="0">
                <a:solidFill>
                  <a:sysClr val="windowText" lastClr="000000"/>
                </a:solidFill>
                <a:latin typeface="微软雅黑" panose="020B0503020204020204" pitchFamily="34" charset="-122"/>
                <a:ea typeface="微软雅黑" panose="020B0503020204020204" pitchFamily="34" charset="-122"/>
              </a:rPr>
              <a:t>模式时文件处于改写状态，新写入的数据会覆盖原文件起始位置相同字符数量的数据。</a:t>
            </a:r>
            <a:endParaRPr lang="zh-CN" altLang="en-US" sz="2000" dirty="0">
              <a:solidFill>
                <a:sysClr val="windowText" lastClr="000000"/>
              </a:solidFill>
              <a:latin typeface="微软雅黑" panose="020B0503020204020204" pitchFamily="34" charset="-122"/>
              <a:ea typeface="微软雅黑" panose="020B0503020204020204" pitchFamily="34" charset="-122"/>
            </a:endParaRPr>
          </a:p>
        </p:txBody>
      </p:sp>
      <p:sp>
        <p:nvSpPr>
          <p:cNvPr id="9" name="内容占位符 5"/>
          <p:cNvSpPr txBox="1"/>
          <p:nvPr/>
        </p:nvSpPr>
        <p:spPr>
          <a:xfrm>
            <a:off x="780061" y="1042894"/>
            <a:ext cx="10631877" cy="848652"/>
          </a:xfrm>
          <a:prstGeom prst="roundRect">
            <a:avLst>
              <a:gd name="adj" fmla="val 20006"/>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0" algn="ctr" eaLnBrk="0" fontAlgn="base" hangingPunct="0">
              <a:lnSpc>
                <a:spcPct val="150000"/>
              </a:lnSpc>
              <a:spcBef>
                <a:spcPct val="0"/>
              </a:spcBef>
              <a:spcAft>
                <a:spcPct val="0"/>
              </a:spcAft>
              <a:defRPr/>
            </a:pPr>
            <a:r>
              <a:rPr lang="en-US" altLang="zh-CN" sz="2400" b="1" kern="0" dirty="0">
                <a:solidFill>
                  <a:srgbClr val="080808"/>
                </a:solidFill>
              </a:rPr>
              <a:t>  </a:t>
            </a:r>
            <a:r>
              <a:rPr lang="zh-CN" altLang="zh-CN" sz="2400" b="1" kern="0" dirty="0">
                <a:solidFill>
                  <a:srgbClr val="080808"/>
                </a:solidFill>
              </a:rPr>
              <a:t>fr </a:t>
            </a:r>
            <a:r>
              <a:rPr lang="zh-CN" altLang="zh-CN" sz="2400" b="1" kern="0" dirty="0">
                <a:solidFill>
                  <a:srgbClr val="025DFF"/>
                </a:solidFill>
              </a:rPr>
              <a:t>= </a:t>
            </a:r>
            <a:r>
              <a:rPr lang="zh-CN" altLang="zh-CN" sz="2400" b="1" kern="0" dirty="0">
                <a:solidFill>
                  <a:srgbClr val="FF6A02"/>
                </a:solidFill>
              </a:rPr>
              <a:t>open</a:t>
            </a:r>
            <a:r>
              <a:rPr lang="zh-CN" altLang="zh-CN" sz="2400" b="1" kern="0" dirty="0">
                <a:solidFill>
                  <a:srgbClr val="7102FF"/>
                </a:solidFill>
              </a:rPr>
              <a:t>(</a:t>
            </a:r>
            <a:r>
              <a:rPr lang="zh-CN" altLang="zh-CN" sz="2400" b="1" kern="0" dirty="0">
                <a:solidFill>
                  <a:srgbClr val="080808"/>
                </a:solidFill>
              </a:rPr>
              <a:t>file, </a:t>
            </a:r>
            <a:r>
              <a:rPr lang="zh-CN" altLang="zh-CN" sz="2400" b="1" kern="0" dirty="0">
                <a:solidFill>
                  <a:srgbClr val="660099"/>
                </a:solidFill>
              </a:rPr>
              <a:t>mode</a:t>
            </a:r>
            <a:r>
              <a:rPr lang="zh-CN" altLang="zh-CN" sz="2400" b="1" kern="0" dirty="0">
                <a:solidFill>
                  <a:srgbClr val="025DFF"/>
                </a:solidFill>
              </a:rPr>
              <a:t>=</a:t>
            </a:r>
            <a:r>
              <a:rPr lang="zh-CN" altLang="zh-CN" sz="2400" b="1" kern="0" dirty="0">
                <a:solidFill>
                  <a:srgbClr val="49C957"/>
                </a:solidFill>
              </a:rPr>
              <a:t>'r'</a:t>
            </a:r>
            <a:r>
              <a:rPr lang="zh-CN" altLang="zh-CN" sz="2400" b="1" kern="0" dirty="0">
                <a:solidFill>
                  <a:srgbClr val="080808"/>
                </a:solidFill>
              </a:rPr>
              <a:t>, </a:t>
            </a:r>
            <a:r>
              <a:rPr lang="zh-CN" altLang="zh-CN" sz="2400" b="1" kern="0" dirty="0">
                <a:solidFill>
                  <a:srgbClr val="660099"/>
                </a:solidFill>
              </a:rPr>
              <a:t>encoding</a:t>
            </a:r>
            <a:r>
              <a:rPr lang="zh-CN" altLang="zh-CN" sz="2400" b="1" kern="0" dirty="0">
                <a:solidFill>
                  <a:srgbClr val="025DFF"/>
                </a:solidFill>
              </a:rPr>
              <a:t>=</a:t>
            </a:r>
            <a:r>
              <a:rPr lang="zh-CN" altLang="zh-CN" sz="2400" b="1" kern="0" dirty="0">
                <a:solidFill>
                  <a:srgbClr val="F80505"/>
                </a:solidFill>
              </a:rPr>
              <a:t>None</a:t>
            </a:r>
            <a:r>
              <a:rPr lang="zh-CN" altLang="zh-CN" sz="2400" b="1" kern="0" dirty="0">
                <a:solidFill>
                  <a:srgbClr val="7102FF"/>
                </a:solidFill>
              </a:rPr>
              <a:t>)</a:t>
            </a:r>
            <a:endParaRPr lang="en-US" altLang="zh-CN" sz="2400" b="1" kern="0" dirty="0">
              <a:solidFill>
                <a:srgbClr val="7102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2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2"/>
          <p:cNvSpPr>
            <a:spLocks noGrp="1"/>
          </p:cNvSpPr>
          <p:nvPr>
            <p:ph type="title"/>
          </p:nvPr>
        </p:nvSpPr>
        <p:spPr/>
        <p:txBody>
          <a:bodyPr/>
          <a:lstStyle/>
          <a:p>
            <a:r>
              <a:rPr lang="zh-CN" altLang="en-US" dirty="0"/>
              <a:t>文件的读写操作</a:t>
            </a:r>
            <a:endParaRPr lang="zh-CN" altLang="en-US" dirty="0"/>
          </a:p>
        </p:txBody>
      </p:sp>
      <p:sp>
        <p:nvSpPr>
          <p:cNvPr id="11" name="内容占位符 10"/>
          <p:cNvSpPr>
            <a:spLocks noGrp="1"/>
          </p:cNvSpPr>
          <p:nvPr>
            <p:ph sz="quarter" idx="14"/>
          </p:nvPr>
        </p:nvSpPr>
        <p:spPr/>
        <p:txBody>
          <a:bodyPr/>
          <a:lstStyle/>
          <a:p>
            <a:r>
              <a:rPr lang="en-US" altLang="zh-CN" dirty="0"/>
              <a:t>7.1.4</a:t>
            </a:r>
            <a:endParaRPr lang="zh-CN" altLang="en-US" dirty="0"/>
          </a:p>
        </p:txBody>
      </p:sp>
      <p:sp>
        <p:nvSpPr>
          <p:cNvPr id="2" name="内容占位符 1"/>
          <p:cNvSpPr txBox="1"/>
          <p:nvPr/>
        </p:nvSpPr>
        <p:spPr>
          <a:xfrm>
            <a:off x="707494" y="1048097"/>
            <a:ext cx="10914235" cy="1990071"/>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25000"/>
              </a:lnSpc>
              <a:buClr>
                <a:sysClr val="windowText" lastClr="000000"/>
              </a:buClr>
            </a:pPr>
            <a:r>
              <a:rPr lang="zh-CN" altLang="en-US" sz="2400" dirty="0">
                <a:solidFill>
                  <a:sysClr val="windowText" lastClr="000000"/>
                </a:solidFill>
                <a:latin typeface="微软雅黑" panose="020B0503020204020204" pitchFamily="34" charset="-122"/>
                <a:ea typeface="微软雅黑" panose="020B0503020204020204" pitchFamily="34" charset="-122"/>
              </a:rPr>
              <a:t>在编程时，可以将不同模式的读写操作定义为</a:t>
            </a:r>
            <a:r>
              <a:rPr lang="zh-CN" altLang="en-US" sz="2400" b="1" dirty="0">
                <a:solidFill>
                  <a:schemeClr val="accent2"/>
                </a:solidFill>
                <a:latin typeface="微软雅黑" panose="020B0503020204020204" pitchFamily="34" charset="-122"/>
                <a:ea typeface="微软雅黑" panose="020B0503020204020204" pitchFamily="34" charset="-122"/>
              </a:rPr>
              <a:t>不同函数</a:t>
            </a:r>
            <a:r>
              <a:rPr lang="zh-CN" altLang="en-US" sz="2400" dirty="0">
                <a:solidFill>
                  <a:sysClr val="windowText" lastClr="000000"/>
                </a:solidFill>
                <a:latin typeface="微软雅黑" panose="020B0503020204020204" pitchFamily="34" charset="-122"/>
                <a:ea typeface="微软雅黑" panose="020B0503020204020204" pitchFamily="34" charset="-122"/>
              </a:rPr>
              <a:t>，将文件名和读写的数据作为传入参数，分别完成不同的读写操作，使程序结构清晰，维护方便。</a:t>
            </a:r>
            <a:endParaRPr lang="en-US" altLang="zh-CN" sz="2400" dirty="0">
              <a:solidFill>
                <a:sysClr val="windowText" lastClr="000000"/>
              </a:solidFill>
              <a:latin typeface="微软雅黑" panose="020B0503020204020204" pitchFamily="34" charset="-122"/>
              <a:ea typeface="微软雅黑" panose="020B0503020204020204" pitchFamily="34" charset="-122"/>
            </a:endParaRPr>
          </a:p>
          <a:p>
            <a:pPr>
              <a:lnSpc>
                <a:spcPct val="125000"/>
              </a:lnSpc>
              <a:buClr>
                <a:sysClr val="windowText" lastClr="000000"/>
              </a:buClr>
            </a:pPr>
            <a:r>
              <a:rPr lang="zh-CN" altLang="en-US" sz="2400" dirty="0">
                <a:solidFill>
                  <a:sysClr val="windowText" lastClr="000000"/>
                </a:solidFill>
                <a:latin typeface="微软雅黑" panose="020B0503020204020204" pitchFamily="34" charset="-122"/>
                <a:ea typeface="微软雅黑" panose="020B0503020204020204" pitchFamily="34" charset="-122"/>
              </a:rPr>
              <a:t>每个读写操作都是独立的，函数调用结束后就马上关闭文件，释放对文件的控制，可以提高程序的性能和安全性。</a:t>
            </a:r>
            <a:endParaRPr lang="zh-CN" altLang="en-US" sz="2400" dirty="0">
              <a:solidFill>
                <a:sysClr val="windowText" lastClr="000000"/>
              </a:solidFill>
              <a:latin typeface="微软雅黑" panose="020B0503020204020204" pitchFamily="34" charset="-122"/>
              <a:ea typeface="微软雅黑" panose="020B0503020204020204" pitchFamily="34" charset="-122"/>
            </a:endParaRPr>
          </a:p>
        </p:txBody>
      </p:sp>
      <p:sp>
        <p:nvSpPr>
          <p:cNvPr id="3" name="内容占位符 5"/>
          <p:cNvSpPr txBox="1"/>
          <p:nvPr/>
        </p:nvSpPr>
        <p:spPr>
          <a:xfrm>
            <a:off x="780060" y="3146324"/>
            <a:ext cx="10631877" cy="3569109"/>
          </a:xfrm>
          <a:prstGeom prst="roundRect">
            <a:avLst>
              <a:gd name="adj" fmla="val 14589"/>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dirty="0">
                <a:solidFill>
                  <a:srgbClr val="7A3E9D"/>
                </a:solidFill>
                <a:latin typeface="+mj-lt"/>
              </a:rPr>
              <a:t>def</a:t>
            </a:r>
            <a:r>
              <a:rPr lang="en-US" altLang="zh-CN" dirty="0">
                <a:solidFill>
                  <a:srgbClr val="333333"/>
                </a:solidFill>
                <a:latin typeface="+mj-lt"/>
              </a:rPr>
              <a:t> </a:t>
            </a:r>
            <a:r>
              <a:rPr lang="en-US" altLang="zh-CN" b="1" dirty="0" err="1">
                <a:solidFill>
                  <a:srgbClr val="AA3731"/>
                </a:solidFill>
                <a:latin typeface="+mj-lt"/>
              </a:rPr>
              <a:t>write_file</a:t>
            </a:r>
            <a:r>
              <a:rPr lang="en-US" altLang="zh-CN" dirty="0">
                <a:solidFill>
                  <a:srgbClr val="777777"/>
                </a:solidFill>
                <a:latin typeface="+mj-lt"/>
              </a:rPr>
              <a:t>(</a:t>
            </a:r>
            <a:r>
              <a:rPr lang="en-US" altLang="zh-CN" dirty="0">
                <a:solidFill>
                  <a:srgbClr val="7A3E9D"/>
                </a:solidFill>
                <a:latin typeface="+mj-lt"/>
              </a:rPr>
              <a:t>s</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filename</a:t>
            </a:r>
            <a:r>
              <a:rPr lang="en-US" altLang="zh-CN" dirty="0">
                <a:solidFill>
                  <a:srgbClr val="777777"/>
                </a:solidFill>
                <a:latin typeface="+mj-lt"/>
              </a:rPr>
              <a:t>):</a:t>
            </a:r>
            <a:r>
              <a:rPr lang="en-US" altLang="zh-CN" dirty="0">
                <a:solidFill>
                  <a:srgbClr val="333333"/>
                </a:solidFill>
                <a:latin typeface="+mj-lt"/>
              </a:rPr>
              <a:t>          </a:t>
            </a:r>
            <a:endParaRPr lang="en-US" altLang="zh-CN" dirty="0">
              <a:solidFill>
                <a:srgbClr val="333333"/>
              </a:solidFill>
              <a:latin typeface="+mj-lt"/>
            </a:endParaRPr>
          </a:p>
          <a:p>
            <a:r>
              <a:rPr lang="en-US" altLang="zh-CN" dirty="0">
                <a:solidFill>
                  <a:srgbClr val="333333"/>
                </a:solidFill>
                <a:latin typeface="+mj-lt"/>
              </a:rPr>
              <a:t>    </a:t>
            </a:r>
            <a:r>
              <a:rPr lang="en-US" altLang="zh-CN" dirty="0">
                <a:solidFill>
                  <a:srgbClr val="4B69C6"/>
                </a:solidFill>
                <a:latin typeface="+mj-lt"/>
              </a:rPr>
              <a:t>with</a:t>
            </a:r>
            <a:r>
              <a:rPr lang="en-US" altLang="zh-CN" dirty="0">
                <a:solidFill>
                  <a:srgbClr val="333333"/>
                </a:solidFill>
                <a:latin typeface="+mj-lt"/>
              </a:rPr>
              <a:t> </a:t>
            </a:r>
            <a:r>
              <a:rPr lang="en-US" altLang="zh-CN" b="1" dirty="0">
                <a:solidFill>
                  <a:srgbClr val="AA3731"/>
                </a:solidFill>
                <a:latin typeface="+mj-lt"/>
              </a:rPr>
              <a:t>open</a:t>
            </a:r>
            <a:r>
              <a:rPr lang="en-US" altLang="zh-CN" dirty="0">
                <a:solidFill>
                  <a:srgbClr val="777777"/>
                </a:solidFill>
                <a:latin typeface="+mj-lt"/>
              </a:rPr>
              <a:t>(</a:t>
            </a:r>
            <a:r>
              <a:rPr lang="en-US" altLang="zh-CN" dirty="0">
                <a:solidFill>
                  <a:srgbClr val="7A3E9D"/>
                </a:solidFill>
                <a:latin typeface="+mj-lt"/>
              </a:rPr>
              <a:t>filename</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448C27"/>
                </a:solidFill>
                <a:latin typeface="+mj-lt"/>
              </a:rPr>
              <a:t>a</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encoding</a:t>
            </a:r>
            <a:r>
              <a:rPr lang="en-US" altLang="zh-CN" dirty="0">
                <a:solidFill>
                  <a:srgbClr val="777777"/>
                </a:solidFill>
                <a:latin typeface="+mj-lt"/>
              </a:rPr>
              <a:t>='</a:t>
            </a:r>
            <a:r>
              <a:rPr lang="en-US" altLang="zh-CN" dirty="0">
                <a:solidFill>
                  <a:srgbClr val="448C27"/>
                </a:solidFill>
                <a:latin typeface="+mj-lt"/>
              </a:rPr>
              <a:t>utf-8</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4B69C6"/>
                </a:solidFill>
                <a:latin typeface="+mj-lt"/>
              </a:rPr>
              <a:t>as</a:t>
            </a:r>
            <a:r>
              <a:rPr lang="en-US" altLang="zh-CN" dirty="0">
                <a:solidFill>
                  <a:srgbClr val="333333"/>
                </a:solidFill>
                <a:latin typeface="+mj-lt"/>
              </a:rPr>
              <a:t> </a:t>
            </a:r>
            <a:r>
              <a:rPr lang="en-US" altLang="zh-CN" dirty="0">
                <a:solidFill>
                  <a:srgbClr val="7A3E9D"/>
                </a:solidFill>
                <a:latin typeface="+mj-lt"/>
              </a:rPr>
              <a:t>f</a:t>
            </a:r>
            <a:r>
              <a:rPr lang="en-US" altLang="zh-CN" dirty="0">
                <a:solidFill>
                  <a:srgbClr val="777777"/>
                </a:solidFill>
                <a:latin typeface="+mj-lt"/>
              </a:rPr>
              <a:t>:</a:t>
            </a:r>
            <a:endParaRPr lang="en-US" altLang="zh-CN" dirty="0">
              <a:solidFill>
                <a:srgbClr val="333333"/>
              </a:solidFill>
              <a:latin typeface="+mj-lt"/>
            </a:endParaRPr>
          </a:p>
          <a:p>
            <a:r>
              <a:rPr lang="en-US" altLang="zh-CN" dirty="0">
                <a:solidFill>
                  <a:srgbClr val="333333"/>
                </a:solidFill>
                <a:latin typeface="+mj-lt"/>
              </a:rPr>
              <a:t>        </a:t>
            </a:r>
            <a:r>
              <a:rPr lang="en-US" altLang="zh-CN" dirty="0" err="1">
                <a:solidFill>
                  <a:srgbClr val="7A3E9D"/>
                </a:solidFill>
                <a:latin typeface="+mj-lt"/>
              </a:rPr>
              <a:t>f</a:t>
            </a:r>
            <a:r>
              <a:rPr lang="en-US" altLang="zh-CN" dirty="0" err="1">
                <a:solidFill>
                  <a:srgbClr val="777777"/>
                </a:solidFill>
                <a:latin typeface="+mj-lt"/>
              </a:rPr>
              <a:t>.</a:t>
            </a:r>
            <a:r>
              <a:rPr lang="en-US" altLang="zh-CN" b="1" dirty="0" err="1">
                <a:solidFill>
                  <a:srgbClr val="AA3731"/>
                </a:solidFill>
                <a:latin typeface="+mj-lt"/>
              </a:rPr>
              <a:t>write</a:t>
            </a:r>
            <a:r>
              <a:rPr lang="en-US" altLang="zh-CN" dirty="0">
                <a:solidFill>
                  <a:srgbClr val="777777"/>
                </a:solidFill>
                <a:latin typeface="+mj-lt"/>
              </a:rPr>
              <a:t>(</a:t>
            </a:r>
            <a:r>
              <a:rPr lang="en-US" altLang="zh-CN" dirty="0">
                <a:solidFill>
                  <a:srgbClr val="7A3E9D"/>
                </a:solidFill>
                <a:latin typeface="+mj-lt"/>
              </a:rPr>
              <a:t>s</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将字符串 </a:t>
            </a:r>
            <a:r>
              <a:rPr lang="en-US" altLang="zh-CN" dirty="0">
                <a:solidFill>
                  <a:srgbClr val="AAAAAA"/>
                </a:solidFill>
                <a:latin typeface="+mj-lt"/>
              </a:rPr>
              <a:t>s </a:t>
            </a:r>
            <a:r>
              <a:rPr lang="zh-CN" altLang="en-US" dirty="0">
                <a:solidFill>
                  <a:srgbClr val="AAAAAA"/>
                </a:solidFill>
                <a:latin typeface="+mj-lt"/>
              </a:rPr>
              <a:t>写入文件，附加到后面</a:t>
            </a:r>
            <a:endParaRPr lang="en-US" altLang="zh-CN" dirty="0">
              <a:solidFill>
                <a:srgbClr val="AAAAAA"/>
              </a:solidFill>
              <a:latin typeface="+mj-lt"/>
            </a:endParaRPr>
          </a:p>
          <a:p>
            <a:endParaRPr lang="en-US" altLang="zh-CN" dirty="0">
              <a:solidFill>
                <a:srgbClr val="AAAAAA"/>
              </a:solidFill>
              <a:latin typeface="+mj-lt"/>
            </a:endParaRPr>
          </a:p>
          <a:p>
            <a:r>
              <a:rPr lang="en-US" altLang="zh-CN" dirty="0">
                <a:solidFill>
                  <a:srgbClr val="7A3E9D"/>
                </a:solidFill>
              </a:rPr>
              <a:t>def</a:t>
            </a:r>
            <a:r>
              <a:rPr lang="en-US" altLang="zh-CN" dirty="0">
                <a:solidFill>
                  <a:srgbClr val="333333"/>
                </a:solidFill>
              </a:rPr>
              <a:t> </a:t>
            </a:r>
            <a:r>
              <a:rPr lang="en-US" altLang="zh-CN" b="1" dirty="0" err="1">
                <a:solidFill>
                  <a:srgbClr val="AA3731"/>
                </a:solidFill>
              </a:rPr>
              <a:t>write_lines_file</a:t>
            </a:r>
            <a:r>
              <a:rPr lang="en-US" altLang="zh-CN" dirty="0">
                <a:solidFill>
                  <a:srgbClr val="777777"/>
                </a:solidFill>
              </a:rPr>
              <a:t>(</a:t>
            </a:r>
            <a:r>
              <a:rPr lang="en-US" altLang="zh-CN" dirty="0">
                <a:solidFill>
                  <a:srgbClr val="7A3E9D"/>
                </a:solidFill>
              </a:rPr>
              <a:t>ls</a:t>
            </a:r>
            <a:r>
              <a:rPr lang="en-US" altLang="zh-CN" dirty="0">
                <a:solidFill>
                  <a:srgbClr val="777777"/>
                </a:solidFill>
              </a:rPr>
              <a:t>,</a:t>
            </a:r>
            <a:r>
              <a:rPr lang="en-US" altLang="zh-CN" dirty="0">
                <a:solidFill>
                  <a:srgbClr val="333333"/>
                </a:solidFill>
              </a:rPr>
              <a:t> </a:t>
            </a:r>
            <a:r>
              <a:rPr lang="en-US" altLang="zh-CN" dirty="0">
                <a:solidFill>
                  <a:srgbClr val="7A3E9D"/>
                </a:solidFill>
              </a:rPr>
              <a:t>filename</a:t>
            </a:r>
            <a:r>
              <a:rPr lang="en-US" altLang="zh-CN" dirty="0">
                <a:solidFill>
                  <a:srgbClr val="777777"/>
                </a:solidFill>
              </a:rPr>
              <a:t>):</a:t>
            </a:r>
            <a:r>
              <a:rPr lang="en-US" altLang="zh-CN" dirty="0">
                <a:solidFill>
                  <a:srgbClr val="333333"/>
                </a:solidFill>
              </a:rPr>
              <a:t>   </a:t>
            </a:r>
            <a:endParaRPr lang="en-US" altLang="zh-CN" dirty="0">
              <a:solidFill>
                <a:srgbClr val="333333"/>
              </a:solidFill>
            </a:endParaRPr>
          </a:p>
          <a:p>
            <a:r>
              <a:rPr lang="en-US" altLang="zh-CN" dirty="0">
                <a:solidFill>
                  <a:srgbClr val="333333"/>
                </a:solidFill>
              </a:rPr>
              <a:t>    </a:t>
            </a:r>
            <a:r>
              <a:rPr lang="en-US" altLang="zh-CN" dirty="0">
                <a:solidFill>
                  <a:srgbClr val="4B69C6"/>
                </a:solidFill>
              </a:rPr>
              <a:t>with</a:t>
            </a:r>
            <a:r>
              <a:rPr lang="en-US" altLang="zh-CN" dirty="0">
                <a:solidFill>
                  <a:srgbClr val="333333"/>
                </a:solidFill>
              </a:rPr>
              <a:t> </a:t>
            </a:r>
            <a:r>
              <a:rPr lang="en-US" altLang="zh-CN" b="1" dirty="0">
                <a:solidFill>
                  <a:srgbClr val="AA3731"/>
                </a:solidFill>
              </a:rPr>
              <a:t>open</a:t>
            </a:r>
            <a:r>
              <a:rPr lang="en-US" altLang="zh-CN" dirty="0">
                <a:solidFill>
                  <a:srgbClr val="777777"/>
                </a:solidFill>
              </a:rPr>
              <a:t>(</a:t>
            </a:r>
            <a:r>
              <a:rPr lang="en-US" altLang="zh-CN" dirty="0">
                <a:solidFill>
                  <a:srgbClr val="7A3E9D"/>
                </a:solidFill>
              </a:rPr>
              <a:t>filename</a:t>
            </a:r>
            <a:r>
              <a:rPr lang="en-US" altLang="zh-CN" dirty="0">
                <a:solidFill>
                  <a:srgbClr val="777777"/>
                </a:solidFill>
              </a:rPr>
              <a:t>,</a:t>
            </a:r>
            <a:r>
              <a:rPr lang="en-US" altLang="zh-CN" dirty="0">
                <a:solidFill>
                  <a:srgbClr val="333333"/>
                </a:solidFill>
              </a:rPr>
              <a:t> </a:t>
            </a:r>
            <a:r>
              <a:rPr lang="en-US" altLang="zh-CN" dirty="0">
                <a:solidFill>
                  <a:srgbClr val="777777"/>
                </a:solidFill>
              </a:rPr>
              <a:t>'</a:t>
            </a:r>
            <a:r>
              <a:rPr lang="en-US" altLang="zh-CN" dirty="0">
                <a:solidFill>
                  <a:srgbClr val="448C27"/>
                </a:solidFill>
              </a:rPr>
              <a:t>a</a:t>
            </a:r>
            <a:r>
              <a:rPr lang="en-US" altLang="zh-CN" dirty="0">
                <a:solidFill>
                  <a:srgbClr val="777777"/>
                </a:solidFill>
              </a:rPr>
              <a:t>',</a:t>
            </a:r>
            <a:r>
              <a:rPr lang="en-US" altLang="zh-CN" dirty="0">
                <a:solidFill>
                  <a:srgbClr val="333333"/>
                </a:solidFill>
              </a:rPr>
              <a:t> </a:t>
            </a:r>
            <a:r>
              <a:rPr lang="en-US" altLang="zh-CN" dirty="0">
                <a:solidFill>
                  <a:srgbClr val="7A3E9D"/>
                </a:solidFill>
              </a:rPr>
              <a:t>encoding</a:t>
            </a:r>
            <a:r>
              <a:rPr lang="en-US" altLang="zh-CN" dirty="0">
                <a:solidFill>
                  <a:srgbClr val="777777"/>
                </a:solidFill>
              </a:rPr>
              <a:t>='</a:t>
            </a:r>
            <a:r>
              <a:rPr lang="en-US" altLang="zh-CN" dirty="0">
                <a:solidFill>
                  <a:srgbClr val="448C27"/>
                </a:solidFill>
              </a:rPr>
              <a:t>utf-8</a:t>
            </a:r>
            <a:r>
              <a:rPr lang="en-US" altLang="zh-CN" dirty="0">
                <a:solidFill>
                  <a:srgbClr val="777777"/>
                </a:solidFill>
              </a:rPr>
              <a:t>')</a:t>
            </a:r>
            <a:r>
              <a:rPr lang="en-US" altLang="zh-CN" dirty="0">
                <a:solidFill>
                  <a:srgbClr val="333333"/>
                </a:solidFill>
              </a:rPr>
              <a:t> </a:t>
            </a:r>
            <a:r>
              <a:rPr lang="en-US" altLang="zh-CN" dirty="0">
                <a:solidFill>
                  <a:srgbClr val="4B69C6"/>
                </a:solidFill>
              </a:rPr>
              <a:t>as</a:t>
            </a:r>
            <a:r>
              <a:rPr lang="en-US" altLang="zh-CN" dirty="0">
                <a:solidFill>
                  <a:srgbClr val="333333"/>
                </a:solidFill>
              </a:rPr>
              <a:t> </a:t>
            </a:r>
            <a:r>
              <a:rPr lang="en-US" altLang="zh-CN" dirty="0">
                <a:solidFill>
                  <a:srgbClr val="7A3E9D"/>
                </a:solidFill>
              </a:rPr>
              <a:t>f</a:t>
            </a:r>
            <a:r>
              <a:rPr lang="en-US" altLang="zh-CN" dirty="0">
                <a:solidFill>
                  <a:srgbClr val="777777"/>
                </a:solidFill>
              </a:rPr>
              <a:t>:</a:t>
            </a:r>
            <a:endParaRPr lang="en-US" altLang="zh-CN" dirty="0">
              <a:solidFill>
                <a:srgbClr val="333333"/>
              </a:solidFill>
            </a:endParaRPr>
          </a:p>
          <a:p>
            <a:r>
              <a:rPr lang="en-US" altLang="zh-CN" dirty="0">
                <a:solidFill>
                  <a:srgbClr val="333333"/>
                </a:solidFill>
              </a:rPr>
              <a:t>        </a:t>
            </a:r>
            <a:r>
              <a:rPr lang="en-US" altLang="zh-CN" dirty="0" err="1">
                <a:solidFill>
                  <a:srgbClr val="7A3E9D"/>
                </a:solidFill>
              </a:rPr>
              <a:t>f</a:t>
            </a:r>
            <a:r>
              <a:rPr lang="en-US" altLang="zh-CN" dirty="0" err="1">
                <a:solidFill>
                  <a:srgbClr val="777777"/>
                </a:solidFill>
              </a:rPr>
              <a:t>.</a:t>
            </a:r>
            <a:r>
              <a:rPr lang="en-US" altLang="zh-CN" b="1" dirty="0" err="1">
                <a:solidFill>
                  <a:srgbClr val="AA3731"/>
                </a:solidFill>
              </a:rPr>
              <a:t>writelines</a:t>
            </a:r>
            <a:r>
              <a:rPr lang="en-US" altLang="zh-CN" dirty="0">
                <a:solidFill>
                  <a:srgbClr val="777777"/>
                </a:solidFill>
              </a:rPr>
              <a:t>(</a:t>
            </a:r>
            <a:r>
              <a:rPr lang="en-US" altLang="zh-CN" dirty="0">
                <a:solidFill>
                  <a:srgbClr val="7A3E9D"/>
                </a:solidFill>
              </a:rPr>
              <a:t>ls</a:t>
            </a:r>
            <a:r>
              <a:rPr lang="en-US" altLang="zh-CN" dirty="0">
                <a:solidFill>
                  <a:srgbClr val="777777"/>
                </a:solidFill>
              </a:rPr>
              <a:t>)</a:t>
            </a:r>
            <a:r>
              <a:rPr lang="en-US" altLang="zh-CN" dirty="0">
                <a:solidFill>
                  <a:srgbClr val="333333"/>
                </a:solidFill>
              </a:rPr>
              <a:t>             	   	</a:t>
            </a:r>
            <a:r>
              <a:rPr lang="en-US" altLang="zh-CN" dirty="0">
                <a:solidFill>
                  <a:srgbClr val="AAAAAA"/>
                </a:solidFill>
              </a:rPr>
              <a:t># </a:t>
            </a:r>
            <a:r>
              <a:rPr lang="zh-CN" altLang="en-US" dirty="0">
                <a:solidFill>
                  <a:srgbClr val="AAAAAA"/>
                </a:solidFill>
              </a:rPr>
              <a:t>将字符串列表 </a:t>
            </a:r>
            <a:r>
              <a:rPr lang="en-US" altLang="zh-CN" dirty="0">
                <a:solidFill>
                  <a:srgbClr val="AAAAAA"/>
                </a:solidFill>
              </a:rPr>
              <a:t>ls </a:t>
            </a:r>
            <a:r>
              <a:rPr lang="zh-CN" altLang="en-US" dirty="0">
                <a:solidFill>
                  <a:srgbClr val="AAAAAA"/>
                </a:solidFill>
              </a:rPr>
              <a:t>写入文件，附加到后面</a:t>
            </a:r>
            <a:endParaRPr lang="en-US" altLang="zh-CN" dirty="0">
              <a:solidFill>
                <a:srgbClr val="AAAAAA"/>
              </a:solidFill>
            </a:endParaRPr>
          </a:p>
          <a:p>
            <a:r>
              <a:rPr lang="zh-CN" altLang="en-US" dirty="0">
                <a:solidFill>
                  <a:srgbClr val="AAAAAA"/>
                </a:solidFill>
              </a:rPr>
              <a:t>（接下页）</a:t>
            </a:r>
            <a:endParaRPr lang="en-US" altLang="zh-CN" dirty="0">
              <a:solidFill>
                <a:srgbClr val="AAAAAA"/>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2"/>
          <p:cNvSpPr>
            <a:spLocks noGrp="1"/>
          </p:cNvSpPr>
          <p:nvPr>
            <p:ph type="title"/>
          </p:nvPr>
        </p:nvSpPr>
        <p:spPr/>
        <p:txBody>
          <a:bodyPr/>
          <a:lstStyle/>
          <a:p>
            <a:r>
              <a:rPr lang="zh-CN" altLang="en-US" dirty="0"/>
              <a:t>文件的读写操作</a:t>
            </a:r>
            <a:endParaRPr lang="zh-CN" altLang="en-US" dirty="0"/>
          </a:p>
        </p:txBody>
      </p:sp>
      <p:sp>
        <p:nvSpPr>
          <p:cNvPr id="11" name="内容占位符 10"/>
          <p:cNvSpPr>
            <a:spLocks noGrp="1"/>
          </p:cNvSpPr>
          <p:nvPr>
            <p:ph sz="quarter" idx="14"/>
          </p:nvPr>
        </p:nvSpPr>
        <p:spPr/>
        <p:txBody>
          <a:bodyPr/>
          <a:lstStyle/>
          <a:p>
            <a:r>
              <a:rPr lang="en-US" altLang="zh-CN" dirty="0"/>
              <a:t>7.1.4</a:t>
            </a:r>
            <a:endParaRPr lang="zh-CN" altLang="en-US" dirty="0"/>
          </a:p>
        </p:txBody>
      </p:sp>
      <p:sp>
        <p:nvSpPr>
          <p:cNvPr id="2" name="内容占位符 5"/>
          <p:cNvSpPr txBox="1"/>
          <p:nvPr/>
        </p:nvSpPr>
        <p:spPr>
          <a:xfrm>
            <a:off x="780061" y="1085830"/>
            <a:ext cx="10631877" cy="5473416"/>
          </a:xfrm>
          <a:prstGeom prst="roundRect">
            <a:avLst>
              <a:gd name="adj" fmla="val 11516"/>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zh-CN" altLang="en-US" dirty="0">
                <a:solidFill>
                  <a:srgbClr val="AAAAAA"/>
                </a:solidFill>
              </a:rPr>
              <a:t>（续上页）</a:t>
            </a:r>
            <a:endParaRPr lang="en-US" altLang="zh-CN" dirty="0">
              <a:solidFill>
                <a:srgbClr val="7A3E9D"/>
              </a:solidFill>
              <a:latin typeface="+mj-lt"/>
            </a:endParaRPr>
          </a:p>
          <a:p>
            <a:r>
              <a:rPr lang="en-US" altLang="zh-CN" dirty="0">
                <a:solidFill>
                  <a:srgbClr val="7A3E9D"/>
                </a:solidFill>
                <a:latin typeface="+mj-lt"/>
              </a:rPr>
              <a:t>def</a:t>
            </a:r>
            <a:r>
              <a:rPr lang="en-US" altLang="zh-CN" dirty="0">
                <a:solidFill>
                  <a:srgbClr val="333333"/>
                </a:solidFill>
                <a:latin typeface="+mj-lt"/>
              </a:rPr>
              <a:t> </a:t>
            </a:r>
            <a:r>
              <a:rPr lang="en-US" altLang="zh-CN" b="1" dirty="0" err="1">
                <a:solidFill>
                  <a:srgbClr val="AA3731"/>
                </a:solidFill>
                <a:latin typeface="+mj-lt"/>
              </a:rPr>
              <a:t>read_file</a:t>
            </a:r>
            <a:r>
              <a:rPr lang="en-US" altLang="zh-CN" dirty="0">
                <a:solidFill>
                  <a:srgbClr val="777777"/>
                </a:solidFill>
                <a:latin typeface="+mj-lt"/>
              </a:rPr>
              <a:t>(</a:t>
            </a:r>
            <a:r>
              <a:rPr lang="en-US" altLang="zh-CN" dirty="0">
                <a:solidFill>
                  <a:srgbClr val="7A3E9D"/>
                </a:solidFill>
                <a:latin typeface="+mj-lt"/>
              </a:rPr>
              <a:t>filename</a:t>
            </a:r>
            <a:r>
              <a:rPr lang="en-US" altLang="zh-CN" dirty="0">
                <a:solidFill>
                  <a:srgbClr val="777777"/>
                </a:solidFill>
                <a:latin typeface="+mj-lt"/>
              </a:rPr>
              <a:t>):</a:t>
            </a:r>
            <a:r>
              <a:rPr lang="en-US" altLang="zh-CN" dirty="0">
                <a:solidFill>
                  <a:srgbClr val="333333"/>
                </a:solidFill>
                <a:latin typeface="+mj-lt"/>
              </a:rPr>
              <a:t>              </a:t>
            </a:r>
            <a:endParaRPr lang="en-US" altLang="zh-CN" dirty="0">
              <a:solidFill>
                <a:srgbClr val="333333"/>
              </a:solidFill>
              <a:latin typeface="+mj-lt"/>
            </a:endParaRPr>
          </a:p>
          <a:p>
            <a:r>
              <a:rPr lang="en-US" altLang="zh-CN" dirty="0">
                <a:solidFill>
                  <a:srgbClr val="333333"/>
                </a:solidFill>
                <a:latin typeface="+mj-lt"/>
              </a:rPr>
              <a:t>    </a:t>
            </a:r>
            <a:r>
              <a:rPr lang="en-US" altLang="zh-CN" dirty="0">
                <a:solidFill>
                  <a:srgbClr val="4B69C6"/>
                </a:solidFill>
                <a:latin typeface="+mj-lt"/>
              </a:rPr>
              <a:t>with</a:t>
            </a:r>
            <a:r>
              <a:rPr lang="en-US" altLang="zh-CN" dirty="0">
                <a:solidFill>
                  <a:srgbClr val="333333"/>
                </a:solidFill>
                <a:latin typeface="+mj-lt"/>
              </a:rPr>
              <a:t> </a:t>
            </a:r>
            <a:r>
              <a:rPr lang="en-US" altLang="zh-CN" b="1" dirty="0">
                <a:solidFill>
                  <a:srgbClr val="AA3731"/>
                </a:solidFill>
                <a:latin typeface="+mj-lt"/>
              </a:rPr>
              <a:t>open</a:t>
            </a:r>
            <a:r>
              <a:rPr lang="en-US" altLang="zh-CN" dirty="0">
                <a:solidFill>
                  <a:srgbClr val="777777"/>
                </a:solidFill>
                <a:latin typeface="+mj-lt"/>
              </a:rPr>
              <a:t>(</a:t>
            </a:r>
            <a:r>
              <a:rPr lang="en-US" altLang="zh-CN" dirty="0">
                <a:solidFill>
                  <a:srgbClr val="7A3E9D"/>
                </a:solidFill>
                <a:latin typeface="+mj-lt"/>
              </a:rPr>
              <a:t>filename</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448C27"/>
                </a:solidFill>
                <a:latin typeface="+mj-lt"/>
              </a:rPr>
              <a:t>r</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encoding</a:t>
            </a:r>
            <a:r>
              <a:rPr lang="en-US" altLang="zh-CN" dirty="0">
                <a:solidFill>
                  <a:srgbClr val="777777"/>
                </a:solidFill>
                <a:latin typeface="+mj-lt"/>
              </a:rPr>
              <a:t>='</a:t>
            </a:r>
            <a:r>
              <a:rPr lang="en-US" altLang="zh-CN" dirty="0">
                <a:solidFill>
                  <a:srgbClr val="448C27"/>
                </a:solidFill>
                <a:latin typeface="+mj-lt"/>
              </a:rPr>
              <a:t>utf-8</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4B69C6"/>
                </a:solidFill>
                <a:latin typeface="+mj-lt"/>
              </a:rPr>
              <a:t>as</a:t>
            </a:r>
            <a:r>
              <a:rPr lang="en-US" altLang="zh-CN" dirty="0">
                <a:solidFill>
                  <a:srgbClr val="333333"/>
                </a:solidFill>
                <a:latin typeface="+mj-lt"/>
              </a:rPr>
              <a:t> </a:t>
            </a:r>
            <a:r>
              <a:rPr lang="en-US" altLang="zh-CN" dirty="0">
                <a:solidFill>
                  <a:srgbClr val="7A3E9D"/>
                </a:solidFill>
                <a:latin typeface="+mj-lt"/>
              </a:rPr>
              <a:t>f</a:t>
            </a:r>
            <a:r>
              <a:rPr lang="en-US" altLang="zh-CN" dirty="0">
                <a:solidFill>
                  <a:srgbClr val="777777"/>
                </a:solidFill>
                <a:latin typeface="+mj-lt"/>
              </a:rPr>
              <a:t>:</a:t>
            </a:r>
            <a:endParaRPr lang="en-US" altLang="zh-CN" dirty="0">
              <a:solidFill>
                <a:srgbClr val="333333"/>
              </a:solidFill>
              <a:latin typeface="+mj-lt"/>
            </a:endParaRPr>
          </a:p>
          <a:p>
            <a:r>
              <a:rPr lang="en-US" altLang="zh-CN" dirty="0">
                <a:solidFill>
                  <a:srgbClr val="333333"/>
                </a:solidFill>
                <a:latin typeface="+mj-lt"/>
              </a:rPr>
              <a:t>        </a:t>
            </a:r>
            <a:r>
              <a:rPr lang="en-US" altLang="zh-CN" dirty="0">
                <a:solidFill>
                  <a:srgbClr val="4B69C6"/>
                </a:solidFill>
                <a:latin typeface="+mj-lt"/>
              </a:rPr>
              <a:t>return</a:t>
            </a:r>
            <a:r>
              <a:rPr lang="en-US" altLang="zh-CN" dirty="0">
                <a:solidFill>
                  <a:srgbClr val="333333"/>
                </a:solidFill>
                <a:latin typeface="+mj-lt"/>
              </a:rPr>
              <a:t> </a:t>
            </a:r>
            <a:r>
              <a:rPr lang="en-US" altLang="zh-CN" dirty="0" err="1">
                <a:solidFill>
                  <a:srgbClr val="7A3E9D"/>
                </a:solidFill>
                <a:latin typeface="+mj-lt"/>
              </a:rPr>
              <a:t>f</a:t>
            </a:r>
            <a:r>
              <a:rPr lang="en-US" altLang="zh-CN" dirty="0" err="1">
                <a:solidFill>
                  <a:srgbClr val="777777"/>
                </a:solidFill>
                <a:latin typeface="+mj-lt"/>
              </a:rPr>
              <a:t>.</a:t>
            </a:r>
            <a:r>
              <a:rPr lang="en-US" altLang="zh-CN" b="1" dirty="0" err="1">
                <a:solidFill>
                  <a:srgbClr val="AA3731"/>
                </a:solidFill>
                <a:latin typeface="+mj-lt"/>
              </a:rPr>
              <a:t>read</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返回字符串形式的文件内容</a:t>
            </a:r>
            <a:endParaRPr lang="zh-CN" altLang="en-US" dirty="0">
              <a:solidFill>
                <a:srgbClr val="333333"/>
              </a:solidFill>
              <a:latin typeface="+mj-lt"/>
            </a:endParaRPr>
          </a:p>
          <a:p>
            <a:r>
              <a:rPr lang="zh-CN" altLang="en-US" dirty="0">
                <a:solidFill>
                  <a:srgbClr val="333333"/>
                </a:solidFill>
                <a:latin typeface="+mj-lt"/>
              </a:rPr>
              <a:t> </a:t>
            </a:r>
            <a:endParaRPr lang="zh-CN" altLang="en-US" dirty="0">
              <a:solidFill>
                <a:srgbClr val="333333"/>
              </a:solidFill>
              <a:latin typeface="+mj-lt"/>
            </a:endParaRPr>
          </a:p>
          <a:p>
            <a:r>
              <a:rPr lang="en-US" altLang="zh-CN" dirty="0">
                <a:solidFill>
                  <a:srgbClr val="4B69C6"/>
                </a:solidFill>
                <a:latin typeface="+mj-lt"/>
              </a:rPr>
              <a:t>if</a:t>
            </a:r>
            <a:r>
              <a:rPr lang="en-US" altLang="zh-CN" dirty="0">
                <a:solidFill>
                  <a:srgbClr val="333333"/>
                </a:solidFill>
                <a:latin typeface="+mj-lt"/>
              </a:rPr>
              <a:t> </a:t>
            </a:r>
            <a:r>
              <a:rPr lang="en-US" altLang="zh-CN" dirty="0">
                <a:solidFill>
                  <a:srgbClr val="7A3E9D"/>
                </a:solidFill>
                <a:latin typeface="+mj-lt"/>
              </a:rPr>
              <a:t>__name__</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448C27"/>
                </a:solidFill>
                <a:latin typeface="+mj-lt"/>
              </a:rPr>
              <a:t>__main__</a:t>
            </a:r>
            <a:r>
              <a:rPr lang="en-US" altLang="zh-CN" dirty="0">
                <a:solidFill>
                  <a:srgbClr val="777777"/>
                </a:solidFill>
                <a:latin typeface="+mj-lt"/>
              </a:rPr>
              <a:t>':</a:t>
            </a:r>
            <a:endParaRPr lang="en-US" altLang="zh-CN" dirty="0">
              <a:solidFill>
                <a:srgbClr val="333333"/>
              </a:solidFill>
              <a:latin typeface="+mj-lt"/>
            </a:endParaRPr>
          </a:p>
          <a:p>
            <a:r>
              <a:rPr lang="en-US" altLang="zh-CN" dirty="0">
                <a:solidFill>
                  <a:srgbClr val="333333"/>
                </a:solidFill>
                <a:latin typeface="+mj-lt"/>
              </a:rPr>
              <a:t>    </a:t>
            </a:r>
            <a:r>
              <a:rPr lang="en-US" altLang="zh-CN" dirty="0">
                <a:solidFill>
                  <a:srgbClr val="7A3E9D"/>
                </a:solidFill>
                <a:latin typeface="+mj-lt"/>
              </a:rPr>
              <a:t>file</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zh-CN" altLang="en-US" dirty="0">
                <a:solidFill>
                  <a:srgbClr val="448C27"/>
                </a:solidFill>
                <a:latin typeface="+mj-lt"/>
              </a:rPr>
              <a:t>静夜思</a:t>
            </a:r>
            <a:r>
              <a:rPr lang="en-US" altLang="zh-CN" dirty="0">
                <a:solidFill>
                  <a:srgbClr val="448C27"/>
                </a:solidFill>
                <a:latin typeface="+mj-lt"/>
              </a:rPr>
              <a:t>.txt</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定义文件名变量，方便程序扩展和修改</a:t>
            </a:r>
            <a:endParaRPr lang="zh-CN" altLang="en-US" dirty="0">
              <a:solidFill>
                <a:srgbClr val="333333"/>
              </a:solidFill>
              <a:latin typeface="+mj-lt"/>
            </a:endParaRPr>
          </a:p>
          <a:p>
            <a:r>
              <a:rPr lang="zh-CN" altLang="en-US" dirty="0">
                <a:solidFill>
                  <a:srgbClr val="333333"/>
                </a:solidFill>
                <a:latin typeface="+mj-lt"/>
              </a:rPr>
              <a:t>    </a:t>
            </a:r>
            <a:r>
              <a:rPr lang="en-US" altLang="zh-CN" dirty="0" err="1">
                <a:solidFill>
                  <a:srgbClr val="7A3E9D"/>
                </a:solidFill>
                <a:latin typeface="+mj-lt"/>
              </a:rPr>
              <a:t>strPoem</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448C27"/>
                </a:solidFill>
                <a:latin typeface="+mj-lt"/>
              </a:rPr>
              <a:t> </a:t>
            </a:r>
            <a:r>
              <a:rPr lang="zh-CN" altLang="en-US" dirty="0">
                <a:solidFill>
                  <a:srgbClr val="448C27"/>
                </a:solidFill>
                <a:latin typeface="+mj-lt"/>
              </a:rPr>
              <a:t>独坐敬亭山</a:t>
            </a:r>
            <a:r>
              <a:rPr lang="en-US" altLang="zh-CN" dirty="0">
                <a:solidFill>
                  <a:srgbClr val="777777"/>
                </a:solidFill>
                <a:latin typeface="+mj-lt"/>
              </a:rPr>
              <a:t>\n</a:t>
            </a:r>
            <a:r>
              <a:rPr lang="zh-CN" altLang="en-US" dirty="0">
                <a:solidFill>
                  <a:srgbClr val="448C27"/>
                </a:solidFill>
                <a:latin typeface="+mj-lt"/>
              </a:rPr>
              <a:t>众鸟高飞尽，孤云独去闲。</a:t>
            </a:r>
            <a:r>
              <a:rPr lang="en-US" altLang="zh-CN" dirty="0">
                <a:solidFill>
                  <a:srgbClr val="777777"/>
                </a:solidFill>
                <a:latin typeface="+mj-lt"/>
              </a:rPr>
              <a:t>\n</a:t>
            </a:r>
            <a:r>
              <a:rPr lang="zh-CN" altLang="en-US" dirty="0">
                <a:solidFill>
                  <a:srgbClr val="448C27"/>
                </a:solidFill>
                <a:latin typeface="+mj-lt"/>
              </a:rPr>
              <a:t>相看两不厌，只有敬亭山。</a:t>
            </a:r>
            <a:r>
              <a:rPr lang="en-US" altLang="zh-CN" dirty="0">
                <a:solidFill>
                  <a:srgbClr val="777777"/>
                </a:solidFill>
                <a:latin typeface="+mj-lt"/>
              </a:rPr>
              <a:t>\n'</a:t>
            </a:r>
            <a:endParaRPr lang="en-US" altLang="zh-CN" dirty="0">
              <a:solidFill>
                <a:srgbClr val="333333"/>
              </a:solidFill>
              <a:latin typeface="+mj-lt"/>
            </a:endParaRPr>
          </a:p>
          <a:p>
            <a:r>
              <a:rPr lang="en-US" altLang="zh-CN" dirty="0">
                <a:solidFill>
                  <a:srgbClr val="333333"/>
                </a:solidFill>
                <a:latin typeface="+mj-lt"/>
              </a:rPr>
              <a:t>    </a:t>
            </a:r>
            <a:r>
              <a:rPr lang="en-US" altLang="zh-CN" dirty="0" err="1">
                <a:solidFill>
                  <a:srgbClr val="7A3E9D"/>
                </a:solidFill>
                <a:latin typeface="+mj-lt"/>
              </a:rPr>
              <a:t>listPoem</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448C27"/>
                </a:solidFill>
                <a:latin typeface="+mj-lt"/>
              </a:rPr>
              <a:t>   </a:t>
            </a:r>
            <a:r>
              <a:rPr lang="zh-CN" altLang="en-US" dirty="0">
                <a:solidFill>
                  <a:srgbClr val="448C27"/>
                </a:solidFill>
                <a:latin typeface="+mj-lt"/>
              </a:rPr>
              <a:t>江雪</a:t>
            </a:r>
            <a:r>
              <a:rPr lang="en-US" altLang="zh-CN" dirty="0">
                <a:solidFill>
                  <a:srgbClr val="777777"/>
                </a:solidFill>
                <a:latin typeface="+mj-lt"/>
              </a:rPr>
              <a:t>\n',</a:t>
            </a:r>
            <a:r>
              <a:rPr lang="en-US" altLang="zh-CN" dirty="0">
                <a:solidFill>
                  <a:srgbClr val="333333"/>
                </a:solidFill>
                <a:latin typeface="+mj-lt"/>
              </a:rPr>
              <a:t> </a:t>
            </a:r>
            <a:r>
              <a:rPr lang="en-US" altLang="zh-CN" dirty="0">
                <a:solidFill>
                  <a:srgbClr val="777777"/>
                </a:solidFill>
                <a:latin typeface="+mj-lt"/>
              </a:rPr>
              <a:t>'</a:t>
            </a:r>
            <a:r>
              <a:rPr lang="zh-CN" altLang="en-US" dirty="0">
                <a:solidFill>
                  <a:srgbClr val="448C27"/>
                </a:solidFill>
                <a:latin typeface="+mj-lt"/>
              </a:rPr>
              <a:t>千山鸟飞绝，万径人踪灭。</a:t>
            </a:r>
            <a:r>
              <a:rPr lang="en-US" altLang="zh-CN" dirty="0">
                <a:solidFill>
                  <a:srgbClr val="777777"/>
                </a:solidFill>
                <a:latin typeface="+mj-lt"/>
              </a:rPr>
              <a:t>\n','</a:t>
            </a:r>
            <a:r>
              <a:rPr lang="zh-CN" altLang="en-US" dirty="0">
                <a:solidFill>
                  <a:srgbClr val="448C27"/>
                </a:solidFill>
                <a:latin typeface="+mj-lt"/>
              </a:rPr>
              <a:t>孤舟蓑笠翁，独钓寒江雪。</a:t>
            </a:r>
            <a:r>
              <a:rPr lang="en-US" altLang="zh-CN" dirty="0">
                <a:solidFill>
                  <a:srgbClr val="777777"/>
                </a:solidFill>
                <a:latin typeface="+mj-lt"/>
              </a:rPr>
              <a:t>\n']</a:t>
            </a:r>
            <a:endParaRPr lang="en-US" altLang="zh-CN" dirty="0">
              <a:solidFill>
                <a:srgbClr val="333333"/>
              </a:solidFill>
              <a:latin typeface="+mj-lt"/>
            </a:endParaRPr>
          </a:p>
          <a:p>
            <a:r>
              <a:rPr lang="en-US" altLang="zh-CN" dirty="0">
                <a:solidFill>
                  <a:srgbClr val="333333"/>
                </a:solidFill>
                <a:latin typeface="+mj-lt"/>
              </a:rPr>
              <a:t>    </a:t>
            </a:r>
            <a:r>
              <a:rPr lang="en-US" altLang="zh-CN" b="1" dirty="0" err="1">
                <a:solidFill>
                  <a:srgbClr val="AA3731"/>
                </a:solidFill>
                <a:latin typeface="+mj-lt"/>
              </a:rPr>
              <a:t>write_file</a:t>
            </a:r>
            <a:r>
              <a:rPr lang="en-US" altLang="zh-CN" dirty="0">
                <a:solidFill>
                  <a:srgbClr val="777777"/>
                </a:solidFill>
                <a:latin typeface="+mj-lt"/>
              </a:rPr>
              <a:t>(</a:t>
            </a:r>
            <a:r>
              <a:rPr lang="en-US" altLang="zh-CN" dirty="0" err="1">
                <a:solidFill>
                  <a:srgbClr val="7A3E9D"/>
                </a:solidFill>
                <a:latin typeface="+mj-lt"/>
              </a:rPr>
              <a:t>strPoem</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file</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调用函数将字符串 </a:t>
            </a:r>
            <a:r>
              <a:rPr lang="en-US" altLang="zh-CN" dirty="0">
                <a:solidFill>
                  <a:srgbClr val="AAAAAA"/>
                </a:solidFill>
                <a:latin typeface="+mj-lt"/>
              </a:rPr>
              <a:t>s </a:t>
            </a:r>
            <a:r>
              <a:rPr lang="zh-CN" altLang="en-US" dirty="0">
                <a:solidFill>
                  <a:srgbClr val="AAAAAA"/>
                </a:solidFill>
                <a:latin typeface="+mj-lt"/>
              </a:rPr>
              <a:t>写入文件</a:t>
            </a:r>
            <a:endParaRPr lang="zh-CN" altLang="en-US" dirty="0">
              <a:solidFill>
                <a:srgbClr val="333333"/>
              </a:solidFill>
              <a:latin typeface="+mj-lt"/>
            </a:endParaRPr>
          </a:p>
          <a:p>
            <a:r>
              <a:rPr lang="zh-CN" altLang="en-US" dirty="0">
                <a:solidFill>
                  <a:srgbClr val="333333"/>
                </a:solidFill>
                <a:latin typeface="+mj-lt"/>
              </a:rPr>
              <a:t>    </a:t>
            </a:r>
            <a:r>
              <a:rPr lang="en-US" altLang="zh-CN" b="1" dirty="0" err="1">
                <a:solidFill>
                  <a:srgbClr val="AA3731"/>
                </a:solidFill>
                <a:latin typeface="+mj-lt"/>
              </a:rPr>
              <a:t>write_lines_file</a:t>
            </a:r>
            <a:r>
              <a:rPr lang="en-US" altLang="zh-CN" dirty="0">
                <a:solidFill>
                  <a:srgbClr val="777777"/>
                </a:solidFill>
                <a:latin typeface="+mj-lt"/>
              </a:rPr>
              <a:t>(</a:t>
            </a:r>
            <a:r>
              <a:rPr lang="en-US" altLang="zh-CN" dirty="0" err="1">
                <a:solidFill>
                  <a:srgbClr val="7A3E9D"/>
                </a:solidFill>
                <a:latin typeface="+mj-lt"/>
              </a:rPr>
              <a:t>listPoem</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file</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调用函数将列表写入文件</a:t>
            </a:r>
            <a:endParaRPr lang="zh-CN" altLang="en-US" dirty="0">
              <a:solidFill>
                <a:srgbClr val="333333"/>
              </a:solidFill>
              <a:latin typeface="+mj-lt"/>
            </a:endParaRPr>
          </a:p>
          <a:p>
            <a:r>
              <a:rPr lang="zh-CN" altLang="en-US" dirty="0">
                <a:solidFill>
                  <a:srgbClr val="333333"/>
                </a:solidFill>
                <a:latin typeface="+mj-lt"/>
              </a:rPr>
              <a:t>    </a:t>
            </a:r>
            <a:r>
              <a:rPr lang="en-US" altLang="zh-CN" b="1" dirty="0">
                <a:solidFill>
                  <a:srgbClr val="AA3731"/>
                </a:solidFill>
                <a:latin typeface="+mj-lt"/>
              </a:rPr>
              <a:t>print</a:t>
            </a:r>
            <a:r>
              <a:rPr lang="en-US" altLang="zh-CN" dirty="0">
                <a:solidFill>
                  <a:srgbClr val="777777"/>
                </a:solidFill>
                <a:latin typeface="+mj-lt"/>
              </a:rPr>
              <a:t>(</a:t>
            </a:r>
            <a:r>
              <a:rPr lang="en-US" altLang="zh-CN" b="1" dirty="0" err="1">
                <a:solidFill>
                  <a:srgbClr val="AA3731"/>
                </a:solidFill>
                <a:latin typeface="+mj-lt"/>
              </a:rPr>
              <a:t>read_file</a:t>
            </a:r>
            <a:r>
              <a:rPr lang="en-US" altLang="zh-CN" dirty="0">
                <a:solidFill>
                  <a:srgbClr val="777777"/>
                </a:solidFill>
                <a:latin typeface="+mj-lt"/>
              </a:rPr>
              <a:t>(</a:t>
            </a:r>
            <a:r>
              <a:rPr lang="en-US" altLang="zh-CN" dirty="0">
                <a:solidFill>
                  <a:srgbClr val="7A3E9D"/>
                </a:solidFill>
                <a:latin typeface="+mj-lt"/>
              </a:rPr>
              <a:t>file</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读文件并输出文件中的数据</a:t>
            </a:r>
            <a:endParaRPr lang="zh-CN" altLang="en-US" dirty="0">
              <a:solidFill>
                <a:srgbClr val="333333"/>
              </a:solidFill>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2"/>
          <p:cNvSpPr>
            <a:spLocks noGrp="1"/>
          </p:cNvSpPr>
          <p:nvPr>
            <p:ph type="title"/>
          </p:nvPr>
        </p:nvSpPr>
        <p:spPr/>
        <p:txBody>
          <a:bodyPr/>
          <a:lstStyle/>
          <a:p>
            <a:r>
              <a:rPr lang="zh-CN" altLang="en-US" dirty="0"/>
              <a:t>文件的读写操作</a:t>
            </a:r>
            <a:endParaRPr lang="zh-CN" altLang="en-US" dirty="0"/>
          </a:p>
        </p:txBody>
      </p:sp>
      <p:sp>
        <p:nvSpPr>
          <p:cNvPr id="11" name="内容占位符 10"/>
          <p:cNvSpPr>
            <a:spLocks noGrp="1"/>
          </p:cNvSpPr>
          <p:nvPr>
            <p:ph sz="quarter" idx="14"/>
          </p:nvPr>
        </p:nvSpPr>
        <p:spPr/>
        <p:txBody>
          <a:bodyPr/>
          <a:lstStyle/>
          <a:p>
            <a:r>
              <a:rPr lang="en-US" altLang="zh-CN" dirty="0"/>
              <a:t>7.1.4</a:t>
            </a:r>
            <a:endParaRPr lang="zh-CN" altLang="en-US" dirty="0"/>
          </a:p>
        </p:txBody>
      </p:sp>
      <p:sp>
        <p:nvSpPr>
          <p:cNvPr id="2" name="内容占位符 1"/>
          <p:cNvSpPr txBox="1"/>
          <p:nvPr/>
        </p:nvSpPr>
        <p:spPr>
          <a:xfrm>
            <a:off x="997265" y="975722"/>
            <a:ext cx="10197466" cy="3389802"/>
          </a:xfrm>
          <a:prstGeom prst="rect">
            <a:avLst/>
          </a:prstGeom>
          <a:noFill/>
          <a:ln>
            <a:noFill/>
          </a:ln>
          <a:effectLst/>
        </p:spPr>
        <p:txBody>
          <a:bodyPr vert="horz" lIns="91440" tIns="45720" rIns="91440" bIns="45720" rtlCol="0">
            <a:norm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514350" indent="-514350">
              <a:lnSpc>
                <a:spcPct val="150000"/>
              </a:lnSpc>
              <a:buClr>
                <a:srgbClr val="0070C0"/>
              </a:buClr>
              <a:buFont typeface="+mj-lt"/>
              <a:buAutoNum type="arabicPeriod" startAt="6"/>
            </a:pPr>
            <a:r>
              <a:rPr kumimoji="0" lang="zh-CN" altLang="zh-CN" sz="2400" b="1" i="0" u="none" strike="noStrike" kern="1200" cap="none" spc="0" normalizeH="0" baseline="0" noProof="0" dirty="0">
                <a:ln>
                  <a:noFill/>
                </a:ln>
                <a:solidFill>
                  <a:srgbClr val="FF6A02"/>
                </a:solidFill>
                <a:effectLst/>
                <a:uLnTx/>
                <a:uFillTx/>
                <a:latin typeface="微软雅黑" panose="020B0503020204020204" pitchFamily="34" charset="-122"/>
                <a:ea typeface="微软雅黑" panose="020B0503020204020204" pitchFamily="34" charset="-122"/>
                <a:cs typeface="+mn-cs"/>
              </a:rPr>
              <a:t>seek</a:t>
            </a:r>
            <a:r>
              <a:rPr kumimoji="0" lang="zh-CN" altLang="zh-CN" sz="2400" b="1" i="0" u="none" strike="noStrike" kern="1200" cap="none" spc="0" normalizeH="0" baseline="0" noProof="0" dirty="0">
                <a:ln>
                  <a:noFill/>
                </a:ln>
                <a:solidFill>
                  <a:srgbClr val="7102FF"/>
                </a:solidFill>
                <a:effectLst/>
                <a:uLnTx/>
                <a:uFillTx/>
                <a:latin typeface="微软雅黑" panose="020B0503020204020204" pitchFamily="34" charset="-122"/>
                <a:ea typeface="微软雅黑" panose="020B0503020204020204" pitchFamily="34" charset="-122"/>
                <a:cs typeface="+mn-cs"/>
              </a:rPr>
              <a:t>()</a:t>
            </a:r>
            <a:r>
              <a:rPr kumimoji="0" lang="en-US" altLang="zh-CN" sz="2400" b="1" i="0" u="none" strike="noStrike" kern="1200" cap="none" spc="0" normalizeH="0" baseline="0" noProof="0" dirty="0">
                <a:ln>
                  <a:noFill/>
                </a:ln>
                <a:solidFill>
                  <a:srgbClr val="7102FF"/>
                </a:solidFill>
                <a:effectLst/>
                <a:uLnTx/>
                <a:uFillTx/>
                <a:latin typeface="微软雅黑" panose="020B0503020204020204" pitchFamily="34" charset="-122"/>
                <a:ea typeface="微软雅黑" panose="020B0503020204020204" pitchFamily="34" charset="-122"/>
                <a:cs typeface="+mn-cs"/>
              </a:rPr>
              <a:t> </a:t>
            </a:r>
            <a:r>
              <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方法</a:t>
            </a:r>
            <a:endPar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a:p>
            <a:pPr marL="342900" lvl="1" indent="-342900">
              <a:lnSpc>
                <a:spcPct val="150000"/>
              </a:lnSpc>
              <a:spcBef>
                <a:spcPts val="0"/>
              </a:spcBef>
            </a:pPr>
            <a:r>
              <a:rPr lang="en-US" altLang="zh-CN" sz="2000" dirty="0">
                <a:solidFill>
                  <a:sysClr val="windowText" lastClr="000000"/>
                </a:solidFill>
                <a:latin typeface="微软雅黑" panose="020B0503020204020204" pitchFamily="34" charset="-122"/>
                <a:ea typeface="微软雅黑" panose="020B0503020204020204" pitchFamily="34" charset="-122"/>
              </a:rPr>
              <a:t>Python </a:t>
            </a:r>
            <a:r>
              <a:rPr lang="zh-CN" altLang="en-US" sz="2000" dirty="0">
                <a:solidFill>
                  <a:sysClr val="windowText" lastClr="000000"/>
                </a:solidFill>
                <a:latin typeface="微软雅黑" panose="020B0503020204020204" pitchFamily="34" charset="-122"/>
                <a:ea typeface="微软雅黑" panose="020B0503020204020204" pitchFamily="34" charset="-122"/>
              </a:rPr>
              <a:t>在文件读取过程中使用了</a:t>
            </a:r>
            <a:r>
              <a:rPr lang="zh-CN" altLang="en-US" sz="2000" b="1" dirty="0">
                <a:solidFill>
                  <a:schemeClr val="accent2"/>
                </a:solidFill>
                <a:latin typeface="微软雅黑" panose="020B0503020204020204" pitchFamily="34" charset="-122"/>
                <a:ea typeface="微软雅黑" panose="020B0503020204020204" pitchFamily="34" charset="-122"/>
              </a:rPr>
              <a:t>指针</a:t>
            </a:r>
            <a:endParaRPr lang="en-US" altLang="zh-CN" sz="2000" b="1" dirty="0">
              <a:solidFill>
                <a:schemeClr val="accent2"/>
              </a:solidFill>
              <a:latin typeface="微软雅黑" panose="020B0503020204020204" pitchFamily="34" charset="-122"/>
              <a:ea typeface="微软雅黑" panose="020B0503020204020204" pitchFamily="34" charset="-122"/>
            </a:endParaRPr>
          </a:p>
          <a:p>
            <a:pPr marL="342900" lvl="1" indent="-342900">
              <a:lnSpc>
                <a:spcPct val="150000"/>
              </a:lnSpc>
              <a:spcBef>
                <a:spcPts val="0"/>
              </a:spcBef>
            </a:pPr>
            <a:r>
              <a:rPr lang="zh-CN" altLang="en-US" sz="2000" dirty="0">
                <a:solidFill>
                  <a:sysClr val="windowText" lastClr="000000"/>
                </a:solidFill>
                <a:latin typeface="微软雅黑" panose="020B0503020204020204" pitchFamily="34" charset="-122"/>
                <a:ea typeface="微软雅黑" panose="020B0503020204020204" pitchFamily="34" charset="-122"/>
              </a:rPr>
              <a:t>在文件刚打开时，指针是指向文件内容的</a:t>
            </a:r>
            <a:r>
              <a:rPr lang="zh-CN" altLang="en-US" sz="2000" b="1" dirty="0">
                <a:solidFill>
                  <a:schemeClr val="accent2"/>
                </a:solidFill>
                <a:latin typeface="微软雅黑" panose="020B0503020204020204" pitchFamily="34" charset="-122"/>
                <a:ea typeface="微软雅黑" panose="020B0503020204020204" pitchFamily="34" charset="-122"/>
              </a:rPr>
              <a:t>起始处</a:t>
            </a:r>
            <a:r>
              <a:rPr lang="zh-CN" altLang="en-US" sz="2000" dirty="0">
                <a:solidFill>
                  <a:sysClr val="windowText" lastClr="000000"/>
                </a:solidFill>
                <a:latin typeface="微软雅黑" panose="020B0503020204020204" pitchFamily="34" charset="-122"/>
                <a:ea typeface="微软雅黑" panose="020B0503020204020204" pitchFamily="34" charset="-122"/>
              </a:rPr>
              <a:t>，伴随着读写的进行指针一步一步</a:t>
            </a:r>
            <a:r>
              <a:rPr lang="zh-CN" altLang="en-US" sz="2000" b="1" dirty="0">
                <a:solidFill>
                  <a:schemeClr val="accent2"/>
                </a:solidFill>
                <a:latin typeface="微软雅黑" panose="020B0503020204020204" pitchFamily="34" charset="-122"/>
                <a:ea typeface="微软雅黑" panose="020B0503020204020204" pitchFamily="34" charset="-122"/>
              </a:rPr>
              <a:t>往后移动</a:t>
            </a:r>
            <a:r>
              <a:rPr lang="zh-CN" altLang="en-US" sz="2000" dirty="0">
                <a:solidFill>
                  <a:sysClr val="windowText" lastClr="000000"/>
                </a:solidFill>
                <a:latin typeface="微软雅黑" panose="020B0503020204020204" pitchFamily="34" charset="-122"/>
                <a:ea typeface="微软雅黑" panose="020B0503020204020204" pitchFamily="34" charset="-122"/>
              </a:rPr>
              <a:t>。</a:t>
            </a:r>
            <a:endParaRPr lang="en-US" altLang="zh-CN" sz="2000" dirty="0">
              <a:solidFill>
                <a:sysClr val="windowText" lastClr="000000"/>
              </a:solidFill>
              <a:latin typeface="微软雅黑" panose="020B0503020204020204" pitchFamily="34" charset="-122"/>
              <a:ea typeface="微软雅黑" panose="020B0503020204020204" pitchFamily="34" charset="-122"/>
            </a:endParaRPr>
          </a:p>
          <a:p>
            <a:pPr marL="342900" lvl="1" indent="-342900">
              <a:lnSpc>
                <a:spcPct val="150000"/>
              </a:lnSpc>
              <a:spcBef>
                <a:spcPts val="0"/>
              </a:spcBef>
            </a:pPr>
            <a:r>
              <a:rPr lang="zh-CN" altLang="en-US" sz="2000" dirty="0">
                <a:solidFill>
                  <a:sysClr val="windowText" lastClr="000000"/>
                </a:solidFill>
                <a:latin typeface="微软雅黑" panose="020B0503020204020204" pitchFamily="34" charset="-122"/>
                <a:ea typeface="微软雅黑" panose="020B0503020204020204" pitchFamily="34" charset="-122"/>
              </a:rPr>
              <a:t>下一次读写从指针</a:t>
            </a:r>
            <a:r>
              <a:rPr lang="zh-CN" altLang="en-US" sz="2000" b="1" dirty="0">
                <a:solidFill>
                  <a:schemeClr val="accent2"/>
                </a:solidFill>
                <a:latin typeface="微软雅黑" panose="020B0503020204020204" pitchFamily="34" charset="-122"/>
                <a:ea typeface="微软雅黑" panose="020B0503020204020204" pitchFamily="34" charset="-122"/>
              </a:rPr>
              <a:t>当前位置向后进行</a:t>
            </a:r>
            <a:r>
              <a:rPr lang="zh-CN" altLang="en-US" sz="2000" dirty="0">
                <a:solidFill>
                  <a:sysClr val="windowText" lastClr="000000"/>
                </a:solidFill>
                <a:latin typeface="微软雅黑" panose="020B0503020204020204" pitchFamily="34" charset="-122"/>
                <a:ea typeface="微软雅黑" panose="020B0503020204020204" pitchFamily="34" charset="-122"/>
              </a:rPr>
              <a:t>，当指针移动到文件结尾后，其后已经没有数据，再试图读取数据就没有返回值了。如果期望重新读取文件中的数据，可使用 </a:t>
            </a:r>
            <a:r>
              <a:rPr lang="en-US" altLang="zh-CN" sz="2000" dirty="0">
                <a:solidFill>
                  <a:sysClr val="windowText" lastClr="000000"/>
                </a:solidFill>
                <a:latin typeface="微软雅黑" panose="020B0503020204020204" pitchFamily="34" charset="-122"/>
                <a:ea typeface="微软雅黑" panose="020B0503020204020204" pitchFamily="34" charset="-122"/>
              </a:rPr>
              <a:t>seek() </a:t>
            </a:r>
            <a:r>
              <a:rPr lang="zh-CN" altLang="en-US" sz="2000" dirty="0">
                <a:solidFill>
                  <a:sysClr val="windowText" lastClr="000000"/>
                </a:solidFill>
                <a:latin typeface="微软雅黑" panose="020B0503020204020204" pitchFamily="34" charset="-122"/>
                <a:ea typeface="微软雅黑" panose="020B0503020204020204" pitchFamily="34" charset="-122"/>
              </a:rPr>
              <a:t>将文件读取指针</a:t>
            </a:r>
            <a:r>
              <a:rPr lang="zh-CN" altLang="en-US" sz="2000" b="1" dirty="0">
                <a:solidFill>
                  <a:schemeClr val="accent2"/>
                </a:solidFill>
                <a:latin typeface="微软雅黑" panose="020B0503020204020204" pitchFamily="34" charset="-122"/>
                <a:ea typeface="微软雅黑" panose="020B0503020204020204" pitchFamily="34" charset="-122"/>
              </a:rPr>
              <a:t>移动到期望的位置</a:t>
            </a:r>
            <a:r>
              <a:rPr lang="zh-CN" altLang="en-US" sz="2000" dirty="0">
                <a:solidFill>
                  <a:sysClr val="windowText" lastClr="000000"/>
                </a:solidFill>
                <a:latin typeface="微软雅黑" panose="020B0503020204020204" pitchFamily="34" charset="-122"/>
                <a:ea typeface="微软雅黑" panose="020B0503020204020204" pitchFamily="34" charset="-122"/>
              </a:rPr>
              <a:t>。</a:t>
            </a:r>
            <a:endParaRPr lang="en-US" altLang="zh-CN" sz="2000" dirty="0">
              <a:solidFill>
                <a:sysClr val="windowText" lastClr="000000"/>
              </a:solidFill>
              <a:latin typeface="微软雅黑" panose="020B0503020204020204" pitchFamily="34" charset="-122"/>
              <a:ea typeface="微软雅黑" panose="020B0503020204020204" pitchFamily="34" charset="-122"/>
            </a:endParaRPr>
          </a:p>
        </p:txBody>
      </p:sp>
      <p:sp>
        <p:nvSpPr>
          <p:cNvPr id="3" name="内容占位符 5"/>
          <p:cNvSpPr txBox="1"/>
          <p:nvPr/>
        </p:nvSpPr>
        <p:spPr>
          <a:xfrm>
            <a:off x="780060" y="4536457"/>
            <a:ext cx="10631877" cy="1077762"/>
          </a:xfrm>
          <a:prstGeom prst="roundRect">
            <a:avLst>
              <a:gd name="adj" fmla="val 21049"/>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ctr">
              <a:lnSpc>
                <a:spcPct val="150000"/>
              </a:lnSpc>
              <a:buClr>
                <a:srgbClr val="0070C0"/>
              </a:buClr>
            </a:pPr>
            <a:r>
              <a:rPr lang="zh-CN" altLang="zh-CN" sz="2400" b="1" dirty="0">
                <a:solidFill>
                  <a:srgbClr val="FF6A02"/>
                </a:solidFill>
              </a:rPr>
              <a:t>seek</a:t>
            </a:r>
            <a:r>
              <a:rPr lang="zh-CN" altLang="zh-CN" sz="2400" b="1" dirty="0">
                <a:solidFill>
                  <a:srgbClr val="7102FF"/>
                </a:solidFill>
              </a:rPr>
              <a:t>(</a:t>
            </a:r>
            <a:r>
              <a:rPr lang="zh-CN" altLang="zh-CN" sz="2400" b="1" dirty="0">
                <a:solidFill>
                  <a:srgbClr val="080808"/>
                </a:solidFill>
              </a:rPr>
              <a:t>offset, </a:t>
            </a:r>
            <a:r>
              <a:rPr lang="zh-CN" altLang="zh-CN" sz="2400" b="1" dirty="0">
                <a:solidFill>
                  <a:srgbClr val="660099"/>
                </a:solidFill>
              </a:rPr>
              <a:t>whence</a:t>
            </a:r>
            <a:r>
              <a:rPr lang="zh-CN" altLang="zh-CN" sz="2400" b="1" dirty="0">
                <a:solidFill>
                  <a:srgbClr val="025DFF"/>
                </a:solidFill>
              </a:rPr>
              <a:t>=</a:t>
            </a:r>
            <a:r>
              <a:rPr lang="zh-CN" altLang="zh-CN" sz="2400" b="1" dirty="0">
                <a:solidFill>
                  <a:srgbClr val="080808"/>
                </a:solidFill>
              </a:rPr>
              <a:t>SEEK_SET</a:t>
            </a:r>
            <a:r>
              <a:rPr lang="zh-CN" altLang="zh-CN" sz="2400" b="1" dirty="0">
                <a:solidFill>
                  <a:srgbClr val="7102FF"/>
                </a:solidFill>
              </a:rPr>
              <a:t>)</a:t>
            </a:r>
            <a:endParaRPr lang="zh-CN" altLang="en-US" sz="2400" b="1" dirty="0">
              <a:solidFill>
                <a:sysClr val="windowText" lastClr="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2"/>
          <p:cNvSpPr>
            <a:spLocks noGrp="1"/>
          </p:cNvSpPr>
          <p:nvPr>
            <p:ph type="title"/>
          </p:nvPr>
        </p:nvSpPr>
        <p:spPr/>
        <p:txBody>
          <a:bodyPr/>
          <a:lstStyle/>
          <a:p>
            <a:r>
              <a:rPr lang="zh-CN" altLang="en-US" dirty="0"/>
              <a:t>文件的读写操作</a:t>
            </a:r>
            <a:endParaRPr lang="zh-CN" altLang="en-US" dirty="0"/>
          </a:p>
        </p:txBody>
      </p:sp>
      <p:sp>
        <p:nvSpPr>
          <p:cNvPr id="11" name="内容占位符 10"/>
          <p:cNvSpPr>
            <a:spLocks noGrp="1"/>
          </p:cNvSpPr>
          <p:nvPr>
            <p:ph sz="quarter" idx="14"/>
          </p:nvPr>
        </p:nvSpPr>
        <p:spPr/>
        <p:txBody>
          <a:bodyPr/>
          <a:lstStyle/>
          <a:p>
            <a:r>
              <a:rPr lang="en-US" altLang="zh-CN" dirty="0"/>
              <a:t>7.1.4</a:t>
            </a:r>
            <a:endParaRPr lang="zh-CN" altLang="en-US" dirty="0"/>
          </a:p>
        </p:txBody>
      </p:sp>
      <p:sp>
        <p:nvSpPr>
          <p:cNvPr id="2" name="内容占位符 5"/>
          <p:cNvSpPr txBox="1"/>
          <p:nvPr/>
        </p:nvSpPr>
        <p:spPr>
          <a:xfrm>
            <a:off x="780061" y="1144328"/>
            <a:ext cx="10631877" cy="1077762"/>
          </a:xfrm>
          <a:prstGeom prst="roundRect">
            <a:avLst>
              <a:gd name="adj" fmla="val 21049"/>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ctr">
              <a:lnSpc>
                <a:spcPct val="150000"/>
              </a:lnSpc>
              <a:buClr>
                <a:srgbClr val="0070C0"/>
              </a:buClr>
            </a:pPr>
            <a:r>
              <a:rPr lang="zh-CN" altLang="zh-CN" sz="2400" b="1" dirty="0">
                <a:solidFill>
                  <a:srgbClr val="FF6A02"/>
                </a:solidFill>
              </a:rPr>
              <a:t>seek</a:t>
            </a:r>
            <a:r>
              <a:rPr lang="zh-CN" altLang="zh-CN" sz="2400" b="1" dirty="0">
                <a:solidFill>
                  <a:srgbClr val="7102FF"/>
                </a:solidFill>
              </a:rPr>
              <a:t>(</a:t>
            </a:r>
            <a:r>
              <a:rPr lang="zh-CN" altLang="zh-CN" sz="2400" b="1" dirty="0">
                <a:solidFill>
                  <a:srgbClr val="080808"/>
                </a:solidFill>
              </a:rPr>
              <a:t>offset, </a:t>
            </a:r>
            <a:r>
              <a:rPr lang="zh-CN" altLang="zh-CN" sz="2400" b="1" dirty="0">
                <a:solidFill>
                  <a:srgbClr val="660099"/>
                </a:solidFill>
              </a:rPr>
              <a:t>whence</a:t>
            </a:r>
            <a:r>
              <a:rPr lang="zh-CN" altLang="zh-CN" sz="2400" b="1" dirty="0">
                <a:solidFill>
                  <a:srgbClr val="025DFF"/>
                </a:solidFill>
              </a:rPr>
              <a:t>=</a:t>
            </a:r>
            <a:r>
              <a:rPr lang="zh-CN" altLang="zh-CN" sz="2400" b="1" dirty="0">
                <a:solidFill>
                  <a:srgbClr val="080808"/>
                </a:solidFill>
              </a:rPr>
              <a:t>SEEK_SET</a:t>
            </a:r>
            <a:r>
              <a:rPr lang="zh-CN" altLang="zh-CN" sz="2400" b="1" dirty="0">
                <a:solidFill>
                  <a:srgbClr val="7102FF"/>
                </a:solidFill>
              </a:rPr>
              <a:t>)</a:t>
            </a:r>
            <a:endParaRPr lang="zh-CN" altLang="en-US" sz="2400" b="1" dirty="0">
              <a:solidFill>
                <a:sysClr val="windowText" lastClr="000000"/>
              </a:solidFill>
            </a:endParaRPr>
          </a:p>
        </p:txBody>
      </p:sp>
      <p:sp>
        <p:nvSpPr>
          <p:cNvPr id="3" name="内容占位符 1"/>
          <p:cNvSpPr txBox="1"/>
          <p:nvPr/>
        </p:nvSpPr>
        <p:spPr>
          <a:xfrm>
            <a:off x="852628" y="2493435"/>
            <a:ext cx="10486743" cy="3238767"/>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25000"/>
              </a:lnSpc>
              <a:buClr>
                <a:sysClr val="windowText" lastClr="000000"/>
              </a:buClr>
            </a:pPr>
            <a:r>
              <a:rPr lang="en-US" altLang="zh-CN" sz="2000" dirty="0">
                <a:solidFill>
                  <a:sysClr val="windowText" lastClr="000000"/>
                </a:solidFill>
                <a:latin typeface="微软雅黑" panose="020B0503020204020204" pitchFamily="34" charset="-122"/>
                <a:ea typeface="微软雅黑" panose="020B0503020204020204" pitchFamily="34" charset="-122"/>
              </a:rPr>
              <a:t>offset </a:t>
            </a:r>
            <a:r>
              <a:rPr lang="zh-CN" altLang="en-US" sz="2000" dirty="0">
                <a:solidFill>
                  <a:sysClr val="windowText" lastClr="000000"/>
                </a:solidFill>
                <a:latin typeface="微软雅黑" panose="020B0503020204020204" pitchFamily="34" charset="-122"/>
                <a:ea typeface="微软雅黑" panose="020B0503020204020204" pitchFamily="34" charset="-122"/>
              </a:rPr>
              <a:t>代表文件指针的</a:t>
            </a:r>
            <a:r>
              <a:rPr lang="zh-CN" altLang="en-US" sz="2000" b="1" dirty="0">
                <a:solidFill>
                  <a:schemeClr val="accent2"/>
                </a:solidFill>
                <a:latin typeface="微软雅黑" panose="020B0503020204020204" pitchFamily="34" charset="-122"/>
                <a:ea typeface="微软雅黑" panose="020B0503020204020204" pitchFamily="34" charset="-122"/>
              </a:rPr>
              <a:t>偏移量</a:t>
            </a:r>
            <a:r>
              <a:rPr lang="zh-CN" altLang="en-US" sz="2000" dirty="0">
                <a:solidFill>
                  <a:sysClr val="windowText" lastClr="000000"/>
                </a:solidFill>
                <a:latin typeface="微软雅黑" panose="020B0503020204020204" pitchFamily="34" charset="-122"/>
                <a:ea typeface="微软雅黑" panose="020B0503020204020204" pitchFamily="34" charset="-122"/>
              </a:rPr>
              <a:t>，单位是字节，</a:t>
            </a:r>
            <a:r>
              <a:rPr lang="en-US" altLang="zh-CN" sz="2000" dirty="0">
                <a:solidFill>
                  <a:sysClr val="windowText" lastClr="000000"/>
                </a:solidFill>
                <a:latin typeface="微软雅黑" panose="020B0503020204020204" pitchFamily="34" charset="-122"/>
                <a:ea typeface="微软雅黑" panose="020B0503020204020204" pitchFamily="34" charset="-122"/>
              </a:rPr>
              <a:t>whence </a:t>
            </a:r>
            <a:r>
              <a:rPr lang="zh-CN" altLang="en-US" sz="2000" dirty="0">
                <a:solidFill>
                  <a:sysClr val="windowText" lastClr="000000"/>
                </a:solidFill>
                <a:latin typeface="微软雅黑" panose="020B0503020204020204" pitchFamily="34" charset="-122"/>
                <a:ea typeface="微软雅黑" panose="020B0503020204020204" pitchFamily="34" charset="-122"/>
              </a:rPr>
              <a:t>代表参照物，有三个取值。</a:t>
            </a:r>
            <a:endParaRPr lang="en-US" altLang="zh-CN" sz="2000" dirty="0">
              <a:solidFill>
                <a:sysClr val="windowText" lastClr="000000"/>
              </a:solidFill>
              <a:latin typeface="微软雅黑" panose="020B0503020204020204" pitchFamily="34" charset="-122"/>
              <a:ea typeface="微软雅黑" panose="020B0503020204020204" pitchFamily="34" charset="-122"/>
            </a:endParaRPr>
          </a:p>
          <a:p>
            <a:pPr>
              <a:lnSpc>
                <a:spcPct val="125000"/>
              </a:lnSpc>
              <a:buClr>
                <a:sysClr val="windowText" lastClr="000000"/>
              </a:buClr>
            </a:pPr>
            <a:r>
              <a:rPr lang="en-US" altLang="zh-CN" sz="2000" dirty="0">
                <a:solidFill>
                  <a:sysClr val="windowText" lastClr="000000"/>
                </a:solidFill>
                <a:latin typeface="微软雅黑" panose="020B0503020204020204" pitchFamily="34" charset="-122"/>
                <a:ea typeface="微软雅黑" panose="020B0503020204020204" pitchFamily="34" charset="-122"/>
              </a:rPr>
              <a:t>whence = SEEK_SET </a:t>
            </a:r>
            <a:r>
              <a:rPr lang="zh-CN" altLang="en-US" sz="2000" dirty="0">
                <a:solidFill>
                  <a:sysClr val="windowText" lastClr="000000"/>
                </a:solidFill>
                <a:latin typeface="微软雅黑" panose="020B0503020204020204" pitchFamily="34" charset="-122"/>
                <a:ea typeface="微软雅黑" panose="020B0503020204020204" pitchFamily="34" charset="-122"/>
              </a:rPr>
              <a:t>或 </a:t>
            </a:r>
            <a:r>
              <a:rPr lang="en-US" altLang="zh-CN" sz="2000" dirty="0">
                <a:solidFill>
                  <a:sysClr val="windowText" lastClr="000000"/>
                </a:solidFill>
                <a:latin typeface="微软雅黑" panose="020B0503020204020204" pitchFamily="34" charset="-122"/>
                <a:ea typeface="微软雅黑" panose="020B0503020204020204" pitchFamily="34" charset="-122"/>
              </a:rPr>
              <a:t>0 </a:t>
            </a:r>
            <a:r>
              <a:rPr lang="zh-CN" altLang="en-US" sz="2000" dirty="0">
                <a:solidFill>
                  <a:sysClr val="windowText" lastClr="000000"/>
                </a:solidFill>
                <a:latin typeface="微软雅黑" panose="020B0503020204020204" pitchFamily="34" charset="-122"/>
                <a:ea typeface="微软雅黑" panose="020B0503020204020204" pitchFamily="34" charset="-122"/>
              </a:rPr>
              <a:t>表示文件</a:t>
            </a:r>
            <a:r>
              <a:rPr lang="zh-CN" altLang="en-US" sz="2000" b="1" dirty="0">
                <a:solidFill>
                  <a:schemeClr val="accent2"/>
                </a:solidFill>
                <a:latin typeface="微软雅黑" panose="020B0503020204020204" pitchFamily="34" charset="-122"/>
                <a:ea typeface="微软雅黑" panose="020B0503020204020204" pitchFamily="34" charset="-122"/>
              </a:rPr>
              <a:t>开始</a:t>
            </a:r>
            <a:r>
              <a:rPr lang="zh-CN" altLang="en-US" sz="2000" dirty="0">
                <a:solidFill>
                  <a:sysClr val="windowText" lastClr="000000"/>
                </a:solidFill>
                <a:latin typeface="微软雅黑" panose="020B0503020204020204" pitchFamily="34" charset="-122"/>
                <a:ea typeface="微软雅黑" panose="020B0503020204020204" pitchFamily="34" charset="-122"/>
              </a:rPr>
              <a:t>（缺省值，文本和二进制文件都可用），偏移量可以为 </a:t>
            </a:r>
            <a:r>
              <a:rPr lang="en-US" altLang="zh-CN" sz="2000" dirty="0">
                <a:solidFill>
                  <a:sysClr val="windowText" lastClr="000000"/>
                </a:solidFill>
                <a:latin typeface="微软雅黑" panose="020B0503020204020204" pitchFamily="34" charset="-122"/>
                <a:ea typeface="微软雅黑" panose="020B0503020204020204" pitchFamily="34" charset="-122"/>
              </a:rPr>
              <a:t>0 </a:t>
            </a:r>
            <a:r>
              <a:rPr lang="zh-CN" altLang="en-US" sz="2000" dirty="0">
                <a:solidFill>
                  <a:sysClr val="windowText" lastClr="000000"/>
                </a:solidFill>
                <a:latin typeface="微软雅黑" panose="020B0503020204020204" pitchFamily="34" charset="-122"/>
                <a:ea typeface="微软雅黑" panose="020B0503020204020204" pitchFamily="34" charset="-122"/>
              </a:rPr>
              <a:t>或正值。</a:t>
            </a:r>
            <a:endParaRPr lang="en-US" altLang="zh-CN" sz="2000" dirty="0">
              <a:solidFill>
                <a:sysClr val="windowText" lastClr="000000"/>
              </a:solidFill>
              <a:latin typeface="微软雅黑" panose="020B0503020204020204" pitchFamily="34" charset="-122"/>
              <a:ea typeface="微软雅黑" panose="020B0503020204020204" pitchFamily="34" charset="-122"/>
            </a:endParaRPr>
          </a:p>
          <a:p>
            <a:pPr>
              <a:lnSpc>
                <a:spcPct val="125000"/>
              </a:lnSpc>
              <a:buClr>
                <a:sysClr val="windowText" lastClr="000000"/>
              </a:buClr>
            </a:pPr>
            <a:r>
              <a:rPr lang="en-US" altLang="zh-CN" sz="2000" dirty="0">
                <a:solidFill>
                  <a:sysClr val="windowText" lastClr="000000"/>
                </a:solidFill>
                <a:latin typeface="微软雅黑" panose="020B0503020204020204" pitchFamily="34" charset="-122"/>
                <a:ea typeface="微软雅黑" panose="020B0503020204020204" pitchFamily="34" charset="-122"/>
              </a:rPr>
              <a:t>whence = SEEK_CUR </a:t>
            </a:r>
            <a:r>
              <a:rPr lang="zh-CN" altLang="en-US" sz="2000" dirty="0">
                <a:solidFill>
                  <a:sysClr val="windowText" lastClr="000000"/>
                </a:solidFill>
                <a:latin typeface="微软雅黑" panose="020B0503020204020204" pitchFamily="34" charset="-122"/>
                <a:ea typeface="微软雅黑" panose="020B0503020204020204" pitchFamily="34" charset="-122"/>
              </a:rPr>
              <a:t>或 </a:t>
            </a:r>
            <a:r>
              <a:rPr lang="en-US" altLang="zh-CN" sz="2000" dirty="0">
                <a:solidFill>
                  <a:sysClr val="windowText" lastClr="000000"/>
                </a:solidFill>
                <a:latin typeface="微软雅黑" panose="020B0503020204020204" pitchFamily="34" charset="-122"/>
                <a:ea typeface="微软雅黑" panose="020B0503020204020204" pitchFamily="34" charset="-122"/>
              </a:rPr>
              <a:t>1 </a:t>
            </a:r>
            <a:r>
              <a:rPr lang="zh-CN" altLang="en-US" sz="2000" dirty="0">
                <a:solidFill>
                  <a:sysClr val="windowText" lastClr="000000"/>
                </a:solidFill>
                <a:latin typeface="微软雅黑" panose="020B0503020204020204" pitchFamily="34" charset="-122"/>
                <a:ea typeface="微软雅黑" panose="020B0503020204020204" pitchFamily="34" charset="-122"/>
              </a:rPr>
              <a:t>表示</a:t>
            </a:r>
            <a:r>
              <a:rPr lang="zh-CN" altLang="en-US" sz="2000" b="1" dirty="0">
                <a:solidFill>
                  <a:schemeClr val="accent2"/>
                </a:solidFill>
                <a:latin typeface="微软雅黑" panose="020B0503020204020204" pitchFamily="34" charset="-122"/>
                <a:ea typeface="微软雅黑" panose="020B0503020204020204" pitchFamily="34" charset="-122"/>
              </a:rPr>
              <a:t>当前位置</a:t>
            </a:r>
            <a:r>
              <a:rPr lang="zh-CN" altLang="en-US" sz="2000" dirty="0">
                <a:solidFill>
                  <a:sysClr val="windowText" lastClr="000000"/>
                </a:solidFill>
                <a:latin typeface="微软雅黑" panose="020B0503020204020204" pitchFamily="34" charset="-122"/>
                <a:ea typeface="微软雅黑" panose="020B0503020204020204" pitchFamily="34" charset="-122"/>
              </a:rPr>
              <a:t>，</a:t>
            </a:r>
            <a:r>
              <a:rPr lang="en-US" altLang="zh-CN" sz="2000" dirty="0">
                <a:solidFill>
                  <a:sysClr val="windowText" lastClr="000000"/>
                </a:solidFill>
                <a:latin typeface="微软雅黑" panose="020B0503020204020204" pitchFamily="34" charset="-122"/>
                <a:ea typeface="微软雅黑" panose="020B0503020204020204" pitchFamily="34" charset="-122"/>
              </a:rPr>
              <a:t> whence = SEEK_END </a:t>
            </a:r>
            <a:r>
              <a:rPr lang="zh-CN" altLang="en-US" sz="2000" dirty="0">
                <a:solidFill>
                  <a:sysClr val="windowText" lastClr="000000"/>
                </a:solidFill>
                <a:latin typeface="微软雅黑" panose="020B0503020204020204" pitchFamily="34" charset="-122"/>
                <a:ea typeface="微软雅黑" panose="020B0503020204020204" pitchFamily="34" charset="-122"/>
              </a:rPr>
              <a:t>或 </a:t>
            </a:r>
            <a:r>
              <a:rPr lang="en-US" altLang="zh-CN" sz="2000" dirty="0">
                <a:solidFill>
                  <a:sysClr val="windowText" lastClr="000000"/>
                </a:solidFill>
                <a:latin typeface="微软雅黑" panose="020B0503020204020204" pitchFamily="34" charset="-122"/>
                <a:ea typeface="微软雅黑" panose="020B0503020204020204" pitchFamily="34" charset="-122"/>
              </a:rPr>
              <a:t>2 </a:t>
            </a:r>
            <a:r>
              <a:rPr lang="zh-CN" altLang="en-US" sz="2000" dirty="0">
                <a:solidFill>
                  <a:sysClr val="windowText" lastClr="000000"/>
                </a:solidFill>
                <a:latin typeface="微软雅黑" panose="020B0503020204020204" pitchFamily="34" charset="-122"/>
                <a:ea typeface="微软雅黑" panose="020B0503020204020204" pitchFamily="34" charset="-122"/>
              </a:rPr>
              <a:t>表示</a:t>
            </a:r>
            <a:r>
              <a:rPr lang="zh-CN" altLang="en-US" sz="2000" b="1" dirty="0">
                <a:solidFill>
                  <a:schemeClr val="accent2"/>
                </a:solidFill>
                <a:latin typeface="微软雅黑" panose="020B0503020204020204" pitchFamily="34" charset="-122"/>
                <a:ea typeface="微软雅黑" panose="020B0503020204020204" pitchFamily="34" charset="-122"/>
              </a:rPr>
              <a:t>文件结尾</a:t>
            </a:r>
            <a:r>
              <a:rPr lang="zh-CN" altLang="en-US" sz="2000" dirty="0">
                <a:solidFill>
                  <a:sysClr val="windowText" lastClr="000000"/>
                </a:solidFill>
                <a:latin typeface="微软雅黑" panose="020B0503020204020204" pitchFamily="34" charset="-122"/>
                <a:ea typeface="微软雅黑" panose="020B0503020204020204" pitchFamily="34" charset="-122"/>
              </a:rPr>
              <a:t>。偏移量可以为负值，负值仅适用于二进制文件。</a:t>
            </a:r>
            <a:endParaRPr lang="en-US" altLang="zh-CN" sz="2000" dirty="0">
              <a:solidFill>
                <a:sysClr val="windowText" lastClr="000000"/>
              </a:solidFill>
              <a:latin typeface="微软雅黑" panose="020B0503020204020204" pitchFamily="34" charset="-122"/>
              <a:ea typeface="微软雅黑" panose="020B0503020204020204" pitchFamily="34" charset="-122"/>
            </a:endParaRPr>
          </a:p>
          <a:p>
            <a:pPr>
              <a:lnSpc>
                <a:spcPct val="125000"/>
              </a:lnSpc>
              <a:buClr>
                <a:sysClr val="windowText" lastClr="000000"/>
              </a:buClr>
            </a:pPr>
            <a:r>
              <a:rPr lang="zh-CN" altLang="en-US" sz="2000" dirty="0">
                <a:solidFill>
                  <a:sysClr val="windowText" lastClr="000000"/>
                </a:solidFill>
                <a:latin typeface="微软雅黑" panose="020B0503020204020204" pitchFamily="34" charset="-122"/>
                <a:ea typeface="微软雅黑" panose="020B0503020204020204" pitchFamily="34" charset="-122"/>
              </a:rPr>
              <a:t>当 </a:t>
            </a:r>
            <a:r>
              <a:rPr lang="en-US" altLang="zh-CN" sz="2000" dirty="0">
                <a:solidFill>
                  <a:sysClr val="windowText" lastClr="000000"/>
                </a:solidFill>
                <a:latin typeface="微软雅黑" panose="020B0503020204020204" pitchFamily="34" charset="-122"/>
                <a:ea typeface="微软雅黑" panose="020B0503020204020204" pitchFamily="34" charset="-122"/>
              </a:rPr>
              <a:t>whence = 1 </a:t>
            </a:r>
            <a:r>
              <a:rPr lang="zh-CN" altLang="en-US" sz="2000" dirty="0">
                <a:solidFill>
                  <a:sysClr val="windowText" lastClr="000000"/>
                </a:solidFill>
                <a:latin typeface="微软雅黑" panose="020B0503020204020204" pitchFamily="34" charset="-122"/>
                <a:ea typeface="微软雅黑" panose="020B0503020204020204" pitchFamily="34" charset="-122"/>
              </a:rPr>
              <a:t>或 </a:t>
            </a:r>
            <a:r>
              <a:rPr lang="en-US" altLang="zh-CN" sz="2000" dirty="0">
                <a:solidFill>
                  <a:sysClr val="windowText" lastClr="000000"/>
                </a:solidFill>
                <a:latin typeface="微软雅黑" panose="020B0503020204020204" pitchFamily="34" charset="-122"/>
                <a:ea typeface="微软雅黑" panose="020B0503020204020204" pitchFamily="34" charset="-122"/>
              </a:rPr>
              <a:t>whence = 2 </a:t>
            </a:r>
            <a:r>
              <a:rPr lang="zh-CN" altLang="en-US" sz="2000" dirty="0">
                <a:solidFill>
                  <a:sysClr val="windowText" lastClr="000000"/>
                </a:solidFill>
                <a:latin typeface="微软雅黑" panose="020B0503020204020204" pitchFamily="34" charset="-122"/>
                <a:ea typeface="微软雅黑" panose="020B0503020204020204" pitchFamily="34" charset="-122"/>
              </a:rPr>
              <a:t>时，在二进制文件中可以设定任意偏移量，在文本文件中，只允许设置偏移量为 </a:t>
            </a:r>
            <a:r>
              <a:rPr lang="en-US" altLang="zh-CN" sz="2000" dirty="0">
                <a:solidFill>
                  <a:sysClr val="windowText" lastClr="000000"/>
                </a:solidFill>
                <a:latin typeface="微软雅黑" panose="020B0503020204020204" pitchFamily="34" charset="-122"/>
                <a:ea typeface="微软雅黑" panose="020B0503020204020204" pitchFamily="34" charset="-122"/>
              </a:rPr>
              <a:t>0</a:t>
            </a:r>
            <a:r>
              <a:rPr lang="zh-CN" altLang="en-US" sz="2000" dirty="0">
                <a:solidFill>
                  <a:sysClr val="windowText" lastClr="000000"/>
                </a:solidFill>
                <a:latin typeface="微软雅黑" panose="020B0503020204020204" pitchFamily="34" charset="-122"/>
                <a:ea typeface="微软雅黑" panose="020B0503020204020204" pitchFamily="34" charset="-122"/>
              </a:rPr>
              <a:t>，不允许使用其他数字作为偏移量。</a:t>
            </a:r>
            <a:endParaRPr lang="zh-CN" altLang="en-US" sz="2000" dirty="0">
              <a:solidFill>
                <a:sysClr val="windowText" lastClr="00000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2"/>
          <p:cNvSpPr>
            <a:spLocks noGrp="1"/>
          </p:cNvSpPr>
          <p:nvPr>
            <p:ph type="title"/>
          </p:nvPr>
        </p:nvSpPr>
        <p:spPr/>
        <p:txBody>
          <a:bodyPr/>
          <a:lstStyle/>
          <a:p>
            <a:r>
              <a:rPr lang="zh-CN" altLang="en-US" dirty="0"/>
              <a:t>文件的读写操作</a:t>
            </a:r>
            <a:endParaRPr lang="zh-CN" altLang="en-US" dirty="0"/>
          </a:p>
        </p:txBody>
      </p:sp>
      <p:sp>
        <p:nvSpPr>
          <p:cNvPr id="11" name="内容占位符 10"/>
          <p:cNvSpPr>
            <a:spLocks noGrp="1"/>
          </p:cNvSpPr>
          <p:nvPr>
            <p:ph sz="quarter" idx="14"/>
          </p:nvPr>
        </p:nvSpPr>
        <p:spPr/>
        <p:txBody>
          <a:bodyPr/>
          <a:lstStyle/>
          <a:p>
            <a:r>
              <a:rPr lang="en-US" altLang="zh-CN" dirty="0"/>
              <a:t>7.1.4</a:t>
            </a:r>
            <a:endParaRPr lang="zh-CN" altLang="en-US" dirty="0"/>
          </a:p>
        </p:txBody>
      </p:sp>
      <p:sp>
        <p:nvSpPr>
          <p:cNvPr id="2" name="内容占位符 1"/>
          <p:cNvSpPr txBox="1"/>
          <p:nvPr/>
        </p:nvSpPr>
        <p:spPr>
          <a:xfrm>
            <a:off x="688043" y="1048097"/>
            <a:ext cx="10815912" cy="2471851"/>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25000"/>
              </a:lnSpc>
              <a:buClr>
                <a:sysClr val="windowText" lastClr="000000"/>
              </a:buClr>
            </a:pPr>
            <a:r>
              <a:rPr lang="zh-CN" altLang="en-US" sz="2400" dirty="0">
                <a:solidFill>
                  <a:sysClr val="windowText" lastClr="000000"/>
                </a:solidFill>
                <a:latin typeface="微软雅黑" panose="020B0503020204020204" pitchFamily="34" charset="-122"/>
                <a:ea typeface="微软雅黑" panose="020B0503020204020204" pitchFamily="34" charset="-122"/>
              </a:rPr>
              <a:t>在对文本文档使用 </a:t>
            </a:r>
            <a:r>
              <a:rPr lang="en-US" altLang="zh-CN" sz="2400" dirty="0">
                <a:solidFill>
                  <a:sysClr val="windowText" lastClr="000000"/>
                </a:solidFill>
                <a:latin typeface="微软雅黑" panose="020B0503020204020204" pitchFamily="34" charset="-122"/>
                <a:ea typeface="微软雅黑" panose="020B0503020204020204" pitchFamily="34" charset="-122"/>
              </a:rPr>
              <a:t>seek() </a:t>
            </a:r>
            <a:r>
              <a:rPr lang="zh-CN" altLang="en-US" sz="2400" dirty="0">
                <a:solidFill>
                  <a:sysClr val="windowText" lastClr="000000"/>
                </a:solidFill>
                <a:latin typeface="微软雅黑" panose="020B0503020204020204" pitchFamily="34" charset="-122"/>
                <a:ea typeface="微软雅黑" panose="020B0503020204020204" pitchFamily="34" charset="-122"/>
              </a:rPr>
              <a:t>方法时，一般使用 </a:t>
            </a:r>
            <a:r>
              <a:rPr lang="en-US" altLang="zh-CN" sz="2400" b="1" dirty="0">
                <a:solidFill>
                  <a:schemeClr val="accent2"/>
                </a:solidFill>
                <a:latin typeface="微软雅黑" panose="020B0503020204020204" pitchFamily="34" charset="-122"/>
                <a:ea typeface="微软雅黑" panose="020B0503020204020204" pitchFamily="34" charset="-122"/>
              </a:rPr>
              <a:t>seek(0) </a:t>
            </a:r>
            <a:r>
              <a:rPr lang="zh-CN" altLang="en-US" sz="2400" dirty="0">
                <a:solidFill>
                  <a:sysClr val="windowText" lastClr="000000"/>
                </a:solidFill>
                <a:latin typeface="微软雅黑" panose="020B0503020204020204" pitchFamily="34" charset="-122"/>
                <a:ea typeface="微软雅黑" panose="020B0503020204020204" pitchFamily="34" charset="-122"/>
              </a:rPr>
              <a:t>将文件指针移动到文件</a:t>
            </a:r>
            <a:r>
              <a:rPr lang="zh-CN" altLang="en-US" sz="2400" b="1" dirty="0">
                <a:solidFill>
                  <a:schemeClr val="accent2"/>
                </a:solidFill>
                <a:latin typeface="微软雅黑" panose="020B0503020204020204" pitchFamily="34" charset="-122"/>
                <a:ea typeface="微软雅黑" panose="020B0503020204020204" pitchFamily="34" charset="-122"/>
              </a:rPr>
              <a:t>开始</a:t>
            </a:r>
            <a:r>
              <a:rPr lang="zh-CN" altLang="en-US" sz="2400" dirty="0">
                <a:solidFill>
                  <a:sysClr val="windowText" lastClr="000000"/>
                </a:solidFill>
                <a:latin typeface="微软雅黑" panose="020B0503020204020204" pitchFamily="34" charset="-122"/>
                <a:ea typeface="微软雅黑" panose="020B0503020204020204" pitchFamily="34" charset="-122"/>
              </a:rPr>
              <a:t>位置。</a:t>
            </a:r>
            <a:endParaRPr lang="en-US" altLang="zh-CN" sz="2400" dirty="0">
              <a:solidFill>
                <a:sysClr val="windowText" lastClr="000000"/>
              </a:solidFill>
              <a:latin typeface="微软雅黑" panose="020B0503020204020204" pitchFamily="34" charset="-122"/>
              <a:ea typeface="微软雅黑" panose="020B0503020204020204" pitchFamily="34" charset="-122"/>
            </a:endParaRPr>
          </a:p>
          <a:p>
            <a:pPr>
              <a:lnSpc>
                <a:spcPct val="125000"/>
              </a:lnSpc>
              <a:buClr>
                <a:sysClr val="windowText" lastClr="000000"/>
              </a:buClr>
            </a:pPr>
            <a:r>
              <a:rPr lang="zh-CN" altLang="en-US" sz="2400" dirty="0">
                <a:solidFill>
                  <a:sysClr val="windowText" lastClr="000000"/>
                </a:solidFill>
                <a:latin typeface="微软雅黑" panose="020B0503020204020204" pitchFamily="34" charset="-122"/>
                <a:ea typeface="微软雅黑" panose="020B0503020204020204" pitchFamily="34" charset="-122"/>
              </a:rPr>
              <a:t>当文件是中文、韩文等非西文字符时，一个字符可能占</a:t>
            </a:r>
            <a:r>
              <a:rPr lang="en-US" altLang="zh-CN" sz="2400" dirty="0">
                <a:solidFill>
                  <a:sysClr val="windowText" lastClr="000000"/>
                </a:solidFill>
                <a:latin typeface="微软雅黑" panose="020B0503020204020204" pitchFamily="34" charset="-122"/>
                <a:ea typeface="微软雅黑" panose="020B0503020204020204" pitchFamily="34" charset="-122"/>
              </a:rPr>
              <a:t>2</a:t>
            </a:r>
            <a:r>
              <a:rPr lang="zh-CN" altLang="en-US" sz="2400" dirty="0">
                <a:solidFill>
                  <a:sysClr val="windowText" lastClr="000000"/>
                </a:solidFill>
                <a:latin typeface="微软雅黑" panose="020B0503020204020204" pitchFamily="34" charset="-122"/>
                <a:ea typeface="微软雅黑" panose="020B0503020204020204" pitchFamily="34" charset="-122"/>
              </a:rPr>
              <a:t>个字节、</a:t>
            </a:r>
            <a:r>
              <a:rPr lang="en-US" altLang="zh-CN" sz="2400" dirty="0">
                <a:solidFill>
                  <a:sysClr val="windowText" lastClr="000000"/>
                </a:solidFill>
                <a:latin typeface="微软雅黑" panose="020B0503020204020204" pitchFamily="34" charset="-122"/>
                <a:ea typeface="微软雅黑" panose="020B0503020204020204" pitchFamily="34" charset="-122"/>
              </a:rPr>
              <a:t>3</a:t>
            </a:r>
            <a:r>
              <a:rPr lang="zh-CN" altLang="en-US" sz="2400" dirty="0">
                <a:solidFill>
                  <a:sysClr val="windowText" lastClr="000000"/>
                </a:solidFill>
                <a:latin typeface="微软雅黑" panose="020B0503020204020204" pitchFamily="34" charset="-122"/>
                <a:ea typeface="微软雅黑" panose="020B0503020204020204" pitchFamily="34" charset="-122"/>
              </a:rPr>
              <a:t>个字节甚至最多</a:t>
            </a:r>
            <a:r>
              <a:rPr lang="en-US" altLang="zh-CN" sz="2400" dirty="0">
                <a:solidFill>
                  <a:sysClr val="windowText" lastClr="000000"/>
                </a:solidFill>
                <a:latin typeface="微软雅黑" panose="020B0503020204020204" pitchFamily="34" charset="-122"/>
                <a:ea typeface="微软雅黑" panose="020B0503020204020204" pitchFamily="34" charset="-122"/>
              </a:rPr>
              <a:t>6</a:t>
            </a:r>
            <a:r>
              <a:rPr lang="zh-CN" altLang="en-US" sz="2400" dirty="0">
                <a:solidFill>
                  <a:sysClr val="windowText" lastClr="000000"/>
                </a:solidFill>
                <a:latin typeface="微软雅黑" panose="020B0503020204020204" pitchFamily="34" charset="-122"/>
                <a:ea typeface="微软雅黑" panose="020B0503020204020204" pitchFamily="34" charset="-122"/>
              </a:rPr>
              <a:t>个字节，使指针</a:t>
            </a:r>
            <a:r>
              <a:rPr lang="zh-CN" altLang="en-US" sz="2400" b="1" dirty="0">
                <a:solidFill>
                  <a:schemeClr val="accent2"/>
                </a:solidFill>
                <a:latin typeface="微软雅黑" panose="020B0503020204020204" pitchFamily="34" charset="-122"/>
                <a:ea typeface="微软雅黑" panose="020B0503020204020204" pitchFamily="34" charset="-122"/>
              </a:rPr>
              <a:t>很难精确移动</a:t>
            </a:r>
            <a:r>
              <a:rPr lang="zh-CN" altLang="en-US" sz="2400" dirty="0">
                <a:solidFill>
                  <a:sysClr val="windowText" lastClr="000000"/>
                </a:solidFill>
                <a:latin typeface="微软雅黑" panose="020B0503020204020204" pitchFamily="34" charset="-122"/>
                <a:ea typeface="微软雅黑" panose="020B0503020204020204" pitchFamily="34" charset="-122"/>
              </a:rPr>
              <a:t>到一个字的起始位置，导致解码失败。所以非西文文件尽量不使用偏移量去定位指针位置。</a:t>
            </a:r>
            <a:endParaRPr lang="zh-CN" altLang="en-US" sz="2400" dirty="0">
              <a:solidFill>
                <a:sysClr val="windowText" lastClr="000000"/>
              </a:solidFill>
              <a:latin typeface="微软雅黑" panose="020B0503020204020204" pitchFamily="34" charset="-122"/>
              <a:ea typeface="微软雅黑" panose="020B0503020204020204" pitchFamily="34" charset="-122"/>
            </a:endParaRPr>
          </a:p>
        </p:txBody>
      </p:sp>
      <p:sp>
        <p:nvSpPr>
          <p:cNvPr id="3" name="内容占位符 5"/>
          <p:cNvSpPr txBox="1"/>
          <p:nvPr/>
        </p:nvSpPr>
        <p:spPr>
          <a:xfrm>
            <a:off x="780061" y="3610895"/>
            <a:ext cx="10631877" cy="2977847"/>
          </a:xfrm>
          <a:prstGeom prst="roundRect">
            <a:avLst>
              <a:gd name="adj" fmla="val 14589"/>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dirty="0">
                <a:solidFill>
                  <a:srgbClr val="4B69C6"/>
                </a:solidFill>
                <a:latin typeface="+mj-lt"/>
              </a:rPr>
              <a:t>with</a:t>
            </a:r>
            <a:r>
              <a:rPr lang="en-US" altLang="zh-CN" dirty="0">
                <a:solidFill>
                  <a:srgbClr val="333333"/>
                </a:solidFill>
                <a:latin typeface="+mj-lt"/>
              </a:rPr>
              <a:t> </a:t>
            </a:r>
            <a:r>
              <a:rPr lang="en-US" altLang="zh-CN" b="1" dirty="0">
                <a:solidFill>
                  <a:srgbClr val="AA3731"/>
                </a:solidFill>
                <a:latin typeface="+mj-lt"/>
              </a:rPr>
              <a:t>open</a:t>
            </a:r>
            <a:r>
              <a:rPr lang="en-US" altLang="zh-CN" dirty="0">
                <a:solidFill>
                  <a:srgbClr val="777777"/>
                </a:solidFill>
                <a:latin typeface="+mj-lt"/>
              </a:rPr>
              <a:t>('</a:t>
            </a:r>
            <a:r>
              <a:rPr lang="zh-CN" altLang="en-US" dirty="0">
                <a:solidFill>
                  <a:srgbClr val="448C27"/>
                </a:solidFill>
                <a:latin typeface="+mj-lt"/>
              </a:rPr>
              <a:t>静夜思</a:t>
            </a:r>
            <a:r>
              <a:rPr lang="en-US" altLang="zh-CN" dirty="0">
                <a:solidFill>
                  <a:srgbClr val="448C27"/>
                </a:solidFill>
                <a:latin typeface="+mj-lt"/>
              </a:rPr>
              <a:t>.txt</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448C27"/>
                </a:solidFill>
                <a:latin typeface="+mj-lt"/>
              </a:rPr>
              <a:t>r</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encoding</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448C27"/>
                </a:solidFill>
                <a:latin typeface="+mj-lt"/>
              </a:rPr>
              <a:t>utf-8</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4B69C6"/>
                </a:solidFill>
                <a:latin typeface="+mj-lt"/>
              </a:rPr>
              <a:t>as</a:t>
            </a:r>
            <a:r>
              <a:rPr lang="en-US" altLang="zh-CN" dirty="0">
                <a:solidFill>
                  <a:srgbClr val="333333"/>
                </a:solidFill>
                <a:latin typeface="+mj-lt"/>
              </a:rPr>
              <a:t> </a:t>
            </a:r>
            <a:r>
              <a:rPr lang="en-US" altLang="zh-CN" dirty="0">
                <a:solidFill>
                  <a:srgbClr val="7A3E9D"/>
                </a:solidFill>
                <a:latin typeface="+mj-lt"/>
              </a:rPr>
              <a:t>f</a:t>
            </a:r>
            <a:r>
              <a:rPr lang="en-US" altLang="zh-CN" dirty="0">
                <a:solidFill>
                  <a:srgbClr val="777777"/>
                </a:solidFill>
                <a:latin typeface="+mj-lt"/>
              </a:rPr>
              <a:t>:</a:t>
            </a:r>
            <a:endParaRPr lang="en-US" altLang="zh-CN" dirty="0">
              <a:solidFill>
                <a:srgbClr val="333333"/>
              </a:solidFill>
              <a:latin typeface="+mj-lt"/>
            </a:endParaRPr>
          </a:p>
          <a:p>
            <a:r>
              <a:rPr lang="en-US" altLang="zh-CN" dirty="0">
                <a:solidFill>
                  <a:srgbClr val="333333"/>
                </a:solidFill>
                <a:latin typeface="+mj-lt"/>
              </a:rPr>
              <a:t>    </a:t>
            </a:r>
            <a:r>
              <a:rPr lang="en-US" altLang="zh-CN" dirty="0">
                <a:solidFill>
                  <a:srgbClr val="7A3E9D"/>
                </a:solidFill>
                <a:latin typeface="+mj-lt"/>
              </a:rPr>
              <a:t>txt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err="1">
                <a:solidFill>
                  <a:srgbClr val="7A3E9D"/>
                </a:solidFill>
                <a:latin typeface="+mj-lt"/>
              </a:rPr>
              <a:t>f</a:t>
            </a:r>
            <a:r>
              <a:rPr lang="en-US" altLang="zh-CN" dirty="0" err="1">
                <a:solidFill>
                  <a:srgbClr val="777777"/>
                </a:solidFill>
                <a:latin typeface="+mj-lt"/>
              </a:rPr>
              <a:t>.</a:t>
            </a:r>
            <a:r>
              <a:rPr lang="en-US" altLang="zh-CN" b="1" dirty="0" err="1">
                <a:solidFill>
                  <a:srgbClr val="AA3731"/>
                </a:solidFill>
                <a:latin typeface="+mj-lt"/>
              </a:rPr>
              <a:t>readlines</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读取所有行到列表中</a:t>
            </a:r>
            <a:endParaRPr lang="zh-CN" altLang="en-US" dirty="0">
              <a:solidFill>
                <a:srgbClr val="333333"/>
              </a:solidFill>
              <a:latin typeface="+mj-lt"/>
            </a:endParaRPr>
          </a:p>
          <a:p>
            <a:r>
              <a:rPr lang="zh-CN" altLang="en-US" dirty="0">
                <a:solidFill>
                  <a:srgbClr val="333333"/>
                </a:solidFill>
                <a:latin typeface="+mj-lt"/>
              </a:rPr>
              <a:t>    </a:t>
            </a:r>
            <a:r>
              <a:rPr lang="en-US" altLang="zh-CN" b="1" dirty="0">
                <a:solidFill>
                  <a:srgbClr val="AA3731"/>
                </a:solidFill>
                <a:latin typeface="+mj-lt"/>
              </a:rPr>
              <a:t>print</a:t>
            </a:r>
            <a:r>
              <a:rPr lang="en-US" altLang="zh-CN" dirty="0">
                <a:solidFill>
                  <a:srgbClr val="777777"/>
                </a:solidFill>
                <a:latin typeface="+mj-lt"/>
              </a:rPr>
              <a:t>(</a:t>
            </a:r>
            <a:r>
              <a:rPr lang="en-US" altLang="zh-CN" dirty="0">
                <a:solidFill>
                  <a:srgbClr val="7A3E9D"/>
                </a:solidFill>
                <a:latin typeface="+mj-lt"/>
              </a:rPr>
              <a:t>txt</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床前明月光，疑是地上霜。</a:t>
            </a:r>
            <a:r>
              <a:rPr lang="en-US" altLang="zh-CN" dirty="0">
                <a:solidFill>
                  <a:srgbClr val="AAAAAA"/>
                </a:solidFill>
                <a:latin typeface="+mj-lt"/>
              </a:rPr>
              <a:t>\n', '</a:t>
            </a:r>
            <a:r>
              <a:rPr lang="zh-CN" altLang="en-US" dirty="0">
                <a:solidFill>
                  <a:srgbClr val="AAAAAA"/>
                </a:solidFill>
                <a:latin typeface="+mj-lt"/>
              </a:rPr>
              <a:t>举头望明月，低头思故乡。</a:t>
            </a:r>
            <a:r>
              <a:rPr lang="en-US" altLang="zh-CN" dirty="0">
                <a:solidFill>
                  <a:srgbClr val="AAAAAA"/>
                </a:solidFill>
                <a:latin typeface="+mj-lt"/>
              </a:rPr>
              <a:t>\n']</a:t>
            </a:r>
            <a:endParaRPr lang="en-US" altLang="zh-CN" dirty="0">
              <a:solidFill>
                <a:srgbClr val="333333"/>
              </a:solidFill>
              <a:latin typeface="+mj-lt"/>
            </a:endParaRPr>
          </a:p>
          <a:p>
            <a:r>
              <a:rPr lang="en-US" altLang="zh-CN" dirty="0">
                <a:solidFill>
                  <a:srgbClr val="333333"/>
                </a:solidFill>
                <a:latin typeface="+mj-lt"/>
              </a:rPr>
              <a:t>    </a:t>
            </a:r>
            <a:r>
              <a:rPr lang="en-US" altLang="zh-CN" dirty="0" err="1">
                <a:solidFill>
                  <a:srgbClr val="7A3E9D"/>
                </a:solidFill>
                <a:latin typeface="+mj-lt"/>
              </a:rPr>
              <a:t>f</a:t>
            </a:r>
            <a:r>
              <a:rPr lang="en-US" altLang="zh-CN" dirty="0" err="1">
                <a:solidFill>
                  <a:srgbClr val="777777"/>
                </a:solidFill>
                <a:latin typeface="+mj-lt"/>
              </a:rPr>
              <a:t>.</a:t>
            </a:r>
            <a:r>
              <a:rPr lang="en-US" altLang="zh-CN" b="1" dirty="0" err="1">
                <a:solidFill>
                  <a:srgbClr val="AA3731"/>
                </a:solidFill>
                <a:latin typeface="+mj-lt"/>
              </a:rPr>
              <a:t>seek</a:t>
            </a:r>
            <a:r>
              <a:rPr lang="en-US" altLang="zh-CN" dirty="0">
                <a:solidFill>
                  <a:srgbClr val="777777"/>
                </a:solidFill>
                <a:latin typeface="+mj-lt"/>
              </a:rPr>
              <a:t>(</a:t>
            </a:r>
            <a:r>
              <a:rPr lang="en-US" altLang="zh-CN" dirty="0">
                <a:solidFill>
                  <a:srgbClr val="9C5D27"/>
                </a:solidFill>
                <a:latin typeface="+mj-lt"/>
              </a:rPr>
              <a:t>0</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移动指针到文件起始位置</a:t>
            </a:r>
            <a:endParaRPr lang="zh-CN" altLang="en-US" dirty="0">
              <a:solidFill>
                <a:srgbClr val="333333"/>
              </a:solidFill>
              <a:latin typeface="+mj-lt"/>
            </a:endParaRPr>
          </a:p>
          <a:p>
            <a:r>
              <a:rPr lang="zh-CN" altLang="en-US" dirty="0">
                <a:solidFill>
                  <a:srgbClr val="333333"/>
                </a:solidFill>
                <a:latin typeface="+mj-lt"/>
              </a:rPr>
              <a:t>    </a:t>
            </a:r>
            <a:r>
              <a:rPr lang="en-US" altLang="zh-CN" dirty="0">
                <a:solidFill>
                  <a:srgbClr val="7A3E9D"/>
                </a:solidFill>
                <a:latin typeface="+mj-lt"/>
              </a:rPr>
              <a:t>txt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err="1">
                <a:solidFill>
                  <a:srgbClr val="7A3E9D"/>
                </a:solidFill>
                <a:latin typeface="+mj-lt"/>
              </a:rPr>
              <a:t>f</a:t>
            </a:r>
            <a:r>
              <a:rPr lang="en-US" altLang="zh-CN" dirty="0" err="1">
                <a:solidFill>
                  <a:srgbClr val="777777"/>
                </a:solidFill>
                <a:latin typeface="+mj-lt"/>
              </a:rPr>
              <a:t>.</a:t>
            </a:r>
            <a:r>
              <a:rPr lang="en-US" altLang="zh-CN" b="1" dirty="0" err="1">
                <a:solidFill>
                  <a:srgbClr val="AA3731"/>
                </a:solidFill>
                <a:latin typeface="+mj-lt"/>
              </a:rPr>
              <a:t>readlines</a:t>
            </a:r>
            <a:r>
              <a:rPr lang="en-US" altLang="zh-CN" dirty="0">
                <a:solidFill>
                  <a:srgbClr val="777777"/>
                </a:solidFill>
                <a:latin typeface="+mj-lt"/>
              </a:rPr>
              <a:t>(</a:t>
            </a:r>
            <a:r>
              <a:rPr lang="en-US" altLang="zh-CN" dirty="0">
                <a:solidFill>
                  <a:srgbClr val="9C5D27"/>
                </a:solidFill>
                <a:latin typeface="+mj-lt"/>
              </a:rPr>
              <a:t>6</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从当前位置读取到第 </a:t>
            </a:r>
            <a:r>
              <a:rPr lang="en-US" altLang="zh-CN" dirty="0">
                <a:solidFill>
                  <a:srgbClr val="AAAAAA"/>
                </a:solidFill>
                <a:latin typeface="+mj-lt"/>
              </a:rPr>
              <a:t>6 </a:t>
            </a:r>
            <a:r>
              <a:rPr lang="zh-CN" altLang="en-US" dirty="0">
                <a:solidFill>
                  <a:srgbClr val="AAAAAA"/>
                </a:solidFill>
                <a:latin typeface="+mj-lt"/>
              </a:rPr>
              <a:t>个字符所在行结束</a:t>
            </a:r>
            <a:endParaRPr lang="zh-CN" altLang="en-US" dirty="0">
              <a:solidFill>
                <a:srgbClr val="333333"/>
              </a:solidFill>
              <a:latin typeface="+mj-lt"/>
            </a:endParaRPr>
          </a:p>
          <a:p>
            <a:r>
              <a:rPr lang="zh-CN" altLang="en-US" dirty="0">
                <a:solidFill>
                  <a:srgbClr val="333333"/>
                </a:solidFill>
                <a:latin typeface="+mj-lt"/>
              </a:rPr>
              <a:t>    </a:t>
            </a:r>
            <a:r>
              <a:rPr lang="en-US" altLang="zh-CN" b="1" dirty="0">
                <a:solidFill>
                  <a:srgbClr val="AA3731"/>
                </a:solidFill>
                <a:latin typeface="+mj-lt"/>
              </a:rPr>
              <a:t>print</a:t>
            </a:r>
            <a:r>
              <a:rPr lang="en-US" altLang="zh-CN" dirty="0">
                <a:solidFill>
                  <a:srgbClr val="777777"/>
                </a:solidFill>
                <a:latin typeface="+mj-lt"/>
              </a:rPr>
              <a:t>(</a:t>
            </a:r>
            <a:r>
              <a:rPr lang="en-US" altLang="zh-CN" dirty="0">
                <a:solidFill>
                  <a:srgbClr val="7A3E9D"/>
                </a:solidFill>
                <a:latin typeface="+mj-lt"/>
              </a:rPr>
              <a:t>txt</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静夜思</a:t>
            </a:r>
            <a:r>
              <a:rPr lang="en-US" altLang="zh-CN" dirty="0">
                <a:solidFill>
                  <a:srgbClr val="AAAAAA"/>
                </a:solidFill>
                <a:latin typeface="+mj-lt"/>
              </a:rPr>
              <a:t>\n', '</a:t>
            </a:r>
            <a:r>
              <a:rPr lang="zh-CN" altLang="en-US" dirty="0">
                <a:solidFill>
                  <a:srgbClr val="AAAAAA"/>
                </a:solidFill>
                <a:latin typeface="+mj-lt"/>
              </a:rPr>
              <a:t>床前明月光，疑是地上霜。</a:t>
            </a:r>
            <a:r>
              <a:rPr lang="en-US" altLang="zh-CN" dirty="0">
                <a:solidFill>
                  <a:srgbClr val="AAAAAA"/>
                </a:solidFill>
                <a:latin typeface="+mj-lt"/>
              </a:rPr>
              <a:t>\n']</a:t>
            </a:r>
            <a:endParaRPr lang="en-US" altLang="zh-CN" dirty="0">
              <a:solidFill>
                <a:srgbClr val="333333"/>
              </a:solidFill>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2"/>
          <p:cNvSpPr>
            <a:spLocks noGrp="1"/>
          </p:cNvSpPr>
          <p:nvPr>
            <p:ph type="title"/>
          </p:nvPr>
        </p:nvSpPr>
        <p:spPr/>
        <p:txBody>
          <a:bodyPr/>
          <a:lstStyle/>
          <a:p>
            <a:r>
              <a:rPr lang="zh-CN" altLang="en-US" dirty="0"/>
              <a:t>文件的读写操作</a:t>
            </a:r>
            <a:endParaRPr lang="zh-CN" altLang="en-US" dirty="0"/>
          </a:p>
        </p:txBody>
      </p:sp>
      <p:sp>
        <p:nvSpPr>
          <p:cNvPr id="11" name="内容占位符 10"/>
          <p:cNvSpPr>
            <a:spLocks noGrp="1"/>
          </p:cNvSpPr>
          <p:nvPr>
            <p:ph sz="quarter" idx="14"/>
          </p:nvPr>
        </p:nvSpPr>
        <p:spPr/>
        <p:txBody>
          <a:bodyPr/>
          <a:lstStyle/>
          <a:p>
            <a:r>
              <a:rPr lang="en-US" altLang="zh-CN" dirty="0"/>
              <a:t>7.1.4</a:t>
            </a:r>
            <a:endParaRPr lang="zh-CN" altLang="en-US" dirty="0"/>
          </a:p>
        </p:txBody>
      </p:sp>
      <p:sp>
        <p:nvSpPr>
          <p:cNvPr id="2" name="内容占位符 1"/>
          <p:cNvSpPr txBox="1"/>
          <p:nvPr/>
        </p:nvSpPr>
        <p:spPr>
          <a:xfrm>
            <a:off x="1080135" y="1560497"/>
            <a:ext cx="10031730" cy="2554059"/>
          </a:xfrm>
          <a:prstGeom prst="rect">
            <a:avLst/>
          </a:prstGeom>
          <a:noFill/>
          <a:ln>
            <a:noFill/>
          </a:ln>
          <a:effectLst/>
        </p:spPr>
        <p:txBody>
          <a:bodyPr vert="horz" lIns="91440" tIns="45720" rIns="91440" bIns="45720" rtlCol="0">
            <a:norm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514350" indent="-514350">
              <a:lnSpc>
                <a:spcPct val="150000"/>
              </a:lnSpc>
              <a:buClr>
                <a:srgbClr val="0070C0"/>
              </a:buClr>
              <a:buFont typeface="+mj-lt"/>
              <a:buAutoNum type="arabicPeriod" startAt="7"/>
            </a:pPr>
            <a:r>
              <a:rPr kumimoji="0" lang="en-US" altLang="zh-CN" sz="2400" b="1" i="0" u="none" strike="noStrike" kern="1200" cap="none" spc="0" normalizeH="0" baseline="0" noProof="0" dirty="0">
                <a:ln>
                  <a:noFill/>
                </a:ln>
                <a:solidFill>
                  <a:srgbClr val="FF6A02"/>
                </a:solidFill>
                <a:effectLst/>
                <a:uLnTx/>
                <a:uFillTx/>
                <a:latin typeface="微软雅黑" panose="020B0503020204020204" pitchFamily="34" charset="-122"/>
                <a:ea typeface="微软雅黑" panose="020B0503020204020204" pitchFamily="34" charset="-122"/>
                <a:cs typeface="+mn-cs"/>
              </a:rPr>
              <a:t>tell</a:t>
            </a:r>
            <a:r>
              <a:rPr kumimoji="0" lang="zh-CN" altLang="zh-CN" sz="2400" b="1" i="0" u="none" strike="noStrike" kern="1200" cap="none" spc="0" normalizeH="0" baseline="0" noProof="0" dirty="0">
                <a:ln>
                  <a:noFill/>
                </a:ln>
                <a:solidFill>
                  <a:srgbClr val="7102FF"/>
                </a:solidFill>
                <a:effectLst/>
                <a:uLnTx/>
                <a:uFillTx/>
                <a:latin typeface="微软雅黑" panose="020B0503020204020204" pitchFamily="34" charset="-122"/>
                <a:ea typeface="微软雅黑" panose="020B0503020204020204" pitchFamily="34" charset="-122"/>
                <a:cs typeface="+mn-cs"/>
              </a:rPr>
              <a:t>()</a:t>
            </a:r>
            <a:r>
              <a:rPr kumimoji="0" lang="en-US" altLang="zh-CN" sz="2400" b="1" i="0" u="none" strike="noStrike" kern="1200" cap="none" spc="0" normalizeH="0" baseline="0" noProof="0" dirty="0">
                <a:ln>
                  <a:noFill/>
                </a:ln>
                <a:solidFill>
                  <a:srgbClr val="7102FF"/>
                </a:solidFill>
                <a:effectLst/>
                <a:uLnTx/>
                <a:uFillTx/>
                <a:latin typeface="微软雅黑" panose="020B0503020204020204" pitchFamily="34" charset="-122"/>
                <a:ea typeface="微软雅黑" panose="020B0503020204020204" pitchFamily="34" charset="-122"/>
                <a:cs typeface="+mn-cs"/>
              </a:rPr>
              <a:t> </a:t>
            </a:r>
            <a:r>
              <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方法</a:t>
            </a:r>
            <a:endPar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a:p>
            <a:pPr marL="342900" lvl="1" indent="-342900">
              <a:lnSpc>
                <a:spcPct val="150000"/>
              </a:lnSpc>
              <a:spcBef>
                <a:spcPts val="0"/>
              </a:spcBef>
            </a:pPr>
            <a:r>
              <a:rPr lang="zh-CN" altLang="en-US" sz="2000" dirty="0">
                <a:solidFill>
                  <a:sysClr val="windowText" lastClr="000000"/>
                </a:solidFill>
                <a:latin typeface="微软雅黑" panose="020B0503020204020204" pitchFamily="34" charset="-122"/>
                <a:ea typeface="微软雅黑" panose="020B0503020204020204" pitchFamily="34" charset="-122"/>
              </a:rPr>
              <a:t>返回</a:t>
            </a:r>
            <a:r>
              <a:rPr lang="zh-CN" altLang="en-US" sz="2000" b="1" dirty="0">
                <a:solidFill>
                  <a:schemeClr val="accent2"/>
                </a:solidFill>
                <a:latin typeface="微软雅黑" panose="020B0503020204020204" pitchFamily="34" charset="-122"/>
                <a:ea typeface="微软雅黑" panose="020B0503020204020204" pitchFamily="34" charset="-122"/>
              </a:rPr>
              <a:t>当前指针的位置</a:t>
            </a:r>
            <a:r>
              <a:rPr lang="zh-CN" altLang="en-US" sz="2000" dirty="0">
                <a:solidFill>
                  <a:sysClr val="windowText" lastClr="000000"/>
                </a:solidFill>
                <a:latin typeface="微软雅黑" panose="020B0503020204020204" pitchFamily="34" charset="-122"/>
                <a:ea typeface="微软雅黑" panose="020B0503020204020204" pitchFamily="34" charset="-122"/>
              </a:rPr>
              <a:t>。</a:t>
            </a:r>
            <a:endParaRPr lang="zh-CN" altLang="en-US" sz="2000" dirty="0">
              <a:solidFill>
                <a:sysClr val="windowText" lastClr="000000"/>
              </a:solidFill>
              <a:latin typeface="微软雅黑" panose="020B0503020204020204" pitchFamily="34" charset="-122"/>
              <a:ea typeface="微软雅黑" panose="020B0503020204020204" pitchFamily="34" charset="-122"/>
            </a:endParaRPr>
          </a:p>
          <a:p>
            <a:pPr marL="342900" lvl="1" indent="-342900">
              <a:lnSpc>
                <a:spcPct val="150000"/>
              </a:lnSpc>
              <a:spcBef>
                <a:spcPts val="0"/>
              </a:spcBef>
            </a:pPr>
            <a:r>
              <a:rPr lang="zh-CN" altLang="en-US" sz="2000" dirty="0">
                <a:solidFill>
                  <a:sysClr val="windowText" lastClr="000000"/>
                </a:solidFill>
                <a:latin typeface="微软雅黑" panose="020B0503020204020204" pitchFamily="34" charset="-122"/>
                <a:ea typeface="微软雅黑" panose="020B0503020204020204" pitchFamily="34" charset="-122"/>
              </a:rPr>
              <a:t>用 </a:t>
            </a:r>
            <a:r>
              <a:rPr lang="en-US" altLang="zh-CN" sz="2000" dirty="0">
                <a:solidFill>
                  <a:sysClr val="windowText" lastClr="000000"/>
                </a:solidFill>
                <a:latin typeface="微软雅黑" panose="020B0503020204020204" pitchFamily="34" charset="-122"/>
                <a:ea typeface="微软雅黑" panose="020B0503020204020204" pitchFamily="34" charset="-122"/>
              </a:rPr>
              <a:t>open() </a:t>
            </a:r>
            <a:r>
              <a:rPr lang="zh-CN" altLang="en-US" sz="2000" dirty="0">
                <a:solidFill>
                  <a:sysClr val="windowText" lastClr="000000"/>
                </a:solidFill>
                <a:latin typeface="微软雅黑" panose="020B0503020204020204" pitchFamily="34" charset="-122"/>
                <a:ea typeface="微软雅黑" panose="020B0503020204020204" pitchFamily="34" charset="-122"/>
              </a:rPr>
              <a:t>方法打开文件后，生成的文件对象支持用 </a:t>
            </a:r>
            <a:r>
              <a:rPr lang="en-US" altLang="zh-CN" sz="2000" dirty="0">
                <a:solidFill>
                  <a:sysClr val="windowText" lastClr="000000"/>
                </a:solidFill>
                <a:latin typeface="微软雅黑" panose="020B0503020204020204" pitchFamily="34" charset="-122"/>
                <a:ea typeface="微软雅黑" panose="020B0503020204020204" pitchFamily="34" charset="-122"/>
              </a:rPr>
              <a:t>for... in </a:t>
            </a:r>
            <a:r>
              <a:rPr lang="zh-CN" altLang="en-US" sz="2000" dirty="0">
                <a:solidFill>
                  <a:sysClr val="windowText" lastClr="000000"/>
                </a:solidFill>
                <a:latin typeface="微软雅黑" panose="020B0503020204020204" pitchFamily="34" charset="-122"/>
                <a:ea typeface="微软雅黑" panose="020B0503020204020204" pitchFamily="34" charset="-122"/>
              </a:rPr>
              <a:t>结构进行遍历，不需要将文件中的数据一次性读到内存中，可以读一行处理一行。当数据文件非常大时，用直接遍历文件对象的方法，既可以避免内存不足的问题。</a:t>
            </a:r>
            <a:endParaRPr lang="zh-CN" altLang="en-US" sz="2000" dirty="0">
              <a:solidFill>
                <a:sysClr val="windowText" lastClr="0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7.2 </a:t>
            </a:r>
            <a:r>
              <a:rPr lang="zh-CN" altLang="en-US" dirty="0"/>
              <a:t>二十大报告词频统计</a:t>
            </a:r>
            <a:endParaRPr lang="zh-CN" altLang="en-US" dirty="0"/>
          </a:p>
        </p:txBody>
      </p:sp>
      <p:sp>
        <p:nvSpPr>
          <p:cNvPr id="7" name="内容占位符 6"/>
          <p:cNvSpPr>
            <a:spLocks noGrp="1"/>
          </p:cNvSpPr>
          <p:nvPr>
            <p:ph sz="quarter" idx="15"/>
          </p:nvPr>
        </p:nvSpPr>
        <p:spPr/>
        <p:txBody>
          <a:bodyPr>
            <a:normAutofit/>
          </a:bodyPr>
          <a:lstStyle/>
          <a:p>
            <a:pPr>
              <a:lnSpc>
                <a:spcPct val="125000"/>
              </a:lnSpc>
              <a:spcBef>
                <a:spcPts val="500"/>
              </a:spcBef>
            </a:pPr>
            <a:r>
              <a:rPr lang="zh-CN" altLang="en-US" sz="2800" b="1" dirty="0">
                <a:solidFill>
                  <a:srgbClr val="0070C0"/>
                </a:solidFill>
              </a:rPr>
              <a:t>实例说明：</a:t>
            </a:r>
            <a:endParaRPr lang="en-US" altLang="zh-CN" sz="2800" b="1" dirty="0">
              <a:solidFill>
                <a:srgbClr val="0070C0"/>
              </a:solidFill>
            </a:endParaRPr>
          </a:p>
          <a:p>
            <a:pPr marL="342900" indent="-342900">
              <a:lnSpc>
                <a:spcPct val="125000"/>
              </a:lnSpc>
              <a:spcBef>
                <a:spcPts val="500"/>
              </a:spcBef>
              <a:buFont typeface="Arial" panose="020B0604020202090204" pitchFamily="34" charset="0"/>
              <a:buChar char="•"/>
            </a:pPr>
            <a:r>
              <a:rPr lang="zh-CN" altLang="en-US" dirty="0"/>
              <a:t>统计二十大报告中的词频，输出出现</a:t>
            </a:r>
            <a:r>
              <a:rPr lang="zh-CN" altLang="en-US" b="1" dirty="0">
                <a:solidFill>
                  <a:schemeClr val="accent2"/>
                </a:solidFill>
              </a:rPr>
              <a:t>频次最高的 </a:t>
            </a:r>
            <a:r>
              <a:rPr lang="en-US" altLang="zh-CN" b="1" dirty="0">
                <a:solidFill>
                  <a:schemeClr val="accent2"/>
                </a:solidFill>
              </a:rPr>
              <a:t>10 </a:t>
            </a:r>
            <a:r>
              <a:rPr lang="zh-CN" altLang="en-US" b="1" dirty="0">
                <a:solidFill>
                  <a:schemeClr val="accent2"/>
                </a:solidFill>
              </a:rPr>
              <a:t>个词</a:t>
            </a:r>
            <a:r>
              <a:rPr lang="zh-CN" altLang="en-US" dirty="0"/>
              <a:t>及其出现的</a:t>
            </a:r>
            <a:r>
              <a:rPr lang="zh-CN" altLang="en-US" b="1" dirty="0">
                <a:solidFill>
                  <a:schemeClr val="accent2"/>
                </a:solidFill>
              </a:rPr>
              <a:t>次数</a:t>
            </a:r>
            <a:r>
              <a:rPr lang="zh-CN" altLang="en-US" dirty="0"/>
              <a:t>。</a:t>
            </a:r>
            <a:endParaRPr lang="zh-CN" altLang="en-US" dirty="0"/>
          </a:p>
          <a:p>
            <a:pPr marL="342900" indent="-342900">
              <a:lnSpc>
                <a:spcPct val="125000"/>
              </a:lnSpc>
              <a:spcBef>
                <a:spcPts val="500"/>
              </a:spcBef>
              <a:buFont typeface="Arial" panose="020B0604020202090204" pitchFamily="34" charset="0"/>
              <a:buChar char="•"/>
            </a:pPr>
            <a:r>
              <a:rPr lang="zh-CN" altLang="en-US" dirty="0"/>
              <a:t>由于中文句子中的文字是连在一起的，没有显式的标记可以把词切分开，所以中文词频的统计的难点在于把句子切分为词。</a:t>
            </a:r>
            <a:r>
              <a:rPr lang="zh-CN" altLang="en-US" b="1" dirty="0">
                <a:solidFill>
                  <a:schemeClr val="accent2"/>
                </a:solidFill>
              </a:rPr>
              <a:t>分词</a:t>
            </a:r>
            <a:r>
              <a:rPr lang="zh-CN" altLang="en-US" dirty="0"/>
              <a:t>就是将连续的字序列按照一定的规范重新组合成语义独立词序列的过程。</a:t>
            </a:r>
            <a:endParaRPr lang="en-US" altLang="zh-CN" dirty="0"/>
          </a:p>
          <a:p>
            <a:pPr marL="342900" indent="-342900">
              <a:lnSpc>
                <a:spcPct val="125000"/>
              </a:lnSpc>
              <a:spcBef>
                <a:spcPts val="500"/>
              </a:spcBef>
              <a:buFont typeface="Arial" panose="020B0604020202090204" pitchFamily="34" charset="0"/>
              <a:buChar char="•"/>
            </a:pPr>
            <a:r>
              <a:rPr lang="en-US" altLang="zh-CN" b="1" dirty="0" err="1">
                <a:solidFill>
                  <a:schemeClr val="accent2"/>
                </a:solidFill>
              </a:rPr>
              <a:t>jieba</a:t>
            </a:r>
            <a:r>
              <a:rPr lang="en-US" altLang="zh-CN" b="1" dirty="0">
                <a:solidFill>
                  <a:schemeClr val="accent2"/>
                </a:solidFill>
              </a:rPr>
              <a:t> </a:t>
            </a:r>
            <a:r>
              <a:rPr lang="zh-CN" altLang="en-US" b="1" dirty="0">
                <a:solidFill>
                  <a:schemeClr val="accent2"/>
                </a:solidFill>
              </a:rPr>
              <a:t>分词</a:t>
            </a:r>
            <a:r>
              <a:rPr lang="zh-CN" altLang="en-US" dirty="0"/>
              <a:t>是一个专用于分词的开源 </a:t>
            </a:r>
            <a:r>
              <a:rPr lang="en-US" altLang="zh-CN" dirty="0"/>
              <a:t>Python </a:t>
            </a:r>
            <a:r>
              <a:rPr lang="zh-CN" altLang="en-US" dirty="0"/>
              <a:t>项目，它在分词准确度和速度方面均表现不错。使用前需要先通过 </a:t>
            </a:r>
            <a:r>
              <a:rPr lang="en-US" altLang="zh-CN" dirty="0"/>
              <a:t>pip install </a:t>
            </a:r>
            <a:r>
              <a:rPr lang="en-US" altLang="zh-CN" dirty="0" err="1"/>
              <a:t>jieba</a:t>
            </a:r>
            <a:r>
              <a:rPr lang="en-US" altLang="zh-CN" dirty="0"/>
              <a:t> </a:t>
            </a:r>
            <a:r>
              <a:rPr lang="zh-CN" altLang="en-US" dirty="0"/>
              <a:t>安装这个库，再通过 </a:t>
            </a:r>
            <a:r>
              <a:rPr lang="en-US" altLang="zh-CN" dirty="0"/>
              <a:t>import </a:t>
            </a:r>
            <a:r>
              <a:rPr lang="en-US" altLang="zh-CN" dirty="0" err="1"/>
              <a:t>jieba</a:t>
            </a:r>
            <a:r>
              <a:rPr lang="en-US" altLang="zh-CN" dirty="0"/>
              <a:t> </a:t>
            </a:r>
            <a:r>
              <a:rPr lang="zh-CN" altLang="en-US" dirty="0"/>
              <a:t>导入。</a:t>
            </a:r>
            <a:r>
              <a:rPr lang="en-US" altLang="zh-CN" dirty="0" err="1"/>
              <a:t>jieba</a:t>
            </a:r>
            <a:r>
              <a:rPr lang="en-US" altLang="zh-CN" dirty="0"/>
              <a:t> </a:t>
            </a:r>
            <a:r>
              <a:rPr lang="zh-CN" altLang="en-US" dirty="0"/>
              <a:t>库中应用最多的函数是 </a:t>
            </a:r>
            <a:r>
              <a:rPr lang="en-US" altLang="zh-CN" b="1" dirty="0">
                <a:solidFill>
                  <a:schemeClr val="accent2"/>
                </a:solidFill>
              </a:rPr>
              <a:t>cut() </a:t>
            </a:r>
            <a:r>
              <a:rPr lang="zh-CN" altLang="en-US" b="1" dirty="0">
                <a:solidFill>
                  <a:schemeClr val="accent2"/>
                </a:solidFill>
              </a:rPr>
              <a:t>与 </a:t>
            </a:r>
            <a:r>
              <a:rPr lang="en-US" altLang="zh-CN" b="1" dirty="0" err="1">
                <a:solidFill>
                  <a:schemeClr val="accent2"/>
                </a:solidFill>
              </a:rPr>
              <a:t>lcut</a:t>
            </a:r>
            <a:r>
              <a:rPr lang="en-US" altLang="zh-CN" b="1" dirty="0">
                <a:solidFill>
                  <a:schemeClr val="accent2"/>
                </a:solidFill>
              </a:rPr>
              <a:t>()</a:t>
            </a:r>
            <a:r>
              <a:rPr lang="zh-CN" altLang="en-US" dirty="0"/>
              <a:t>，二者最主要的区别就是前者返回生成器对象，需要用遍历方法读取或转列表查看，后者直接返回列表对象。</a:t>
            </a:r>
            <a:endParaRPr lang="zh-CN" altLang="en-US" dirty="0"/>
          </a:p>
        </p:txBody>
      </p:sp>
      <p:sp>
        <p:nvSpPr>
          <p:cNvPr id="6" name="内容占位符 5"/>
          <p:cNvSpPr>
            <a:spLocks noGrp="1"/>
          </p:cNvSpPr>
          <p:nvPr>
            <p:ph sz="quarter" idx="13"/>
          </p:nvPr>
        </p:nvSpPr>
        <p:spPr/>
        <p:txBody>
          <a:bodyPr/>
          <a:lstStyle/>
          <a:p>
            <a:r>
              <a:rPr lang="zh-CN" altLang="en-US" dirty="0"/>
              <a:t>实例</a:t>
            </a:r>
            <a:endParaRPr lang="zh-CN" alt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7.2 </a:t>
            </a:r>
            <a:r>
              <a:rPr lang="zh-CN" altLang="en-US" dirty="0"/>
              <a:t>二十大报告词频统计</a:t>
            </a:r>
            <a:endParaRPr lang="zh-CN" altLang="en-US" dirty="0"/>
          </a:p>
        </p:txBody>
      </p:sp>
      <p:sp>
        <p:nvSpPr>
          <p:cNvPr id="7" name="内容占位符 6"/>
          <p:cNvSpPr>
            <a:spLocks noGrp="1"/>
          </p:cNvSpPr>
          <p:nvPr>
            <p:ph sz="quarter" idx="15"/>
          </p:nvPr>
        </p:nvSpPr>
        <p:spPr/>
        <p:txBody>
          <a:bodyPr>
            <a:normAutofit/>
          </a:bodyPr>
          <a:lstStyle/>
          <a:p>
            <a:pPr>
              <a:lnSpc>
                <a:spcPct val="125000"/>
              </a:lnSpc>
              <a:spcBef>
                <a:spcPts val="500"/>
              </a:spcBef>
            </a:pPr>
            <a:r>
              <a:rPr lang="zh-CN" altLang="en-US" sz="2800" b="1" dirty="0">
                <a:solidFill>
                  <a:srgbClr val="0070C0"/>
                </a:solidFill>
              </a:rPr>
              <a:t>实例说明：</a:t>
            </a:r>
            <a:endParaRPr lang="en-US" altLang="zh-CN" sz="2800" b="1" dirty="0">
              <a:solidFill>
                <a:srgbClr val="0070C0"/>
              </a:solidFill>
            </a:endParaRPr>
          </a:p>
          <a:p>
            <a:pPr marL="342900" indent="-342900">
              <a:lnSpc>
                <a:spcPct val="125000"/>
              </a:lnSpc>
              <a:spcBef>
                <a:spcPts val="500"/>
              </a:spcBef>
              <a:buFont typeface="Arial" panose="020B0604020202090204" pitchFamily="34" charset="0"/>
              <a:buChar char="•"/>
            </a:pPr>
            <a:r>
              <a:rPr lang="zh-CN" altLang="en-US" dirty="0"/>
              <a:t>最常用的 </a:t>
            </a:r>
            <a:r>
              <a:rPr lang="en-US" altLang="zh-CN" dirty="0" err="1"/>
              <a:t>jieba.lcut</a:t>
            </a:r>
            <a:r>
              <a:rPr lang="en-US" altLang="zh-CN" dirty="0"/>
              <a:t>() </a:t>
            </a:r>
            <a:r>
              <a:rPr lang="zh-CN" altLang="en-US" dirty="0"/>
              <a:t>方法支持 </a:t>
            </a:r>
            <a:r>
              <a:rPr lang="en-US" altLang="zh-CN" b="1" dirty="0">
                <a:solidFill>
                  <a:schemeClr val="accent2"/>
                </a:solidFill>
              </a:rPr>
              <a:t>4 </a:t>
            </a:r>
            <a:r>
              <a:rPr lang="zh-CN" altLang="en-US" b="1" dirty="0">
                <a:solidFill>
                  <a:schemeClr val="accent2"/>
                </a:solidFill>
              </a:rPr>
              <a:t>种分词模式</a:t>
            </a:r>
            <a:r>
              <a:rPr lang="zh-CN" altLang="en-US" dirty="0"/>
              <a:t>：</a:t>
            </a:r>
            <a:endParaRPr lang="zh-CN" altLang="en-US" dirty="0"/>
          </a:p>
          <a:p>
            <a:pPr marL="457200" indent="-457200">
              <a:lnSpc>
                <a:spcPct val="125000"/>
              </a:lnSpc>
              <a:spcBef>
                <a:spcPts val="500"/>
              </a:spcBef>
              <a:buFont typeface="+mj-lt"/>
              <a:buAutoNum type="arabicPeriod"/>
            </a:pPr>
            <a:r>
              <a:rPr lang="zh-CN" altLang="en-US" b="1" dirty="0">
                <a:solidFill>
                  <a:schemeClr val="accent2"/>
                </a:solidFill>
              </a:rPr>
              <a:t>精确模式</a:t>
            </a:r>
            <a:r>
              <a:rPr lang="zh-CN" altLang="en-US" dirty="0"/>
              <a:t>，把句子最精确地切开，适合文本分析。</a:t>
            </a:r>
            <a:endParaRPr lang="zh-CN" altLang="en-US" dirty="0"/>
          </a:p>
          <a:p>
            <a:pPr marL="457200" indent="-457200">
              <a:lnSpc>
                <a:spcPct val="125000"/>
              </a:lnSpc>
              <a:spcBef>
                <a:spcPts val="500"/>
              </a:spcBef>
              <a:buFont typeface="+mj-lt"/>
              <a:buAutoNum type="arabicPeriod"/>
            </a:pPr>
            <a:r>
              <a:rPr lang="zh-CN" altLang="en-US" b="1" dirty="0">
                <a:solidFill>
                  <a:schemeClr val="accent2"/>
                </a:solidFill>
              </a:rPr>
              <a:t>全模式</a:t>
            </a:r>
            <a:r>
              <a:rPr lang="zh-CN" altLang="en-US" dirty="0"/>
              <a:t>，通过设置参数 </a:t>
            </a:r>
            <a:r>
              <a:rPr lang="en-US" altLang="zh-CN" dirty="0" err="1"/>
              <a:t>cut_all</a:t>
            </a:r>
            <a:r>
              <a:rPr lang="en-US" altLang="zh-CN" dirty="0"/>
              <a:t>=True</a:t>
            </a:r>
            <a:r>
              <a:rPr lang="zh-CN" altLang="en-US" dirty="0"/>
              <a:t>， 把句子中所有的可能组成词的词语都扫描出来，速度非常快，但是不能解决歧义。</a:t>
            </a:r>
            <a:endParaRPr lang="zh-CN" altLang="en-US" dirty="0"/>
          </a:p>
          <a:p>
            <a:pPr marL="457200" indent="-457200">
              <a:lnSpc>
                <a:spcPct val="125000"/>
              </a:lnSpc>
              <a:spcBef>
                <a:spcPts val="500"/>
              </a:spcBef>
              <a:buFont typeface="+mj-lt"/>
              <a:buAutoNum type="arabicPeriod"/>
            </a:pPr>
            <a:r>
              <a:rPr lang="zh-CN" altLang="en-US" b="1" dirty="0">
                <a:solidFill>
                  <a:schemeClr val="accent2"/>
                </a:solidFill>
              </a:rPr>
              <a:t>搜索引擎模式</a:t>
            </a:r>
            <a:r>
              <a:rPr lang="zh-CN" altLang="en-US" dirty="0"/>
              <a:t>，在精确模式的基础上，对长词再次切分，提高召回率，适合用于搜索引擎分词。</a:t>
            </a:r>
            <a:endParaRPr lang="zh-CN" altLang="en-US" dirty="0"/>
          </a:p>
          <a:p>
            <a:pPr marL="457200" indent="-457200">
              <a:lnSpc>
                <a:spcPct val="125000"/>
              </a:lnSpc>
              <a:spcBef>
                <a:spcPts val="500"/>
              </a:spcBef>
              <a:buFont typeface="+mj-lt"/>
              <a:buAutoNum type="arabicPeriod"/>
            </a:pPr>
            <a:r>
              <a:rPr lang="en-US" altLang="zh-CN" b="1" dirty="0">
                <a:solidFill>
                  <a:schemeClr val="accent2"/>
                </a:solidFill>
              </a:rPr>
              <a:t>paddle </a:t>
            </a:r>
            <a:r>
              <a:rPr lang="zh-CN" altLang="en-US" b="1" dirty="0">
                <a:solidFill>
                  <a:schemeClr val="accent2"/>
                </a:solidFill>
              </a:rPr>
              <a:t>模式</a:t>
            </a:r>
            <a:r>
              <a:rPr lang="zh-CN" altLang="en-US" dirty="0"/>
              <a:t>，利用 </a:t>
            </a:r>
            <a:r>
              <a:rPr lang="en-US" altLang="zh-CN" dirty="0" err="1"/>
              <a:t>PaddlePaddle</a:t>
            </a:r>
            <a:r>
              <a:rPr lang="en-US" altLang="zh-CN" dirty="0"/>
              <a:t> </a:t>
            </a:r>
            <a:r>
              <a:rPr lang="zh-CN" altLang="en-US" dirty="0"/>
              <a:t>深度学习框架，训练序列标注（双向</a:t>
            </a:r>
            <a:r>
              <a:rPr lang="en-US" altLang="zh-CN" dirty="0"/>
              <a:t>GRU</a:t>
            </a:r>
            <a:r>
              <a:rPr lang="zh-CN" altLang="en-US" dirty="0"/>
              <a:t>）网络模型实现分词。同时支持词性标注。</a:t>
            </a:r>
            <a:r>
              <a:rPr lang="en-US" altLang="zh-CN" dirty="0"/>
              <a:t>Paddle </a:t>
            </a:r>
            <a:r>
              <a:rPr lang="zh-CN" altLang="en-US" dirty="0"/>
              <a:t>模式使用需安装 </a:t>
            </a:r>
            <a:r>
              <a:rPr lang="en-US" altLang="zh-CN" dirty="0" err="1"/>
              <a:t>paddlepaddle</a:t>
            </a:r>
            <a:r>
              <a:rPr lang="en-US" altLang="zh-CN" dirty="0"/>
              <a:t>-tiny </a:t>
            </a:r>
            <a:r>
              <a:rPr lang="zh-CN" altLang="en-US" dirty="0"/>
              <a:t>库。</a:t>
            </a:r>
            <a:endParaRPr lang="zh-CN" altLang="en-US" dirty="0"/>
          </a:p>
        </p:txBody>
      </p:sp>
      <p:sp>
        <p:nvSpPr>
          <p:cNvPr id="6" name="内容占位符 5"/>
          <p:cNvSpPr>
            <a:spLocks noGrp="1"/>
          </p:cNvSpPr>
          <p:nvPr>
            <p:ph sz="quarter" idx="13"/>
          </p:nvPr>
        </p:nvSpPr>
        <p:spPr/>
        <p:txBody>
          <a:bodyPr/>
          <a:lstStyle/>
          <a:p>
            <a:r>
              <a:rPr lang="zh-CN" altLang="en-US" dirty="0"/>
              <a:t>实例</a:t>
            </a:r>
            <a:endParaRPr lang="zh-CN" alt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7.2 </a:t>
            </a:r>
            <a:r>
              <a:rPr lang="zh-CN" altLang="en-US" dirty="0"/>
              <a:t>二十大报告词频统计</a:t>
            </a:r>
            <a:endParaRPr lang="zh-CN" altLang="en-US" dirty="0"/>
          </a:p>
        </p:txBody>
      </p:sp>
      <p:sp>
        <p:nvSpPr>
          <p:cNvPr id="7" name="内容占位符 6"/>
          <p:cNvSpPr>
            <a:spLocks noGrp="1"/>
          </p:cNvSpPr>
          <p:nvPr>
            <p:ph sz="quarter" idx="14"/>
          </p:nvPr>
        </p:nvSpPr>
        <p:spPr/>
        <p:txBody>
          <a:bodyPr/>
          <a:lstStyle/>
          <a:p>
            <a:r>
              <a:rPr lang="zh-CN" altLang="en-US" dirty="0"/>
              <a:t>实例 </a:t>
            </a:r>
            <a:endParaRPr lang="zh-CN" altLang="en-US" dirty="0"/>
          </a:p>
        </p:txBody>
      </p:sp>
      <p:sp>
        <p:nvSpPr>
          <p:cNvPr id="4" name="内容占位符 5"/>
          <p:cNvSpPr txBox="1"/>
          <p:nvPr/>
        </p:nvSpPr>
        <p:spPr>
          <a:xfrm>
            <a:off x="780061" y="985686"/>
            <a:ext cx="10631877" cy="2888224"/>
          </a:xfrm>
          <a:prstGeom prst="roundRect">
            <a:avLst>
              <a:gd name="adj" fmla="val 14589"/>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dirty="0">
                <a:solidFill>
                  <a:srgbClr val="4B69C6"/>
                </a:solidFill>
                <a:latin typeface="+mj-lt"/>
              </a:rPr>
              <a:t>import</a:t>
            </a:r>
            <a:r>
              <a:rPr lang="en-US" altLang="zh-CN" dirty="0">
                <a:solidFill>
                  <a:srgbClr val="333333"/>
                </a:solidFill>
                <a:latin typeface="+mj-lt"/>
              </a:rPr>
              <a:t> </a:t>
            </a:r>
            <a:r>
              <a:rPr lang="en-US" altLang="zh-CN" b="1" dirty="0" err="1">
                <a:solidFill>
                  <a:srgbClr val="7A3E9D"/>
                </a:solidFill>
                <a:latin typeface="+mj-lt"/>
              </a:rPr>
              <a:t>jieba</a:t>
            </a:r>
            <a:endParaRPr lang="en-US" altLang="zh-CN" dirty="0">
              <a:solidFill>
                <a:srgbClr val="333333"/>
              </a:solidFill>
              <a:latin typeface="+mj-lt"/>
            </a:endParaRPr>
          </a:p>
          <a:p>
            <a:br>
              <a:rPr lang="en-US" altLang="zh-CN" dirty="0">
                <a:solidFill>
                  <a:srgbClr val="333333"/>
                </a:solidFill>
                <a:latin typeface="+mj-lt"/>
              </a:rPr>
            </a:br>
            <a:r>
              <a:rPr lang="en-US" altLang="zh-CN" dirty="0">
                <a:solidFill>
                  <a:srgbClr val="7A3E9D"/>
                </a:solidFill>
                <a:latin typeface="+mj-lt"/>
              </a:rPr>
              <a:t>txt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zh-CN" altLang="en-US" dirty="0">
                <a:solidFill>
                  <a:srgbClr val="448C27"/>
                </a:solidFill>
                <a:latin typeface="+mj-lt"/>
              </a:rPr>
              <a:t>实现中华民族伟大复兴，就是中华民族近代以来最伟大的梦想</a:t>
            </a:r>
            <a:r>
              <a:rPr lang="en-US" altLang="zh-CN" dirty="0">
                <a:solidFill>
                  <a:srgbClr val="777777"/>
                </a:solidFill>
                <a:latin typeface="+mj-lt"/>
              </a:rPr>
              <a:t>'</a:t>
            </a:r>
            <a:endParaRPr lang="zh-CN" altLang="en-US" dirty="0">
              <a:solidFill>
                <a:srgbClr val="333333"/>
              </a:solidFill>
              <a:latin typeface="+mj-lt"/>
            </a:endParaRPr>
          </a:p>
          <a:p>
            <a:br>
              <a:rPr lang="zh-CN" altLang="en-US" dirty="0">
                <a:solidFill>
                  <a:srgbClr val="333333"/>
                </a:solidFill>
                <a:latin typeface="+mj-lt"/>
              </a:rPr>
            </a:br>
            <a:r>
              <a:rPr lang="en-US" altLang="zh-CN" b="1" dirty="0">
                <a:solidFill>
                  <a:srgbClr val="AA3731"/>
                </a:solidFill>
                <a:latin typeface="+mj-lt"/>
              </a:rPr>
              <a:t>print</a:t>
            </a:r>
            <a:r>
              <a:rPr lang="en-US" altLang="zh-CN" dirty="0">
                <a:solidFill>
                  <a:srgbClr val="777777"/>
                </a:solidFill>
                <a:latin typeface="+mj-lt"/>
              </a:rPr>
              <a:t>('</a:t>
            </a:r>
            <a:r>
              <a:rPr lang="zh-CN" altLang="en-US" dirty="0">
                <a:solidFill>
                  <a:srgbClr val="448C27"/>
                </a:solidFill>
                <a:latin typeface="+mj-lt"/>
              </a:rPr>
              <a:t>精确模式：</a:t>
            </a:r>
            <a:r>
              <a:rPr lang="en-US" altLang="zh-CN" dirty="0">
                <a:solidFill>
                  <a:srgbClr val="777777"/>
                </a:solidFill>
                <a:latin typeface="+mj-lt"/>
              </a:rPr>
              <a:t>',</a:t>
            </a:r>
            <a:r>
              <a:rPr lang="en-US" altLang="zh-CN" b="1" dirty="0" err="1">
                <a:solidFill>
                  <a:srgbClr val="7A3E9D"/>
                </a:solidFill>
                <a:latin typeface="+mj-lt"/>
              </a:rPr>
              <a:t>jieba</a:t>
            </a:r>
            <a:r>
              <a:rPr lang="en-US" altLang="zh-CN" dirty="0" err="1">
                <a:solidFill>
                  <a:srgbClr val="777777"/>
                </a:solidFill>
                <a:latin typeface="+mj-lt"/>
              </a:rPr>
              <a:t>.</a:t>
            </a:r>
            <a:r>
              <a:rPr lang="en-US" altLang="zh-CN" dirty="0" err="1">
                <a:solidFill>
                  <a:srgbClr val="7A3E9D"/>
                </a:solidFill>
                <a:latin typeface="+mj-lt"/>
              </a:rPr>
              <a:t>lcut</a:t>
            </a:r>
            <a:r>
              <a:rPr lang="en-US" altLang="zh-CN" dirty="0">
                <a:solidFill>
                  <a:srgbClr val="777777"/>
                </a:solidFill>
                <a:latin typeface="+mj-lt"/>
              </a:rPr>
              <a:t>(</a:t>
            </a:r>
            <a:r>
              <a:rPr lang="en-US" altLang="zh-CN" dirty="0">
                <a:solidFill>
                  <a:srgbClr val="7A3E9D"/>
                </a:solidFill>
                <a:latin typeface="+mj-lt"/>
              </a:rPr>
              <a:t>txt</a:t>
            </a:r>
            <a:r>
              <a:rPr lang="en-US" altLang="zh-CN" dirty="0">
                <a:solidFill>
                  <a:srgbClr val="777777"/>
                </a:solidFill>
                <a:latin typeface="+mj-lt"/>
              </a:rPr>
              <a:t>))</a:t>
            </a:r>
            <a:r>
              <a:rPr lang="en-US" altLang="zh-CN" dirty="0">
                <a:solidFill>
                  <a:srgbClr val="333333"/>
                </a:solidFill>
                <a:latin typeface="+mj-lt"/>
              </a:rPr>
              <a:t> </a:t>
            </a:r>
            <a:endParaRPr lang="en-US" altLang="zh-CN" dirty="0">
              <a:solidFill>
                <a:srgbClr val="333333"/>
              </a:solidFill>
              <a:latin typeface="+mj-lt"/>
            </a:endParaRPr>
          </a:p>
          <a:p>
            <a:r>
              <a:rPr lang="en-US" altLang="zh-CN" b="1" dirty="0">
                <a:solidFill>
                  <a:srgbClr val="AA3731"/>
                </a:solidFill>
                <a:latin typeface="+mj-lt"/>
              </a:rPr>
              <a:t>print</a:t>
            </a:r>
            <a:r>
              <a:rPr lang="en-US" altLang="zh-CN" dirty="0">
                <a:solidFill>
                  <a:srgbClr val="777777"/>
                </a:solidFill>
                <a:latin typeface="+mj-lt"/>
              </a:rPr>
              <a:t>('</a:t>
            </a:r>
            <a:r>
              <a:rPr lang="zh-CN" altLang="en-US" dirty="0">
                <a:solidFill>
                  <a:srgbClr val="448C27"/>
                </a:solidFill>
                <a:latin typeface="+mj-lt"/>
              </a:rPr>
              <a:t>全模式：</a:t>
            </a:r>
            <a:r>
              <a:rPr lang="en-US" altLang="zh-CN" dirty="0">
                <a:solidFill>
                  <a:srgbClr val="777777"/>
                </a:solidFill>
                <a:latin typeface="+mj-lt"/>
              </a:rPr>
              <a:t>',</a:t>
            </a:r>
            <a:r>
              <a:rPr lang="en-US" altLang="zh-CN" b="1" dirty="0" err="1">
                <a:solidFill>
                  <a:srgbClr val="7A3E9D"/>
                </a:solidFill>
                <a:latin typeface="+mj-lt"/>
              </a:rPr>
              <a:t>jieba</a:t>
            </a:r>
            <a:r>
              <a:rPr lang="en-US" altLang="zh-CN" dirty="0" err="1">
                <a:solidFill>
                  <a:srgbClr val="777777"/>
                </a:solidFill>
                <a:latin typeface="+mj-lt"/>
              </a:rPr>
              <a:t>.</a:t>
            </a:r>
            <a:r>
              <a:rPr lang="en-US" altLang="zh-CN" dirty="0" err="1">
                <a:solidFill>
                  <a:srgbClr val="7A3E9D"/>
                </a:solidFill>
                <a:latin typeface="+mj-lt"/>
              </a:rPr>
              <a:t>lcut</a:t>
            </a:r>
            <a:r>
              <a:rPr lang="en-US" altLang="zh-CN" dirty="0">
                <a:solidFill>
                  <a:srgbClr val="777777"/>
                </a:solidFill>
                <a:latin typeface="+mj-lt"/>
              </a:rPr>
              <a:t>(</a:t>
            </a:r>
            <a:r>
              <a:rPr lang="en-US" altLang="zh-CN" dirty="0">
                <a:solidFill>
                  <a:srgbClr val="7A3E9D"/>
                </a:solidFill>
                <a:latin typeface="+mj-lt"/>
              </a:rPr>
              <a:t>txt</a:t>
            </a:r>
            <a:r>
              <a:rPr lang="en-US" altLang="zh-CN" dirty="0">
                <a:solidFill>
                  <a:srgbClr val="777777"/>
                </a:solidFill>
                <a:latin typeface="+mj-lt"/>
              </a:rPr>
              <a:t>,</a:t>
            </a:r>
            <a:r>
              <a:rPr lang="en-US" altLang="zh-CN" dirty="0">
                <a:solidFill>
                  <a:srgbClr val="333333"/>
                </a:solidFill>
                <a:latin typeface="+mj-lt"/>
              </a:rPr>
              <a:t> </a:t>
            </a:r>
            <a:r>
              <a:rPr lang="en-US" altLang="zh-CN" dirty="0" err="1">
                <a:solidFill>
                  <a:srgbClr val="7A3E9D"/>
                </a:solidFill>
                <a:latin typeface="+mj-lt"/>
              </a:rPr>
              <a:t>cut_all</a:t>
            </a:r>
            <a:r>
              <a:rPr lang="en-US" altLang="zh-CN" dirty="0">
                <a:solidFill>
                  <a:srgbClr val="777777"/>
                </a:solidFill>
                <a:latin typeface="+mj-lt"/>
              </a:rPr>
              <a:t>=</a:t>
            </a:r>
            <a:r>
              <a:rPr lang="en-US" altLang="zh-CN" dirty="0">
                <a:solidFill>
                  <a:srgbClr val="9C5D27"/>
                </a:solidFill>
                <a:latin typeface="+mj-lt"/>
              </a:rPr>
              <a:t>True</a:t>
            </a:r>
            <a:r>
              <a:rPr lang="en-US" altLang="zh-CN" dirty="0">
                <a:solidFill>
                  <a:srgbClr val="777777"/>
                </a:solidFill>
                <a:latin typeface="+mj-lt"/>
              </a:rPr>
              <a:t>))</a:t>
            </a:r>
            <a:r>
              <a:rPr lang="en-US" altLang="zh-CN" dirty="0">
                <a:solidFill>
                  <a:srgbClr val="333333"/>
                </a:solidFill>
                <a:latin typeface="+mj-lt"/>
              </a:rPr>
              <a:t> </a:t>
            </a:r>
            <a:endParaRPr lang="en-US" altLang="zh-CN" dirty="0">
              <a:solidFill>
                <a:srgbClr val="333333"/>
              </a:solidFill>
              <a:latin typeface="+mj-lt"/>
            </a:endParaRPr>
          </a:p>
          <a:p>
            <a:r>
              <a:rPr lang="en-US" altLang="zh-CN" b="1" dirty="0">
                <a:solidFill>
                  <a:srgbClr val="AA3731"/>
                </a:solidFill>
                <a:latin typeface="+mj-lt"/>
              </a:rPr>
              <a:t>print</a:t>
            </a:r>
            <a:r>
              <a:rPr lang="en-US" altLang="zh-CN" dirty="0">
                <a:solidFill>
                  <a:srgbClr val="777777"/>
                </a:solidFill>
                <a:latin typeface="+mj-lt"/>
              </a:rPr>
              <a:t>('</a:t>
            </a:r>
            <a:r>
              <a:rPr lang="zh-CN" altLang="en-US" dirty="0">
                <a:solidFill>
                  <a:srgbClr val="448C27"/>
                </a:solidFill>
                <a:latin typeface="+mj-lt"/>
              </a:rPr>
              <a:t>搜索引擎模式：</a:t>
            </a:r>
            <a:r>
              <a:rPr lang="en-US" altLang="zh-CN" dirty="0">
                <a:solidFill>
                  <a:srgbClr val="777777"/>
                </a:solidFill>
                <a:latin typeface="+mj-lt"/>
              </a:rPr>
              <a:t>',</a:t>
            </a:r>
            <a:r>
              <a:rPr lang="en-US" altLang="zh-CN" b="1" dirty="0" err="1">
                <a:solidFill>
                  <a:srgbClr val="7A3E9D"/>
                </a:solidFill>
                <a:latin typeface="+mj-lt"/>
              </a:rPr>
              <a:t>jieba</a:t>
            </a:r>
            <a:r>
              <a:rPr lang="en-US" altLang="zh-CN" dirty="0" err="1">
                <a:solidFill>
                  <a:srgbClr val="777777"/>
                </a:solidFill>
                <a:latin typeface="+mj-lt"/>
              </a:rPr>
              <a:t>.</a:t>
            </a:r>
            <a:r>
              <a:rPr lang="en-US" altLang="zh-CN" dirty="0" err="1">
                <a:solidFill>
                  <a:srgbClr val="7A3E9D"/>
                </a:solidFill>
                <a:latin typeface="+mj-lt"/>
              </a:rPr>
              <a:t>lcut_for_search</a:t>
            </a:r>
            <a:r>
              <a:rPr lang="en-US" altLang="zh-CN" dirty="0">
                <a:solidFill>
                  <a:srgbClr val="777777"/>
                </a:solidFill>
                <a:latin typeface="+mj-lt"/>
              </a:rPr>
              <a:t>(</a:t>
            </a:r>
            <a:r>
              <a:rPr lang="en-US" altLang="zh-CN" dirty="0">
                <a:solidFill>
                  <a:srgbClr val="7A3E9D"/>
                </a:solidFill>
                <a:latin typeface="+mj-lt"/>
              </a:rPr>
              <a:t>txt</a:t>
            </a:r>
            <a:r>
              <a:rPr lang="en-US" altLang="zh-CN" dirty="0">
                <a:solidFill>
                  <a:srgbClr val="777777"/>
                </a:solidFill>
                <a:latin typeface="+mj-lt"/>
              </a:rPr>
              <a:t>))</a:t>
            </a:r>
            <a:endParaRPr lang="en-US" altLang="zh-CN" dirty="0">
              <a:solidFill>
                <a:srgbClr val="333333"/>
              </a:solidFill>
              <a:latin typeface="+mj-lt"/>
            </a:endParaRPr>
          </a:p>
        </p:txBody>
      </p:sp>
      <p:sp>
        <p:nvSpPr>
          <p:cNvPr id="8" name="内容占位符 1"/>
          <p:cNvSpPr txBox="1"/>
          <p:nvPr/>
        </p:nvSpPr>
        <p:spPr>
          <a:xfrm>
            <a:off x="688043" y="4030863"/>
            <a:ext cx="10815912" cy="2578424"/>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25000"/>
              </a:lnSpc>
              <a:buClr>
                <a:sysClr val="windowText" lastClr="000000"/>
              </a:buClr>
            </a:pPr>
            <a:r>
              <a:rPr lang="zh-CN" altLang="en-US" sz="2000" b="1" dirty="0">
                <a:solidFill>
                  <a:srgbClr val="0070C0"/>
                </a:solidFill>
                <a:latin typeface="微软雅黑" panose="020B0503020204020204" pitchFamily="34" charset="-122"/>
                <a:ea typeface="微软雅黑" panose="020B0503020204020204" pitchFamily="34" charset="-122"/>
              </a:rPr>
              <a:t>精确模式：</a:t>
            </a:r>
            <a:r>
              <a:rPr lang="zh-CN" altLang="en-US" sz="2000" dirty="0">
                <a:solidFill>
                  <a:sysClr val="windowText" lastClr="000000"/>
                </a:solidFill>
                <a:latin typeface="微软雅黑" panose="020B0503020204020204" pitchFamily="34" charset="-122"/>
                <a:ea typeface="微软雅黑" panose="020B0503020204020204" pitchFamily="34" charset="-122"/>
              </a:rPr>
              <a:t> </a:t>
            </a:r>
            <a:r>
              <a:rPr lang="en-US" altLang="zh-CN" sz="2000" dirty="0">
                <a:solidFill>
                  <a:sysClr val="windowText" lastClr="000000"/>
                </a:solidFill>
                <a:latin typeface="微软雅黑" panose="020B0503020204020204" pitchFamily="34" charset="-122"/>
                <a:ea typeface="微软雅黑" panose="020B0503020204020204" pitchFamily="34" charset="-122"/>
              </a:rPr>
              <a:t>['</a:t>
            </a:r>
            <a:r>
              <a:rPr lang="zh-CN" altLang="en-US" sz="2000" dirty="0">
                <a:solidFill>
                  <a:sysClr val="windowText" lastClr="000000"/>
                </a:solidFill>
                <a:latin typeface="微软雅黑" panose="020B0503020204020204" pitchFamily="34" charset="-122"/>
                <a:ea typeface="微软雅黑" panose="020B0503020204020204" pitchFamily="34" charset="-122"/>
              </a:rPr>
              <a:t>实现</a:t>
            </a:r>
            <a:r>
              <a:rPr lang="en-US" altLang="zh-CN" sz="2000" dirty="0">
                <a:solidFill>
                  <a:sysClr val="windowText" lastClr="000000"/>
                </a:solidFill>
                <a:latin typeface="微软雅黑" panose="020B0503020204020204" pitchFamily="34" charset="-122"/>
                <a:ea typeface="微软雅黑" panose="020B0503020204020204" pitchFamily="34" charset="-122"/>
              </a:rPr>
              <a:t>', '</a:t>
            </a:r>
            <a:r>
              <a:rPr lang="zh-CN" altLang="en-US" sz="2000" dirty="0">
                <a:solidFill>
                  <a:sysClr val="windowText" lastClr="000000"/>
                </a:solidFill>
                <a:latin typeface="微软雅黑" panose="020B0503020204020204" pitchFamily="34" charset="-122"/>
                <a:ea typeface="微软雅黑" panose="020B0503020204020204" pitchFamily="34" charset="-122"/>
              </a:rPr>
              <a:t>中华民族</a:t>
            </a:r>
            <a:r>
              <a:rPr lang="en-US" altLang="zh-CN" sz="2000" dirty="0">
                <a:solidFill>
                  <a:sysClr val="windowText" lastClr="000000"/>
                </a:solidFill>
                <a:latin typeface="微软雅黑" panose="020B0503020204020204" pitchFamily="34" charset="-122"/>
                <a:ea typeface="微软雅黑" panose="020B0503020204020204" pitchFamily="34" charset="-122"/>
              </a:rPr>
              <a:t>', '</a:t>
            </a:r>
            <a:r>
              <a:rPr lang="zh-CN" altLang="en-US" sz="2000" dirty="0">
                <a:solidFill>
                  <a:sysClr val="windowText" lastClr="000000"/>
                </a:solidFill>
                <a:latin typeface="微软雅黑" panose="020B0503020204020204" pitchFamily="34" charset="-122"/>
                <a:ea typeface="微软雅黑" panose="020B0503020204020204" pitchFamily="34" charset="-122"/>
              </a:rPr>
              <a:t>伟大</a:t>
            </a:r>
            <a:r>
              <a:rPr lang="en-US" altLang="zh-CN" sz="2000" dirty="0">
                <a:solidFill>
                  <a:sysClr val="windowText" lastClr="000000"/>
                </a:solidFill>
                <a:latin typeface="微软雅黑" panose="020B0503020204020204" pitchFamily="34" charset="-122"/>
                <a:ea typeface="微软雅黑" panose="020B0503020204020204" pitchFamily="34" charset="-122"/>
              </a:rPr>
              <a:t>', '</a:t>
            </a:r>
            <a:r>
              <a:rPr lang="zh-CN" altLang="en-US" sz="2000" dirty="0">
                <a:solidFill>
                  <a:sysClr val="windowText" lastClr="000000"/>
                </a:solidFill>
                <a:latin typeface="微软雅黑" panose="020B0503020204020204" pitchFamily="34" charset="-122"/>
                <a:ea typeface="微软雅黑" panose="020B0503020204020204" pitchFamily="34" charset="-122"/>
              </a:rPr>
              <a:t>复兴</a:t>
            </a:r>
            <a:r>
              <a:rPr lang="en-US" altLang="zh-CN" sz="2000" dirty="0">
                <a:solidFill>
                  <a:sysClr val="windowText" lastClr="000000"/>
                </a:solidFill>
                <a:latin typeface="微软雅黑" panose="020B0503020204020204" pitchFamily="34" charset="-122"/>
                <a:ea typeface="微软雅黑" panose="020B0503020204020204" pitchFamily="34" charset="-122"/>
              </a:rPr>
              <a:t>', '</a:t>
            </a:r>
            <a:r>
              <a:rPr lang="zh-CN" altLang="en-US" sz="2000" dirty="0">
                <a:solidFill>
                  <a:sysClr val="windowText" lastClr="000000"/>
                </a:solidFill>
                <a:latin typeface="微软雅黑" panose="020B0503020204020204" pitchFamily="34" charset="-122"/>
                <a:ea typeface="微软雅黑" panose="020B0503020204020204" pitchFamily="34" charset="-122"/>
              </a:rPr>
              <a:t>，</a:t>
            </a:r>
            <a:r>
              <a:rPr lang="en-US" altLang="zh-CN" sz="2000" dirty="0">
                <a:solidFill>
                  <a:sysClr val="windowText" lastClr="000000"/>
                </a:solidFill>
                <a:latin typeface="微软雅黑" panose="020B0503020204020204" pitchFamily="34" charset="-122"/>
                <a:ea typeface="微软雅黑" panose="020B0503020204020204" pitchFamily="34" charset="-122"/>
              </a:rPr>
              <a:t>', '</a:t>
            </a:r>
            <a:r>
              <a:rPr lang="zh-CN" altLang="en-US" sz="2000" dirty="0">
                <a:solidFill>
                  <a:sysClr val="windowText" lastClr="000000"/>
                </a:solidFill>
                <a:latin typeface="微软雅黑" panose="020B0503020204020204" pitchFamily="34" charset="-122"/>
                <a:ea typeface="微软雅黑" panose="020B0503020204020204" pitchFamily="34" charset="-122"/>
              </a:rPr>
              <a:t>就是</a:t>
            </a:r>
            <a:r>
              <a:rPr lang="en-US" altLang="zh-CN" sz="2000" dirty="0">
                <a:solidFill>
                  <a:sysClr val="windowText" lastClr="000000"/>
                </a:solidFill>
                <a:latin typeface="微软雅黑" panose="020B0503020204020204" pitchFamily="34" charset="-122"/>
                <a:ea typeface="微软雅黑" panose="020B0503020204020204" pitchFamily="34" charset="-122"/>
              </a:rPr>
              <a:t>', '</a:t>
            </a:r>
            <a:r>
              <a:rPr lang="zh-CN" altLang="en-US" sz="2000" dirty="0">
                <a:solidFill>
                  <a:sysClr val="windowText" lastClr="000000"/>
                </a:solidFill>
                <a:latin typeface="微软雅黑" panose="020B0503020204020204" pitchFamily="34" charset="-122"/>
                <a:ea typeface="微软雅黑" panose="020B0503020204020204" pitchFamily="34" charset="-122"/>
              </a:rPr>
              <a:t>中华民族</a:t>
            </a:r>
            <a:r>
              <a:rPr lang="en-US" altLang="zh-CN" sz="2000" dirty="0">
                <a:solidFill>
                  <a:sysClr val="windowText" lastClr="000000"/>
                </a:solidFill>
                <a:latin typeface="微软雅黑" panose="020B0503020204020204" pitchFamily="34" charset="-122"/>
                <a:ea typeface="微软雅黑" panose="020B0503020204020204" pitchFamily="34" charset="-122"/>
              </a:rPr>
              <a:t>', '</a:t>
            </a:r>
            <a:r>
              <a:rPr lang="zh-CN" altLang="en-US" sz="2000" dirty="0">
                <a:solidFill>
                  <a:sysClr val="windowText" lastClr="000000"/>
                </a:solidFill>
                <a:latin typeface="微软雅黑" panose="020B0503020204020204" pitchFamily="34" charset="-122"/>
                <a:ea typeface="微软雅黑" panose="020B0503020204020204" pitchFamily="34" charset="-122"/>
              </a:rPr>
              <a:t>近代</a:t>
            </a:r>
            <a:r>
              <a:rPr lang="en-US" altLang="zh-CN" sz="2000" dirty="0">
                <a:solidFill>
                  <a:sysClr val="windowText" lastClr="000000"/>
                </a:solidFill>
                <a:latin typeface="微软雅黑" panose="020B0503020204020204" pitchFamily="34" charset="-122"/>
                <a:ea typeface="微软雅黑" panose="020B0503020204020204" pitchFamily="34" charset="-122"/>
              </a:rPr>
              <a:t>', '</a:t>
            </a:r>
            <a:r>
              <a:rPr lang="zh-CN" altLang="en-US" sz="2000" dirty="0">
                <a:solidFill>
                  <a:sysClr val="windowText" lastClr="000000"/>
                </a:solidFill>
                <a:latin typeface="微软雅黑" panose="020B0503020204020204" pitchFamily="34" charset="-122"/>
                <a:ea typeface="微软雅黑" panose="020B0503020204020204" pitchFamily="34" charset="-122"/>
              </a:rPr>
              <a:t>以来</a:t>
            </a:r>
            <a:r>
              <a:rPr lang="en-US" altLang="zh-CN" sz="2000" dirty="0">
                <a:solidFill>
                  <a:sysClr val="windowText" lastClr="000000"/>
                </a:solidFill>
                <a:latin typeface="微软雅黑" panose="020B0503020204020204" pitchFamily="34" charset="-122"/>
                <a:ea typeface="微软雅黑" panose="020B0503020204020204" pitchFamily="34" charset="-122"/>
              </a:rPr>
              <a:t>', '</a:t>
            </a:r>
            <a:r>
              <a:rPr lang="zh-CN" altLang="en-US" sz="2000" dirty="0">
                <a:solidFill>
                  <a:sysClr val="windowText" lastClr="000000"/>
                </a:solidFill>
                <a:latin typeface="微软雅黑" panose="020B0503020204020204" pitchFamily="34" charset="-122"/>
                <a:ea typeface="微软雅黑" panose="020B0503020204020204" pitchFamily="34" charset="-122"/>
              </a:rPr>
              <a:t>最</a:t>
            </a:r>
            <a:r>
              <a:rPr lang="en-US" altLang="zh-CN" sz="2000" dirty="0">
                <a:solidFill>
                  <a:sysClr val="windowText" lastClr="000000"/>
                </a:solidFill>
                <a:latin typeface="微软雅黑" panose="020B0503020204020204" pitchFamily="34" charset="-122"/>
                <a:ea typeface="微软雅黑" panose="020B0503020204020204" pitchFamily="34" charset="-122"/>
              </a:rPr>
              <a:t>', '</a:t>
            </a:r>
            <a:r>
              <a:rPr lang="zh-CN" altLang="en-US" sz="2000" dirty="0">
                <a:solidFill>
                  <a:sysClr val="windowText" lastClr="000000"/>
                </a:solidFill>
                <a:latin typeface="微软雅黑" panose="020B0503020204020204" pitchFamily="34" charset="-122"/>
                <a:ea typeface="微软雅黑" panose="020B0503020204020204" pitchFamily="34" charset="-122"/>
              </a:rPr>
              <a:t>伟大</a:t>
            </a:r>
            <a:r>
              <a:rPr lang="en-US" altLang="zh-CN" sz="2000" dirty="0">
                <a:solidFill>
                  <a:sysClr val="windowText" lastClr="000000"/>
                </a:solidFill>
                <a:latin typeface="微软雅黑" panose="020B0503020204020204" pitchFamily="34" charset="-122"/>
                <a:ea typeface="微软雅黑" panose="020B0503020204020204" pitchFamily="34" charset="-122"/>
              </a:rPr>
              <a:t>', '</a:t>
            </a:r>
            <a:r>
              <a:rPr lang="zh-CN" altLang="en-US" sz="2000" dirty="0">
                <a:solidFill>
                  <a:sysClr val="windowText" lastClr="000000"/>
                </a:solidFill>
                <a:latin typeface="微软雅黑" panose="020B0503020204020204" pitchFamily="34" charset="-122"/>
                <a:ea typeface="微软雅黑" panose="020B0503020204020204" pitchFamily="34" charset="-122"/>
              </a:rPr>
              <a:t>的</a:t>
            </a:r>
            <a:r>
              <a:rPr lang="en-US" altLang="zh-CN" sz="2000" dirty="0">
                <a:solidFill>
                  <a:sysClr val="windowText" lastClr="000000"/>
                </a:solidFill>
                <a:latin typeface="微软雅黑" panose="020B0503020204020204" pitchFamily="34" charset="-122"/>
                <a:ea typeface="微软雅黑" panose="020B0503020204020204" pitchFamily="34" charset="-122"/>
              </a:rPr>
              <a:t>', '</a:t>
            </a:r>
            <a:r>
              <a:rPr lang="zh-CN" altLang="en-US" sz="2000" dirty="0">
                <a:solidFill>
                  <a:sysClr val="windowText" lastClr="000000"/>
                </a:solidFill>
                <a:latin typeface="微软雅黑" panose="020B0503020204020204" pitchFamily="34" charset="-122"/>
                <a:ea typeface="微软雅黑" panose="020B0503020204020204" pitchFamily="34" charset="-122"/>
              </a:rPr>
              <a:t>梦想</a:t>
            </a:r>
            <a:r>
              <a:rPr lang="en-US" altLang="zh-CN" sz="2000" dirty="0">
                <a:solidFill>
                  <a:sysClr val="windowText" lastClr="000000"/>
                </a:solidFill>
                <a:latin typeface="微软雅黑" panose="020B0503020204020204" pitchFamily="34" charset="-122"/>
                <a:ea typeface="微软雅黑" panose="020B0503020204020204" pitchFamily="34" charset="-122"/>
              </a:rPr>
              <a:t>']</a:t>
            </a:r>
            <a:endParaRPr lang="en-US" altLang="zh-CN" sz="2000" dirty="0">
              <a:solidFill>
                <a:sysClr val="windowText" lastClr="000000"/>
              </a:solidFill>
              <a:latin typeface="微软雅黑" panose="020B0503020204020204" pitchFamily="34" charset="-122"/>
              <a:ea typeface="微软雅黑" panose="020B0503020204020204" pitchFamily="34" charset="-122"/>
            </a:endParaRPr>
          </a:p>
          <a:p>
            <a:pPr>
              <a:lnSpc>
                <a:spcPct val="125000"/>
              </a:lnSpc>
              <a:buClr>
                <a:sysClr val="windowText" lastClr="000000"/>
              </a:buClr>
            </a:pPr>
            <a:r>
              <a:rPr lang="zh-CN" altLang="en-US" sz="2000" b="1" dirty="0">
                <a:solidFill>
                  <a:srgbClr val="0070C0"/>
                </a:solidFill>
                <a:latin typeface="微软雅黑" panose="020B0503020204020204" pitchFamily="34" charset="-122"/>
                <a:ea typeface="微软雅黑" panose="020B0503020204020204" pitchFamily="34" charset="-122"/>
              </a:rPr>
              <a:t>全模式： </a:t>
            </a:r>
            <a:r>
              <a:rPr lang="en-US" altLang="zh-CN" sz="2000" dirty="0">
                <a:solidFill>
                  <a:sysClr val="windowText" lastClr="000000"/>
                </a:solidFill>
                <a:latin typeface="微软雅黑" panose="020B0503020204020204" pitchFamily="34" charset="-122"/>
                <a:ea typeface="微软雅黑" panose="020B0503020204020204" pitchFamily="34" charset="-122"/>
              </a:rPr>
              <a:t>['</a:t>
            </a:r>
            <a:r>
              <a:rPr lang="zh-CN" altLang="en-US" sz="2000" dirty="0">
                <a:solidFill>
                  <a:sysClr val="windowText" lastClr="000000"/>
                </a:solidFill>
                <a:latin typeface="微软雅黑" panose="020B0503020204020204" pitchFamily="34" charset="-122"/>
                <a:ea typeface="微软雅黑" panose="020B0503020204020204" pitchFamily="34" charset="-122"/>
              </a:rPr>
              <a:t>实现</a:t>
            </a:r>
            <a:r>
              <a:rPr lang="en-US" altLang="zh-CN" sz="2000" dirty="0">
                <a:solidFill>
                  <a:sysClr val="windowText" lastClr="000000"/>
                </a:solidFill>
                <a:latin typeface="微软雅黑" panose="020B0503020204020204" pitchFamily="34" charset="-122"/>
                <a:ea typeface="微软雅黑" panose="020B0503020204020204" pitchFamily="34" charset="-122"/>
              </a:rPr>
              <a:t>', '</a:t>
            </a:r>
            <a:r>
              <a:rPr lang="zh-CN" altLang="en-US" sz="2000" dirty="0">
                <a:solidFill>
                  <a:sysClr val="windowText" lastClr="000000"/>
                </a:solidFill>
                <a:latin typeface="微软雅黑" panose="020B0503020204020204" pitchFamily="34" charset="-122"/>
                <a:ea typeface="微软雅黑" panose="020B0503020204020204" pitchFamily="34" charset="-122"/>
              </a:rPr>
              <a:t>中华</a:t>
            </a:r>
            <a:r>
              <a:rPr lang="en-US" altLang="zh-CN" sz="2000" dirty="0">
                <a:solidFill>
                  <a:sysClr val="windowText" lastClr="000000"/>
                </a:solidFill>
                <a:latin typeface="微软雅黑" panose="020B0503020204020204" pitchFamily="34" charset="-122"/>
                <a:ea typeface="微软雅黑" panose="020B0503020204020204" pitchFamily="34" charset="-122"/>
              </a:rPr>
              <a:t>', '</a:t>
            </a:r>
            <a:r>
              <a:rPr lang="zh-CN" altLang="en-US" sz="2000" dirty="0">
                <a:solidFill>
                  <a:sysClr val="windowText" lastClr="000000"/>
                </a:solidFill>
                <a:latin typeface="微软雅黑" panose="020B0503020204020204" pitchFamily="34" charset="-122"/>
                <a:ea typeface="微软雅黑" panose="020B0503020204020204" pitchFamily="34" charset="-122"/>
              </a:rPr>
              <a:t>中华民族</a:t>
            </a:r>
            <a:r>
              <a:rPr lang="en-US" altLang="zh-CN" sz="2000" dirty="0">
                <a:solidFill>
                  <a:sysClr val="windowText" lastClr="000000"/>
                </a:solidFill>
                <a:latin typeface="微软雅黑" panose="020B0503020204020204" pitchFamily="34" charset="-122"/>
                <a:ea typeface="微软雅黑" panose="020B0503020204020204" pitchFamily="34" charset="-122"/>
              </a:rPr>
              <a:t>', '</a:t>
            </a:r>
            <a:r>
              <a:rPr lang="zh-CN" altLang="en-US" sz="2000" dirty="0">
                <a:solidFill>
                  <a:sysClr val="windowText" lastClr="000000"/>
                </a:solidFill>
                <a:latin typeface="微软雅黑" panose="020B0503020204020204" pitchFamily="34" charset="-122"/>
                <a:ea typeface="微软雅黑" panose="020B0503020204020204" pitchFamily="34" charset="-122"/>
              </a:rPr>
              <a:t>民族</a:t>
            </a:r>
            <a:r>
              <a:rPr lang="en-US" altLang="zh-CN" sz="2000" dirty="0">
                <a:solidFill>
                  <a:sysClr val="windowText" lastClr="000000"/>
                </a:solidFill>
                <a:latin typeface="微软雅黑" panose="020B0503020204020204" pitchFamily="34" charset="-122"/>
                <a:ea typeface="微软雅黑" panose="020B0503020204020204" pitchFamily="34" charset="-122"/>
              </a:rPr>
              <a:t>', '</a:t>
            </a:r>
            <a:r>
              <a:rPr lang="zh-CN" altLang="en-US" sz="2000" dirty="0">
                <a:solidFill>
                  <a:sysClr val="windowText" lastClr="000000"/>
                </a:solidFill>
                <a:latin typeface="微软雅黑" panose="020B0503020204020204" pitchFamily="34" charset="-122"/>
                <a:ea typeface="微软雅黑" panose="020B0503020204020204" pitchFamily="34" charset="-122"/>
              </a:rPr>
              <a:t>伟大</a:t>
            </a:r>
            <a:r>
              <a:rPr lang="en-US" altLang="zh-CN" sz="2000" dirty="0">
                <a:solidFill>
                  <a:sysClr val="windowText" lastClr="000000"/>
                </a:solidFill>
                <a:latin typeface="微软雅黑" panose="020B0503020204020204" pitchFamily="34" charset="-122"/>
                <a:ea typeface="微软雅黑" panose="020B0503020204020204" pitchFamily="34" charset="-122"/>
              </a:rPr>
              <a:t>', '</a:t>
            </a:r>
            <a:r>
              <a:rPr lang="zh-CN" altLang="en-US" sz="2000" dirty="0">
                <a:solidFill>
                  <a:sysClr val="windowText" lastClr="000000"/>
                </a:solidFill>
                <a:latin typeface="微软雅黑" panose="020B0503020204020204" pitchFamily="34" charset="-122"/>
                <a:ea typeface="微软雅黑" panose="020B0503020204020204" pitchFamily="34" charset="-122"/>
              </a:rPr>
              <a:t>复兴</a:t>
            </a:r>
            <a:r>
              <a:rPr lang="en-US" altLang="zh-CN" sz="2000" dirty="0">
                <a:solidFill>
                  <a:sysClr val="windowText" lastClr="000000"/>
                </a:solidFill>
                <a:latin typeface="微软雅黑" panose="020B0503020204020204" pitchFamily="34" charset="-122"/>
                <a:ea typeface="微软雅黑" panose="020B0503020204020204" pitchFamily="34" charset="-122"/>
              </a:rPr>
              <a:t>', '</a:t>
            </a:r>
            <a:r>
              <a:rPr lang="zh-CN" altLang="en-US" sz="2000" dirty="0">
                <a:solidFill>
                  <a:sysClr val="windowText" lastClr="000000"/>
                </a:solidFill>
                <a:latin typeface="微软雅黑" panose="020B0503020204020204" pitchFamily="34" charset="-122"/>
                <a:ea typeface="微软雅黑" panose="020B0503020204020204" pitchFamily="34" charset="-122"/>
              </a:rPr>
              <a:t>，</a:t>
            </a:r>
            <a:r>
              <a:rPr lang="en-US" altLang="zh-CN" sz="2000" dirty="0">
                <a:solidFill>
                  <a:sysClr val="windowText" lastClr="000000"/>
                </a:solidFill>
                <a:latin typeface="微软雅黑" panose="020B0503020204020204" pitchFamily="34" charset="-122"/>
                <a:ea typeface="微软雅黑" panose="020B0503020204020204" pitchFamily="34" charset="-122"/>
              </a:rPr>
              <a:t>', '</a:t>
            </a:r>
            <a:r>
              <a:rPr lang="zh-CN" altLang="en-US" sz="2000" dirty="0">
                <a:solidFill>
                  <a:sysClr val="windowText" lastClr="000000"/>
                </a:solidFill>
                <a:latin typeface="微软雅黑" panose="020B0503020204020204" pitchFamily="34" charset="-122"/>
                <a:ea typeface="微软雅黑" panose="020B0503020204020204" pitchFamily="34" charset="-122"/>
              </a:rPr>
              <a:t>就是</a:t>
            </a:r>
            <a:r>
              <a:rPr lang="en-US" altLang="zh-CN" sz="2000" dirty="0">
                <a:solidFill>
                  <a:sysClr val="windowText" lastClr="000000"/>
                </a:solidFill>
                <a:latin typeface="微软雅黑" panose="020B0503020204020204" pitchFamily="34" charset="-122"/>
                <a:ea typeface="微软雅黑" panose="020B0503020204020204" pitchFamily="34" charset="-122"/>
              </a:rPr>
              <a:t>', '</a:t>
            </a:r>
            <a:r>
              <a:rPr lang="zh-CN" altLang="en-US" sz="2000" dirty="0">
                <a:solidFill>
                  <a:sysClr val="windowText" lastClr="000000"/>
                </a:solidFill>
                <a:latin typeface="微软雅黑" panose="020B0503020204020204" pitchFamily="34" charset="-122"/>
                <a:ea typeface="微软雅黑" panose="020B0503020204020204" pitchFamily="34" charset="-122"/>
              </a:rPr>
              <a:t>中华</a:t>
            </a:r>
            <a:r>
              <a:rPr lang="en-US" altLang="zh-CN" sz="2000" dirty="0">
                <a:solidFill>
                  <a:sysClr val="windowText" lastClr="000000"/>
                </a:solidFill>
                <a:latin typeface="微软雅黑" panose="020B0503020204020204" pitchFamily="34" charset="-122"/>
                <a:ea typeface="微软雅黑" panose="020B0503020204020204" pitchFamily="34" charset="-122"/>
              </a:rPr>
              <a:t>', '</a:t>
            </a:r>
            <a:r>
              <a:rPr lang="zh-CN" altLang="en-US" sz="2000" dirty="0">
                <a:solidFill>
                  <a:sysClr val="windowText" lastClr="000000"/>
                </a:solidFill>
                <a:latin typeface="微软雅黑" panose="020B0503020204020204" pitchFamily="34" charset="-122"/>
                <a:ea typeface="微软雅黑" panose="020B0503020204020204" pitchFamily="34" charset="-122"/>
              </a:rPr>
              <a:t>中华民族</a:t>
            </a:r>
            <a:r>
              <a:rPr lang="en-US" altLang="zh-CN" sz="2000" dirty="0">
                <a:solidFill>
                  <a:sysClr val="windowText" lastClr="000000"/>
                </a:solidFill>
                <a:latin typeface="微软雅黑" panose="020B0503020204020204" pitchFamily="34" charset="-122"/>
                <a:ea typeface="微软雅黑" panose="020B0503020204020204" pitchFamily="34" charset="-122"/>
              </a:rPr>
              <a:t>', '</a:t>
            </a:r>
            <a:r>
              <a:rPr lang="zh-CN" altLang="en-US" sz="2000" dirty="0">
                <a:solidFill>
                  <a:sysClr val="windowText" lastClr="000000"/>
                </a:solidFill>
                <a:latin typeface="微软雅黑" panose="020B0503020204020204" pitchFamily="34" charset="-122"/>
                <a:ea typeface="微软雅黑" panose="020B0503020204020204" pitchFamily="34" charset="-122"/>
              </a:rPr>
              <a:t>民族</a:t>
            </a:r>
            <a:r>
              <a:rPr lang="en-US" altLang="zh-CN" sz="2000" dirty="0">
                <a:solidFill>
                  <a:sysClr val="windowText" lastClr="000000"/>
                </a:solidFill>
                <a:latin typeface="微软雅黑" panose="020B0503020204020204" pitchFamily="34" charset="-122"/>
                <a:ea typeface="微软雅黑" panose="020B0503020204020204" pitchFamily="34" charset="-122"/>
              </a:rPr>
              <a:t>', '</a:t>
            </a:r>
            <a:r>
              <a:rPr lang="zh-CN" altLang="en-US" sz="2000" dirty="0">
                <a:solidFill>
                  <a:sysClr val="windowText" lastClr="000000"/>
                </a:solidFill>
                <a:latin typeface="微软雅黑" panose="020B0503020204020204" pitchFamily="34" charset="-122"/>
                <a:ea typeface="微软雅黑" panose="020B0503020204020204" pitchFamily="34" charset="-122"/>
              </a:rPr>
              <a:t>近代</a:t>
            </a:r>
            <a:r>
              <a:rPr lang="en-US" altLang="zh-CN" sz="2000" dirty="0">
                <a:solidFill>
                  <a:sysClr val="windowText" lastClr="000000"/>
                </a:solidFill>
                <a:latin typeface="微软雅黑" panose="020B0503020204020204" pitchFamily="34" charset="-122"/>
                <a:ea typeface="微软雅黑" panose="020B0503020204020204" pitchFamily="34" charset="-122"/>
              </a:rPr>
              <a:t>', '</a:t>
            </a:r>
            <a:r>
              <a:rPr lang="zh-CN" altLang="en-US" sz="2000" dirty="0">
                <a:solidFill>
                  <a:sysClr val="windowText" lastClr="000000"/>
                </a:solidFill>
                <a:latin typeface="微软雅黑" panose="020B0503020204020204" pitchFamily="34" charset="-122"/>
                <a:ea typeface="微软雅黑" panose="020B0503020204020204" pitchFamily="34" charset="-122"/>
              </a:rPr>
              <a:t>以来</a:t>
            </a:r>
            <a:r>
              <a:rPr lang="en-US" altLang="zh-CN" sz="2000" dirty="0">
                <a:solidFill>
                  <a:sysClr val="windowText" lastClr="000000"/>
                </a:solidFill>
                <a:latin typeface="微软雅黑" panose="020B0503020204020204" pitchFamily="34" charset="-122"/>
                <a:ea typeface="微软雅黑" panose="020B0503020204020204" pitchFamily="34" charset="-122"/>
              </a:rPr>
              <a:t>', '</a:t>
            </a:r>
            <a:r>
              <a:rPr lang="zh-CN" altLang="en-US" sz="2000" dirty="0">
                <a:solidFill>
                  <a:sysClr val="windowText" lastClr="000000"/>
                </a:solidFill>
                <a:latin typeface="微软雅黑" panose="020B0503020204020204" pitchFamily="34" charset="-122"/>
                <a:ea typeface="微软雅黑" panose="020B0503020204020204" pitchFamily="34" charset="-122"/>
              </a:rPr>
              <a:t>最</a:t>
            </a:r>
            <a:r>
              <a:rPr lang="en-US" altLang="zh-CN" sz="2000" dirty="0">
                <a:solidFill>
                  <a:sysClr val="windowText" lastClr="000000"/>
                </a:solidFill>
                <a:latin typeface="微软雅黑" panose="020B0503020204020204" pitchFamily="34" charset="-122"/>
                <a:ea typeface="微软雅黑" panose="020B0503020204020204" pitchFamily="34" charset="-122"/>
              </a:rPr>
              <a:t>', '</a:t>
            </a:r>
            <a:r>
              <a:rPr lang="zh-CN" altLang="en-US" sz="2000" dirty="0">
                <a:solidFill>
                  <a:sysClr val="windowText" lastClr="000000"/>
                </a:solidFill>
                <a:latin typeface="微软雅黑" panose="020B0503020204020204" pitchFamily="34" charset="-122"/>
                <a:ea typeface="微软雅黑" panose="020B0503020204020204" pitchFamily="34" charset="-122"/>
              </a:rPr>
              <a:t>伟大</a:t>
            </a:r>
            <a:r>
              <a:rPr lang="en-US" altLang="zh-CN" sz="2000" dirty="0">
                <a:solidFill>
                  <a:sysClr val="windowText" lastClr="000000"/>
                </a:solidFill>
                <a:latin typeface="微软雅黑" panose="020B0503020204020204" pitchFamily="34" charset="-122"/>
                <a:ea typeface="微软雅黑" panose="020B0503020204020204" pitchFamily="34" charset="-122"/>
              </a:rPr>
              <a:t>', '</a:t>
            </a:r>
            <a:r>
              <a:rPr lang="zh-CN" altLang="en-US" sz="2000" dirty="0">
                <a:solidFill>
                  <a:sysClr val="windowText" lastClr="000000"/>
                </a:solidFill>
                <a:latin typeface="微软雅黑" panose="020B0503020204020204" pitchFamily="34" charset="-122"/>
                <a:ea typeface="微软雅黑" panose="020B0503020204020204" pitchFamily="34" charset="-122"/>
              </a:rPr>
              <a:t>的</a:t>
            </a:r>
            <a:r>
              <a:rPr lang="en-US" altLang="zh-CN" sz="2000" dirty="0">
                <a:solidFill>
                  <a:sysClr val="windowText" lastClr="000000"/>
                </a:solidFill>
                <a:latin typeface="微软雅黑" panose="020B0503020204020204" pitchFamily="34" charset="-122"/>
                <a:ea typeface="微软雅黑" panose="020B0503020204020204" pitchFamily="34" charset="-122"/>
              </a:rPr>
              <a:t>', '</a:t>
            </a:r>
            <a:r>
              <a:rPr lang="zh-CN" altLang="en-US" sz="2000" dirty="0">
                <a:solidFill>
                  <a:sysClr val="windowText" lastClr="000000"/>
                </a:solidFill>
                <a:latin typeface="微软雅黑" panose="020B0503020204020204" pitchFamily="34" charset="-122"/>
                <a:ea typeface="微软雅黑" panose="020B0503020204020204" pitchFamily="34" charset="-122"/>
              </a:rPr>
              <a:t>梦想</a:t>
            </a:r>
            <a:r>
              <a:rPr lang="en-US" altLang="zh-CN" sz="2000" dirty="0">
                <a:solidFill>
                  <a:sysClr val="windowText" lastClr="000000"/>
                </a:solidFill>
                <a:latin typeface="微软雅黑" panose="020B0503020204020204" pitchFamily="34" charset="-122"/>
                <a:ea typeface="微软雅黑" panose="020B0503020204020204" pitchFamily="34" charset="-122"/>
              </a:rPr>
              <a:t>']</a:t>
            </a:r>
            <a:endParaRPr lang="en-US" altLang="zh-CN" sz="2000" dirty="0">
              <a:solidFill>
                <a:sysClr val="windowText" lastClr="000000"/>
              </a:solidFill>
              <a:latin typeface="微软雅黑" panose="020B0503020204020204" pitchFamily="34" charset="-122"/>
              <a:ea typeface="微软雅黑" panose="020B0503020204020204" pitchFamily="34" charset="-122"/>
            </a:endParaRPr>
          </a:p>
          <a:p>
            <a:pPr>
              <a:lnSpc>
                <a:spcPct val="125000"/>
              </a:lnSpc>
              <a:buClr>
                <a:sysClr val="windowText" lastClr="000000"/>
              </a:buClr>
            </a:pPr>
            <a:r>
              <a:rPr lang="zh-CN" altLang="en-US" sz="2000" b="1" dirty="0">
                <a:solidFill>
                  <a:srgbClr val="0070C0"/>
                </a:solidFill>
                <a:latin typeface="微软雅黑" panose="020B0503020204020204" pitchFamily="34" charset="-122"/>
                <a:ea typeface="微软雅黑" panose="020B0503020204020204" pitchFamily="34" charset="-122"/>
              </a:rPr>
              <a:t>搜索引擎模式： </a:t>
            </a:r>
            <a:r>
              <a:rPr lang="en-US" altLang="zh-CN" sz="2000" dirty="0">
                <a:solidFill>
                  <a:sysClr val="windowText" lastClr="000000"/>
                </a:solidFill>
                <a:latin typeface="微软雅黑" panose="020B0503020204020204" pitchFamily="34" charset="-122"/>
                <a:ea typeface="微软雅黑" panose="020B0503020204020204" pitchFamily="34" charset="-122"/>
              </a:rPr>
              <a:t>['</a:t>
            </a:r>
            <a:r>
              <a:rPr lang="zh-CN" altLang="en-US" sz="2000" dirty="0">
                <a:solidFill>
                  <a:sysClr val="windowText" lastClr="000000"/>
                </a:solidFill>
                <a:latin typeface="微软雅黑" panose="020B0503020204020204" pitchFamily="34" charset="-122"/>
                <a:ea typeface="微软雅黑" panose="020B0503020204020204" pitchFamily="34" charset="-122"/>
              </a:rPr>
              <a:t>实现</a:t>
            </a:r>
            <a:r>
              <a:rPr lang="en-US" altLang="zh-CN" sz="2000" dirty="0">
                <a:solidFill>
                  <a:sysClr val="windowText" lastClr="000000"/>
                </a:solidFill>
                <a:latin typeface="微软雅黑" panose="020B0503020204020204" pitchFamily="34" charset="-122"/>
                <a:ea typeface="微软雅黑" panose="020B0503020204020204" pitchFamily="34" charset="-122"/>
              </a:rPr>
              <a:t>', '</a:t>
            </a:r>
            <a:r>
              <a:rPr lang="zh-CN" altLang="en-US" sz="2000" dirty="0">
                <a:solidFill>
                  <a:sysClr val="windowText" lastClr="000000"/>
                </a:solidFill>
                <a:latin typeface="微软雅黑" panose="020B0503020204020204" pitchFamily="34" charset="-122"/>
                <a:ea typeface="微软雅黑" panose="020B0503020204020204" pitchFamily="34" charset="-122"/>
              </a:rPr>
              <a:t>中华</a:t>
            </a:r>
            <a:r>
              <a:rPr lang="en-US" altLang="zh-CN" sz="2000" dirty="0">
                <a:solidFill>
                  <a:sysClr val="windowText" lastClr="000000"/>
                </a:solidFill>
                <a:latin typeface="微软雅黑" panose="020B0503020204020204" pitchFamily="34" charset="-122"/>
                <a:ea typeface="微软雅黑" panose="020B0503020204020204" pitchFamily="34" charset="-122"/>
              </a:rPr>
              <a:t>', '</a:t>
            </a:r>
            <a:r>
              <a:rPr lang="zh-CN" altLang="en-US" sz="2000" dirty="0">
                <a:solidFill>
                  <a:sysClr val="windowText" lastClr="000000"/>
                </a:solidFill>
                <a:latin typeface="微软雅黑" panose="020B0503020204020204" pitchFamily="34" charset="-122"/>
                <a:ea typeface="微软雅黑" panose="020B0503020204020204" pitchFamily="34" charset="-122"/>
              </a:rPr>
              <a:t>民族</a:t>
            </a:r>
            <a:r>
              <a:rPr lang="en-US" altLang="zh-CN" sz="2000" dirty="0">
                <a:solidFill>
                  <a:sysClr val="windowText" lastClr="000000"/>
                </a:solidFill>
                <a:latin typeface="微软雅黑" panose="020B0503020204020204" pitchFamily="34" charset="-122"/>
                <a:ea typeface="微软雅黑" panose="020B0503020204020204" pitchFamily="34" charset="-122"/>
              </a:rPr>
              <a:t>', '</a:t>
            </a:r>
            <a:r>
              <a:rPr lang="zh-CN" altLang="en-US" sz="2000" dirty="0">
                <a:solidFill>
                  <a:sysClr val="windowText" lastClr="000000"/>
                </a:solidFill>
                <a:latin typeface="微软雅黑" panose="020B0503020204020204" pitchFamily="34" charset="-122"/>
                <a:ea typeface="微软雅黑" panose="020B0503020204020204" pitchFamily="34" charset="-122"/>
              </a:rPr>
              <a:t>中华民族</a:t>
            </a:r>
            <a:r>
              <a:rPr lang="en-US" altLang="zh-CN" sz="2000" dirty="0">
                <a:solidFill>
                  <a:sysClr val="windowText" lastClr="000000"/>
                </a:solidFill>
                <a:latin typeface="微软雅黑" panose="020B0503020204020204" pitchFamily="34" charset="-122"/>
                <a:ea typeface="微软雅黑" panose="020B0503020204020204" pitchFamily="34" charset="-122"/>
              </a:rPr>
              <a:t>', '</a:t>
            </a:r>
            <a:r>
              <a:rPr lang="zh-CN" altLang="en-US" sz="2000" dirty="0">
                <a:solidFill>
                  <a:sysClr val="windowText" lastClr="000000"/>
                </a:solidFill>
                <a:latin typeface="微软雅黑" panose="020B0503020204020204" pitchFamily="34" charset="-122"/>
                <a:ea typeface="微软雅黑" panose="020B0503020204020204" pitchFamily="34" charset="-122"/>
              </a:rPr>
              <a:t>伟大</a:t>
            </a:r>
            <a:r>
              <a:rPr lang="en-US" altLang="zh-CN" sz="2000" dirty="0">
                <a:solidFill>
                  <a:sysClr val="windowText" lastClr="000000"/>
                </a:solidFill>
                <a:latin typeface="微软雅黑" panose="020B0503020204020204" pitchFamily="34" charset="-122"/>
                <a:ea typeface="微软雅黑" panose="020B0503020204020204" pitchFamily="34" charset="-122"/>
              </a:rPr>
              <a:t>', '</a:t>
            </a:r>
            <a:r>
              <a:rPr lang="zh-CN" altLang="en-US" sz="2000" dirty="0">
                <a:solidFill>
                  <a:sysClr val="windowText" lastClr="000000"/>
                </a:solidFill>
                <a:latin typeface="微软雅黑" panose="020B0503020204020204" pitchFamily="34" charset="-122"/>
                <a:ea typeface="微软雅黑" panose="020B0503020204020204" pitchFamily="34" charset="-122"/>
              </a:rPr>
              <a:t>复兴</a:t>
            </a:r>
            <a:r>
              <a:rPr lang="en-US" altLang="zh-CN" sz="2000" dirty="0">
                <a:solidFill>
                  <a:sysClr val="windowText" lastClr="000000"/>
                </a:solidFill>
                <a:latin typeface="微软雅黑" panose="020B0503020204020204" pitchFamily="34" charset="-122"/>
                <a:ea typeface="微软雅黑" panose="020B0503020204020204" pitchFamily="34" charset="-122"/>
              </a:rPr>
              <a:t>', '</a:t>
            </a:r>
            <a:r>
              <a:rPr lang="zh-CN" altLang="en-US" sz="2000" dirty="0">
                <a:solidFill>
                  <a:sysClr val="windowText" lastClr="000000"/>
                </a:solidFill>
                <a:latin typeface="微软雅黑" panose="020B0503020204020204" pitchFamily="34" charset="-122"/>
                <a:ea typeface="微软雅黑" panose="020B0503020204020204" pitchFamily="34" charset="-122"/>
              </a:rPr>
              <a:t>，</a:t>
            </a:r>
            <a:r>
              <a:rPr lang="en-US" altLang="zh-CN" sz="2000" dirty="0">
                <a:solidFill>
                  <a:sysClr val="windowText" lastClr="000000"/>
                </a:solidFill>
                <a:latin typeface="微软雅黑" panose="020B0503020204020204" pitchFamily="34" charset="-122"/>
                <a:ea typeface="微软雅黑" panose="020B0503020204020204" pitchFamily="34" charset="-122"/>
              </a:rPr>
              <a:t>', '</a:t>
            </a:r>
            <a:r>
              <a:rPr lang="zh-CN" altLang="en-US" sz="2000" dirty="0">
                <a:solidFill>
                  <a:sysClr val="windowText" lastClr="000000"/>
                </a:solidFill>
                <a:latin typeface="微软雅黑" panose="020B0503020204020204" pitchFamily="34" charset="-122"/>
                <a:ea typeface="微软雅黑" panose="020B0503020204020204" pitchFamily="34" charset="-122"/>
              </a:rPr>
              <a:t>就是</a:t>
            </a:r>
            <a:r>
              <a:rPr lang="en-US" altLang="zh-CN" sz="2000" dirty="0">
                <a:solidFill>
                  <a:sysClr val="windowText" lastClr="000000"/>
                </a:solidFill>
                <a:latin typeface="微软雅黑" panose="020B0503020204020204" pitchFamily="34" charset="-122"/>
                <a:ea typeface="微软雅黑" panose="020B0503020204020204" pitchFamily="34" charset="-122"/>
              </a:rPr>
              <a:t>', '</a:t>
            </a:r>
            <a:r>
              <a:rPr lang="zh-CN" altLang="en-US" sz="2000" dirty="0">
                <a:solidFill>
                  <a:sysClr val="windowText" lastClr="000000"/>
                </a:solidFill>
                <a:latin typeface="微软雅黑" panose="020B0503020204020204" pitchFamily="34" charset="-122"/>
                <a:ea typeface="微软雅黑" panose="020B0503020204020204" pitchFamily="34" charset="-122"/>
              </a:rPr>
              <a:t>中华</a:t>
            </a:r>
            <a:r>
              <a:rPr lang="en-US" altLang="zh-CN" sz="2000" dirty="0">
                <a:solidFill>
                  <a:sysClr val="windowText" lastClr="000000"/>
                </a:solidFill>
                <a:latin typeface="微软雅黑" panose="020B0503020204020204" pitchFamily="34" charset="-122"/>
                <a:ea typeface="微软雅黑" panose="020B0503020204020204" pitchFamily="34" charset="-122"/>
              </a:rPr>
              <a:t>', '</a:t>
            </a:r>
            <a:r>
              <a:rPr lang="zh-CN" altLang="en-US" sz="2000" dirty="0">
                <a:solidFill>
                  <a:sysClr val="windowText" lastClr="000000"/>
                </a:solidFill>
                <a:latin typeface="微软雅黑" panose="020B0503020204020204" pitchFamily="34" charset="-122"/>
                <a:ea typeface="微软雅黑" panose="020B0503020204020204" pitchFamily="34" charset="-122"/>
              </a:rPr>
              <a:t>民族</a:t>
            </a:r>
            <a:r>
              <a:rPr lang="en-US" altLang="zh-CN" sz="2000" dirty="0">
                <a:solidFill>
                  <a:sysClr val="windowText" lastClr="000000"/>
                </a:solidFill>
                <a:latin typeface="微软雅黑" panose="020B0503020204020204" pitchFamily="34" charset="-122"/>
                <a:ea typeface="微软雅黑" panose="020B0503020204020204" pitchFamily="34" charset="-122"/>
              </a:rPr>
              <a:t>', '</a:t>
            </a:r>
            <a:r>
              <a:rPr lang="zh-CN" altLang="en-US" sz="2000" dirty="0">
                <a:solidFill>
                  <a:sysClr val="windowText" lastClr="000000"/>
                </a:solidFill>
                <a:latin typeface="微软雅黑" panose="020B0503020204020204" pitchFamily="34" charset="-122"/>
                <a:ea typeface="微软雅黑" panose="020B0503020204020204" pitchFamily="34" charset="-122"/>
              </a:rPr>
              <a:t>中华民族</a:t>
            </a:r>
            <a:r>
              <a:rPr lang="en-US" altLang="zh-CN" sz="2000" dirty="0">
                <a:solidFill>
                  <a:sysClr val="windowText" lastClr="000000"/>
                </a:solidFill>
                <a:latin typeface="微软雅黑" panose="020B0503020204020204" pitchFamily="34" charset="-122"/>
                <a:ea typeface="微软雅黑" panose="020B0503020204020204" pitchFamily="34" charset="-122"/>
              </a:rPr>
              <a:t>', '</a:t>
            </a:r>
            <a:r>
              <a:rPr lang="zh-CN" altLang="en-US" sz="2000" dirty="0">
                <a:solidFill>
                  <a:sysClr val="windowText" lastClr="000000"/>
                </a:solidFill>
                <a:latin typeface="微软雅黑" panose="020B0503020204020204" pitchFamily="34" charset="-122"/>
                <a:ea typeface="微软雅黑" panose="020B0503020204020204" pitchFamily="34" charset="-122"/>
              </a:rPr>
              <a:t>近代</a:t>
            </a:r>
            <a:r>
              <a:rPr lang="en-US" altLang="zh-CN" sz="2000" dirty="0">
                <a:solidFill>
                  <a:sysClr val="windowText" lastClr="000000"/>
                </a:solidFill>
                <a:latin typeface="微软雅黑" panose="020B0503020204020204" pitchFamily="34" charset="-122"/>
                <a:ea typeface="微软雅黑" panose="020B0503020204020204" pitchFamily="34" charset="-122"/>
              </a:rPr>
              <a:t>', '</a:t>
            </a:r>
            <a:r>
              <a:rPr lang="zh-CN" altLang="en-US" sz="2000" dirty="0">
                <a:solidFill>
                  <a:sysClr val="windowText" lastClr="000000"/>
                </a:solidFill>
                <a:latin typeface="微软雅黑" panose="020B0503020204020204" pitchFamily="34" charset="-122"/>
                <a:ea typeface="微软雅黑" panose="020B0503020204020204" pitchFamily="34" charset="-122"/>
              </a:rPr>
              <a:t>以来</a:t>
            </a:r>
            <a:r>
              <a:rPr lang="en-US" altLang="zh-CN" sz="2000" dirty="0">
                <a:solidFill>
                  <a:sysClr val="windowText" lastClr="000000"/>
                </a:solidFill>
                <a:latin typeface="微软雅黑" panose="020B0503020204020204" pitchFamily="34" charset="-122"/>
                <a:ea typeface="微软雅黑" panose="020B0503020204020204" pitchFamily="34" charset="-122"/>
              </a:rPr>
              <a:t>', '</a:t>
            </a:r>
            <a:r>
              <a:rPr lang="zh-CN" altLang="en-US" sz="2000" dirty="0">
                <a:solidFill>
                  <a:sysClr val="windowText" lastClr="000000"/>
                </a:solidFill>
                <a:latin typeface="微软雅黑" panose="020B0503020204020204" pitchFamily="34" charset="-122"/>
                <a:ea typeface="微软雅黑" panose="020B0503020204020204" pitchFamily="34" charset="-122"/>
              </a:rPr>
              <a:t>最</a:t>
            </a:r>
            <a:r>
              <a:rPr lang="en-US" altLang="zh-CN" sz="2000" dirty="0">
                <a:solidFill>
                  <a:sysClr val="windowText" lastClr="000000"/>
                </a:solidFill>
                <a:latin typeface="微软雅黑" panose="020B0503020204020204" pitchFamily="34" charset="-122"/>
                <a:ea typeface="微软雅黑" panose="020B0503020204020204" pitchFamily="34" charset="-122"/>
              </a:rPr>
              <a:t>', '</a:t>
            </a:r>
            <a:r>
              <a:rPr lang="zh-CN" altLang="en-US" sz="2000" dirty="0">
                <a:solidFill>
                  <a:sysClr val="windowText" lastClr="000000"/>
                </a:solidFill>
                <a:latin typeface="微软雅黑" panose="020B0503020204020204" pitchFamily="34" charset="-122"/>
                <a:ea typeface="微软雅黑" panose="020B0503020204020204" pitchFamily="34" charset="-122"/>
              </a:rPr>
              <a:t>伟大</a:t>
            </a:r>
            <a:r>
              <a:rPr lang="en-US" altLang="zh-CN" sz="2000" dirty="0">
                <a:solidFill>
                  <a:sysClr val="windowText" lastClr="000000"/>
                </a:solidFill>
                <a:latin typeface="微软雅黑" panose="020B0503020204020204" pitchFamily="34" charset="-122"/>
                <a:ea typeface="微软雅黑" panose="020B0503020204020204" pitchFamily="34" charset="-122"/>
              </a:rPr>
              <a:t>', '</a:t>
            </a:r>
            <a:r>
              <a:rPr lang="zh-CN" altLang="en-US" sz="2000" dirty="0">
                <a:solidFill>
                  <a:sysClr val="windowText" lastClr="000000"/>
                </a:solidFill>
                <a:latin typeface="微软雅黑" panose="020B0503020204020204" pitchFamily="34" charset="-122"/>
                <a:ea typeface="微软雅黑" panose="020B0503020204020204" pitchFamily="34" charset="-122"/>
              </a:rPr>
              <a:t>的</a:t>
            </a:r>
            <a:r>
              <a:rPr lang="en-US" altLang="zh-CN" sz="2000" dirty="0">
                <a:solidFill>
                  <a:sysClr val="windowText" lastClr="000000"/>
                </a:solidFill>
                <a:latin typeface="微软雅黑" panose="020B0503020204020204" pitchFamily="34" charset="-122"/>
                <a:ea typeface="微软雅黑" panose="020B0503020204020204" pitchFamily="34" charset="-122"/>
              </a:rPr>
              <a:t>', '</a:t>
            </a:r>
            <a:r>
              <a:rPr lang="zh-CN" altLang="en-US" sz="2000" dirty="0">
                <a:solidFill>
                  <a:sysClr val="windowText" lastClr="000000"/>
                </a:solidFill>
                <a:latin typeface="微软雅黑" panose="020B0503020204020204" pitchFamily="34" charset="-122"/>
                <a:ea typeface="微软雅黑" panose="020B0503020204020204" pitchFamily="34" charset="-122"/>
              </a:rPr>
              <a:t>梦想</a:t>
            </a:r>
            <a:r>
              <a:rPr lang="en-US" altLang="zh-CN" sz="2000" dirty="0">
                <a:solidFill>
                  <a:sysClr val="windowText" lastClr="000000"/>
                </a:solidFill>
                <a:latin typeface="微软雅黑" panose="020B0503020204020204" pitchFamily="34" charset="-122"/>
                <a:ea typeface="微软雅黑" panose="020B0503020204020204" pitchFamily="34" charset="-122"/>
              </a:rPr>
              <a:t>']</a:t>
            </a:r>
            <a:endParaRPr lang="en-US" altLang="zh-CN" sz="2000" dirty="0">
              <a:solidFill>
                <a:sysClr val="windowText" lastClr="00000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7.2 </a:t>
            </a:r>
            <a:r>
              <a:rPr lang="zh-CN" altLang="en-US" dirty="0"/>
              <a:t>二十大报告词频统计</a:t>
            </a:r>
            <a:endParaRPr lang="zh-CN" altLang="en-US" dirty="0"/>
          </a:p>
        </p:txBody>
      </p:sp>
      <p:sp>
        <p:nvSpPr>
          <p:cNvPr id="7" name="内容占位符 6"/>
          <p:cNvSpPr>
            <a:spLocks noGrp="1"/>
          </p:cNvSpPr>
          <p:nvPr>
            <p:ph sz="quarter" idx="14"/>
          </p:nvPr>
        </p:nvSpPr>
        <p:spPr/>
        <p:txBody>
          <a:bodyPr/>
          <a:lstStyle/>
          <a:p>
            <a:r>
              <a:rPr lang="zh-CN" altLang="en-US" dirty="0"/>
              <a:t>实例 </a:t>
            </a:r>
            <a:endParaRPr lang="zh-CN" altLang="en-US" dirty="0"/>
          </a:p>
        </p:txBody>
      </p:sp>
      <p:sp>
        <p:nvSpPr>
          <p:cNvPr id="2" name="内容占位符 1"/>
          <p:cNvSpPr txBox="1"/>
          <p:nvPr/>
        </p:nvSpPr>
        <p:spPr>
          <a:xfrm>
            <a:off x="688043" y="1048098"/>
            <a:ext cx="10815912" cy="584776"/>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25000"/>
              </a:lnSpc>
              <a:buClr>
                <a:sysClr val="windowText" lastClr="000000"/>
              </a:buClr>
            </a:pPr>
            <a:r>
              <a:rPr lang="zh-CN" altLang="en-US" sz="2400" dirty="0">
                <a:solidFill>
                  <a:sysClr val="windowText" lastClr="000000"/>
                </a:solidFill>
                <a:latin typeface="微软雅黑" panose="020B0503020204020204" pitchFamily="34" charset="-122"/>
                <a:ea typeface="微软雅黑" panose="020B0503020204020204" pitchFamily="34" charset="-122"/>
              </a:rPr>
              <a:t>下面用</a:t>
            </a:r>
            <a:r>
              <a:rPr lang="zh-CN" altLang="en-US" sz="2400" b="1" dirty="0">
                <a:solidFill>
                  <a:schemeClr val="accent2"/>
                </a:solidFill>
                <a:latin typeface="微软雅黑" panose="020B0503020204020204" pitchFamily="34" charset="-122"/>
                <a:ea typeface="微软雅黑" panose="020B0503020204020204" pitchFamily="34" charset="-122"/>
              </a:rPr>
              <a:t>精确模式</a:t>
            </a:r>
            <a:r>
              <a:rPr lang="zh-CN" altLang="en-US" sz="2400" dirty="0">
                <a:solidFill>
                  <a:sysClr val="windowText" lastClr="000000"/>
                </a:solidFill>
                <a:latin typeface="微软雅黑" panose="020B0503020204020204" pitchFamily="34" charset="-122"/>
                <a:ea typeface="微软雅黑" panose="020B0503020204020204" pitchFamily="34" charset="-122"/>
              </a:rPr>
              <a:t>分词，再用</a:t>
            </a:r>
            <a:r>
              <a:rPr lang="zh-CN" altLang="en-US" sz="2400" b="1" dirty="0">
                <a:solidFill>
                  <a:schemeClr val="accent2"/>
                </a:solidFill>
                <a:latin typeface="微软雅黑" panose="020B0503020204020204" pitchFamily="34" charset="-122"/>
                <a:ea typeface="微软雅黑" panose="020B0503020204020204" pitchFamily="34" charset="-122"/>
              </a:rPr>
              <a:t>字典</a:t>
            </a:r>
            <a:r>
              <a:rPr lang="zh-CN" altLang="en-US" sz="2400" dirty="0">
                <a:solidFill>
                  <a:sysClr val="windowText" lastClr="000000"/>
                </a:solidFill>
                <a:latin typeface="微软雅黑" panose="020B0503020204020204" pitchFamily="34" charset="-122"/>
                <a:ea typeface="微软雅黑" panose="020B0503020204020204" pitchFamily="34" charset="-122"/>
              </a:rPr>
              <a:t>作为存储，统计二十大报告中的高频词。</a:t>
            </a:r>
            <a:endParaRPr lang="zh-CN" altLang="en-US" sz="2400" dirty="0">
              <a:solidFill>
                <a:sysClr val="windowText" lastClr="000000"/>
              </a:solidFill>
              <a:latin typeface="微软雅黑" panose="020B0503020204020204" pitchFamily="34" charset="-122"/>
              <a:ea typeface="微软雅黑" panose="020B0503020204020204" pitchFamily="34" charset="-122"/>
            </a:endParaRPr>
          </a:p>
        </p:txBody>
      </p:sp>
      <p:sp>
        <p:nvSpPr>
          <p:cNvPr id="3" name="内容占位符 5"/>
          <p:cNvSpPr txBox="1"/>
          <p:nvPr/>
        </p:nvSpPr>
        <p:spPr>
          <a:xfrm>
            <a:off x="780061" y="1786366"/>
            <a:ext cx="10631877" cy="4802376"/>
          </a:xfrm>
          <a:prstGeom prst="roundRect">
            <a:avLst>
              <a:gd name="adj" fmla="val 14589"/>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dirty="0">
                <a:solidFill>
                  <a:srgbClr val="4B69C6"/>
                </a:solidFill>
                <a:latin typeface="+mj-lt"/>
              </a:rPr>
              <a:t>import</a:t>
            </a:r>
            <a:r>
              <a:rPr lang="en-US" altLang="zh-CN" dirty="0">
                <a:solidFill>
                  <a:srgbClr val="333333"/>
                </a:solidFill>
                <a:latin typeface="+mj-lt"/>
              </a:rPr>
              <a:t> </a:t>
            </a:r>
            <a:r>
              <a:rPr lang="en-US" altLang="zh-CN" b="1" dirty="0" err="1">
                <a:solidFill>
                  <a:srgbClr val="7A3E9D"/>
                </a:solidFill>
                <a:latin typeface="+mj-lt"/>
              </a:rPr>
              <a:t>jieba</a:t>
            </a:r>
            <a:endParaRPr lang="en-US" altLang="zh-CN" dirty="0">
              <a:solidFill>
                <a:srgbClr val="333333"/>
              </a:solidFill>
              <a:latin typeface="+mj-lt"/>
            </a:endParaRPr>
          </a:p>
          <a:p>
            <a:br>
              <a:rPr lang="en-US" altLang="zh-CN" dirty="0">
                <a:solidFill>
                  <a:srgbClr val="333333"/>
                </a:solidFill>
                <a:latin typeface="+mj-lt"/>
              </a:rPr>
            </a:br>
            <a:r>
              <a:rPr lang="en-US" altLang="zh-CN" dirty="0">
                <a:solidFill>
                  <a:srgbClr val="7A3E9D"/>
                </a:solidFill>
                <a:latin typeface="+mj-lt"/>
              </a:rPr>
              <a:t>def</a:t>
            </a:r>
            <a:r>
              <a:rPr lang="en-US" altLang="zh-CN" dirty="0">
                <a:solidFill>
                  <a:srgbClr val="333333"/>
                </a:solidFill>
                <a:latin typeface="+mj-lt"/>
              </a:rPr>
              <a:t> </a:t>
            </a:r>
            <a:r>
              <a:rPr lang="en-US" altLang="zh-CN" b="1" dirty="0" err="1">
                <a:solidFill>
                  <a:srgbClr val="AA3731"/>
                </a:solidFill>
                <a:latin typeface="+mj-lt"/>
              </a:rPr>
              <a:t>read_file</a:t>
            </a:r>
            <a:r>
              <a:rPr lang="en-US" altLang="zh-CN" dirty="0">
                <a:solidFill>
                  <a:srgbClr val="777777"/>
                </a:solidFill>
                <a:latin typeface="+mj-lt"/>
              </a:rPr>
              <a:t>(</a:t>
            </a:r>
            <a:r>
              <a:rPr lang="en-US" altLang="zh-CN" dirty="0">
                <a:solidFill>
                  <a:srgbClr val="7A3E9D"/>
                </a:solidFill>
                <a:latin typeface="+mj-lt"/>
              </a:rPr>
              <a:t>file</a:t>
            </a:r>
            <a:r>
              <a:rPr lang="en-US" altLang="zh-CN" dirty="0">
                <a:solidFill>
                  <a:srgbClr val="777777"/>
                </a:solidFill>
                <a:latin typeface="+mj-lt"/>
              </a:rPr>
              <a:t>):</a:t>
            </a:r>
            <a:r>
              <a:rPr lang="en-US" altLang="zh-CN" dirty="0">
                <a:solidFill>
                  <a:srgbClr val="333333"/>
                </a:solidFill>
                <a:latin typeface="+mj-lt"/>
              </a:rPr>
              <a:t> </a:t>
            </a:r>
            <a:endParaRPr lang="en-US" altLang="zh-CN" dirty="0">
              <a:solidFill>
                <a:srgbClr val="333333"/>
              </a:solidFill>
              <a:latin typeface="+mj-lt"/>
            </a:endParaRPr>
          </a:p>
          <a:p>
            <a:r>
              <a:rPr lang="en-US" altLang="zh-CN" dirty="0">
                <a:solidFill>
                  <a:srgbClr val="333333"/>
                </a:solidFill>
                <a:latin typeface="+mj-lt"/>
              </a:rPr>
              <a:t>    </a:t>
            </a:r>
            <a:r>
              <a:rPr lang="en-US" altLang="zh-CN" dirty="0">
                <a:solidFill>
                  <a:srgbClr val="777777"/>
                </a:solidFill>
                <a:latin typeface="+mj-lt"/>
              </a:rPr>
              <a:t>"""</a:t>
            </a:r>
            <a:r>
              <a:rPr lang="zh-CN" altLang="en-US" dirty="0">
                <a:solidFill>
                  <a:srgbClr val="448C27"/>
                </a:solidFill>
                <a:latin typeface="+mj-lt"/>
              </a:rPr>
              <a:t>读取文件内容，返回字符串</a:t>
            </a:r>
            <a:r>
              <a:rPr lang="en-US" altLang="zh-CN" dirty="0">
                <a:solidFill>
                  <a:srgbClr val="777777"/>
                </a:solidFill>
                <a:latin typeface="+mj-lt"/>
              </a:rPr>
              <a:t>"""</a:t>
            </a:r>
            <a:endParaRPr lang="zh-CN" altLang="en-US" dirty="0">
              <a:solidFill>
                <a:srgbClr val="333333"/>
              </a:solidFill>
              <a:latin typeface="+mj-lt"/>
            </a:endParaRPr>
          </a:p>
          <a:p>
            <a:r>
              <a:rPr lang="zh-CN" altLang="en-US" dirty="0">
                <a:solidFill>
                  <a:srgbClr val="333333"/>
                </a:solidFill>
                <a:latin typeface="+mj-lt"/>
              </a:rPr>
              <a:t>    </a:t>
            </a:r>
            <a:r>
              <a:rPr lang="en-US" altLang="zh-CN" dirty="0">
                <a:solidFill>
                  <a:srgbClr val="4B69C6"/>
                </a:solidFill>
                <a:latin typeface="+mj-lt"/>
              </a:rPr>
              <a:t>with</a:t>
            </a:r>
            <a:r>
              <a:rPr lang="en-US" altLang="zh-CN" dirty="0">
                <a:solidFill>
                  <a:srgbClr val="333333"/>
                </a:solidFill>
                <a:latin typeface="+mj-lt"/>
              </a:rPr>
              <a:t> </a:t>
            </a:r>
            <a:r>
              <a:rPr lang="en-US" altLang="zh-CN" b="1" dirty="0">
                <a:solidFill>
                  <a:srgbClr val="AA3731"/>
                </a:solidFill>
                <a:latin typeface="+mj-lt"/>
              </a:rPr>
              <a:t>open</a:t>
            </a:r>
            <a:r>
              <a:rPr lang="en-US" altLang="zh-CN" dirty="0">
                <a:solidFill>
                  <a:srgbClr val="777777"/>
                </a:solidFill>
                <a:latin typeface="+mj-lt"/>
              </a:rPr>
              <a:t>(</a:t>
            </a:r>
            <a:r>
              <a:rPr lang="en-US" altLang="zh-CN" dirty="0">
                <a:solidFill>
                  <a:srgbClr val="7A3E9D"/>
                </a:solidFill>
                <a:latin typeface="+mj-lt"/>
              </a:rPr>
              <a:t>file</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448C27"/>
                </a:solidFill>
                <a:latin typeface="+mj-lt"/>
              </a:rPr>
              <a:t>r</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encoding</a:t>
            </a:r>
            <a:r>
              <a:rPr lang="en-US" altLang="zh-CN" dirty="0">
                <a:solidFill>
                  <a:srgbClr val="777777"/>
                </a:solidFill>
                <a:latin typeface="+mj-lt"/>
              </a:rPr>
              <a:t>='</a:t>
            </a:r>
            <a:r>
              <a:rPr lang="en-US" altLang="zh-CN" dirty="0">
                <a:solidFill>
                  <a:srgbClr val="448C27"/>
                </a:solidFill>
                <a:latin typeface="+mj-lt"/>
              </a:rPr>
              <a:t>utf-8</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4B69C6"/>
                </a:solidFill>
                <a:latin typeface="+mj-lt"/>
              </a:rPr>
              <a:t>as</a:t>
            </a:r>
            <a:r>
              <a:rPr lang="en-US" altLang="zh-CN" dirty="0">
                <a:solidFill>
                  <a:srgbClr val="333333"/>
                </a:solidFill>
                <a:latin typeface="+mj-lt"/>
              </a:rPr>
              <a:t> </a:t>
            </a:r>
            <a:r>
              <a:rPr lang="en-US" altLang="zh-CN" dirty="0">
                <a:solidFill>
                  <a:srgbClr val="7A3E9D"/>
                </a:solidFill>
                <a:latin typeface="+mj-lt"/>
              </a:rPr>
              <a:t>file</a:t>
            </a:r>
            <a:r>
              <a:rPr lang="en-US" altLang="zh-CN" dirty="0">
                <a:solidFill>
                  <a:srgbClr val="777777"/>
                </a:solidFill>
                <a:latin typeface="+mj-lt"/>
              </a:rPr>
              <a:t>:</a:t>
            </a:r>
            <a:r>
              <a:rPr lang="en-US" altLang="zh-CN" dirty="0">
                <a:solidFill>
                  <a:srgbClr val="333333"/>
                </a:solidFill>
                <a:latin typeface="+mj-lt"/>
              </a:rPr>
              <a:t> </a:t>
            </a:r>
            <a:endParaRPr lang="en-US" altLang="zh-CN" dirty="0">
              <a:solidFill>
                <a:srgbClr val="333333"/>
              </a:solidFill>
              <a:latin typeface="+mj-lt"/>
            </a:endParaRPr>
          </a:p>
          <a:p>
            <a:r>
              <a:rPr lang="en-US" altLang="zh-CN" dirty="0">
                <a:solidFill>
                  <a:srgbClr val="333333"/>
                </a:solidFill>
                <a:latin typeface="+mj-lt"/>
              </a:rPr>
              <a:t>        </a:t>
            </a:r>
            <a:r>
              <a:rPr lang="en-US" altLang="zh-CN" dirty="0">
                <a:solidFill>
                  <a:srgbClr val="4B69C6"/>
                </a:solidFill>
                <a:latin typeface="+mj-lt"/>
              </a:rPr>
              <a:t>return</a:t>
            </a:r>
            <a:r>
              <a:rPr lang="en-US" altLang="zh-CN" dirty="0">
                <a:solidFill>
                  <a:srgbClr val="333333"/>
                </a:solidFill>
                <a:latin typeface="+mj-lt"/>
              </a:rPr>
              <a:t> </a:t>
            </a:r>
            <a:r>
              <a:rPr lang="en-US" altLang="zh-CN" dirty="0" err="1">
                <a:solidFill>
                  <a:srgbClr val="7A3E9D"/>
                </a:solidFill>
                <a:latin typeface="+mj-lt"/>
              </a:rPr>
              <a:t>file</a:t>
            </a:r>
            <a:r>
              <a:rPr lang="en-US" altLang="zh-CN" dirty="0" err="1">
                <a:solidFill>
                  <a:srgbClr val="777777"/>
                </a:solidFill>
                <a:latin typeface="+mj-lt"/>
              </a:rPr>
              <a:t>.</a:t>
            </a:r>
            <a:r>
              <a:rPr lang="en-US" altLang="zh-CN" b="1" dirty="0" err="1">
                <a:solidFill>
                  <a:srgbClr val="AA3731"/>
                </a:solidFill>
                <a:latin typeface="+mj-lt"/>
              </a:rPr>
              <a:t>read</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读取文件内容为字符串</a:t>
            </a:r>
            <a:endParaRPr lang="zh-CN" altLang="en-US" dirty="0">
              <a:solidFill>
                <a:srgbClr val="333333"/>
              </a:solidFill>
              <a:latin typeface="+mj-lt"/>
            </a:endParaRPr>
          </a:p>
          <a:p>
            <a:br>
              <a:rPr lang="zh-CN" altLang="en-US" dirty="0">
                <a:solidFill>
                  <a:srgbClr val="333333"/>
                </a:solidFill>
                <a:latin typeface="+mj-lt"/>
              </a:rPr>
            </a:br>
            <a:r>
              <a:rPr lang="en-US" altLang="zh-CN" dirty="0">
                <a:solidFill>
                  <a:srgbClr val="7A3E9D"/>
                </a:solidFill>
                <a:latin typeface="+mj-lt"/>
              </a:rPr>
              <a:t>def</a:t>
            </a:r>
            <a:r>
              <a:rPr lang="en-US" altLang="zh-CN" dirty="0">
                <a:solidFill>
                  <a:srgbClr val="333333"/>
                </a:solidFill>
                <a:latin typeface="+mj-lt"/>
              </a:rPr>
              <a:t> </a:t>
            </a:r>
            <a:r>
              <a:rPr lang="en-US" altLang="zh-CN" b="1" dirty="0" err="1">
                <a:solidFill>
                  <a:srgbClr val="AA3731"/>
                </a:solidFill>
                <a:latin typeface="+mj-lt"/>
              </a:rPr>
              <a:t>cut_words</a:t>
            </a:r>
            <a:r>
              <a:rPr lang="en-US" altLang="zh-CN" dirty="0">
                <a:solidFill>
                  <a:srgbClr val="777777"/>
                </a:solidFill>
                <a:latin typeface="+mj-lt"/>
              </a:rPr>
              <a:t>(</a:t>
            </a:r>
            <a:r>
              <a:rPr lang="en-US" altLang="zh-CN" dirty="0">
                <a:solidFill>
                  <a:srgbClr val="7A3E9D"/>
                </a:solidFill>
                <a:latin typeface="+mj-lt"/>
              </a:rPr>
              <a:t>text</a:t>
            </a:r>
            <a:r>
              <a:rPr lang="en-US" altLang="zh-CN" dirty="0">
                <a:solidFill>
                  <a:srgbClr val="777777"/>
                </a:solidFill>
                <a:latin typeface="+mj-lt"/>
              </a:rPr>
              <a:t>):</a:t>
            </a:r>
            <a:r>
              <a:rPr lang="en-US" altLang="zh-CN" dirty="0">
                <a:solidFill>
                  <a:srgbClr val="333333"/>
                </a:solidFill>
                <a:latin typeface="+mj-lt"/>
              </a:rPr>
              <a:t> </a:t>
            </a:r>
            <a:endParaRPr lang="en-US" altLang="zh-CN" dirty="0">
              <a:solidFill>
                <a:srgbClr val="333333"/>
              </a:solidFill>
              <a:latin typeface="+mj-lt"/>
            </a:endParaRPr>
          </a:p>
          <a:p>
            <a:r>
              <a:rPr lang="en-US" altLang="zh-CN" dirty="0">
                <a:solidFill>
                  <a:srgbClr val="333333"/>
                </a:solidFill>
                <a:latin typeface="+mj-lt"/>
              </a:rPr>
              <a:t>    </a:t>
            </a:r>
            <a:r>
              <a:rPr lang="en-US" altLang="zh-CN" dirty="0">
                <a:solidFill>
                  <a:srgbClr val="777777"/>
                </a:solidFill>
                <a:latin typeface="+mj-lt"/>
              </a:rPr>
              <a:t>"""</a:t>
            </a:r>
            <a:r>
              <a:rPr lang="zh-CN" altLang="en-US" dirty="0">
                <a:solidFill>
                  <a:srgbClr val="448C27"/>
                </a:solidFill>
                <a:latin typeface="+mj-lt"/>
              </a:rPr>
              <a:t>使用</a:t>
            </a:r>
            <a:r>
              <a:rPr lang="en-US" altLang="zh-CN" dirty="0" err="1">
                <a:solidFill>
                  <a:srgbClr val="448C27"/>
                </a:solidFill>
                <a:latin typeface="+mj-lt"/>
              </a:rPr>
              <a:t>jieba</a:t>
            </a:r>
            <a:r>
              <a:rPr lang="zh-CN" altLang="en-US" dirty="0">
                <a:solidFill>
                  <a:srgbClr val="448C27"/>
                </a:solidFill>
                <a:latin typeface="+mj-lt"/>
              </a:rPr>
              <a:t>分词，返回词的列表</a:t>
            </a:r>
            <a:r>
              <a:rPr lang="en-US" altLang="zh-CN" dirty="0">
                <a:solidFill>
                  <a:srgbClr val="777777"/>
                </a:solidFill>
                <a:latin typeface="+mj-lt"/>
              </a:rPr>
              <a:t>"""</a:t>
            </a:r>
            <a:endParaRPr lang="zh-CN" altLang="en-US" dirty="0">
              <a:solidFill>
                <a:srgbClr val="333333"/>
              </a:solidFill>
              <a:latin typeface="+mj-lt"/>
            </a:endParaRPr>
          </a:p>
          <a:p>
            <a:r>
              <a:rPr lang="zh-CN" altLang="en-US" dirty="0">
                <a:solidFill>
                  <a:srgbClr val="333333"/>
                </a:solidFill>
                <a:latin typeface="+mj-lt"/>
              </a:rPr>
              <a:t>    </a:t>
            </a:r>
            <a:r>
              <a:rPr lang="en-US" altLang="zh-CN" dirty="0">
                <a:solidFill>
                  <a:srgbClr val="4B69C6"/>
                </a:solidFill>
                <a:latin typeface="+mj-lt"/>
              </a:rPr>
              <a:t>return</a:t>
            </a:r>
            <a:r>
              <a:rPr lang="en-US" altLang="zh-CN" dirty="0">
                <a:solidFill>
                  <a:srgbClr val="333333"/>
                </a:solidFill>
                <a:latin typeface="+mj-lt"/>
              </a:rPr>
              <a:t> </a:t>
            </a:r>
            <a:r>
              <a:rPr lang="en-US" altLang="zh-CN" b="1" dirty="0" err="1">
                <a:solidFill>
                  <a:srgbClr val="7A3E9D"/>
                </a:solidFill>
                <a:latin typeface="+mj-lt"/>
              </a:rPr>
              <a:t>jieba</a:t>
            </a:r>
            <a:r>
              <a:rPr lang="en-US" altLang="zh-CN" dirty="0" err="1">
                <a:solidFill>
                  <a:srgbClr val="777777"/>
                </a:solidFill>
                <a:latin typeface="+mj-lt"/>
              </a:rPr>
              <a:t>.</a:t>
            </a:r>
            <a:r>
              <a:rPr lang="en-US" altLang="zh-CN" dirty="0" err="1">
                <a:solidFill>
                  <a:srgbClr val="7A3E9D"/>
                </a:solidFill>
                <a:latin typeface="+mj-lt"/>
              </a:rPr>
              <a:t>lcut</a:t>
            </a:r>
            <a:r>
              <a:rPr lang="en-US" altLang="zh-CN" dirty="0">
                <a:solidFill>
                  <a:srgbClr val="777777"/>
                </a:solidFill>
                <a:latin typeface="+mj-lt"/>
              </a:rPr>
              <a:t>(</a:t>
            </a:r>
            <a:r>
              <a:rPr lang="en-US" altLang="zh-CN" dirty="0">
                <a:solidFill>
                  <a:srgbClr val="7A3E9D"/>
                </a:solidFill>
                <a:latin typeface="+mj-lt"/>
              </a:rPr>
              <a:t>text</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使用 </a:t>
            </a:r>
            <a:r>
              <a:rPr lang="en-US" altLang="zh-CN" dirty="0" err="1">
                <a:solidFill>
                  <a:srgbClr val="AAAAAA"/>
                </a:solidFill>
                <a:latin typeface="+mj-lt"/>
              </a:rPr>
              <a:t>jieba</a:t>
            </a:r>
            <a:r>
              <a:rPr lang="en-US" altLang="zh-CN" dirty="0">
                <a:solidFill>
                  <a:srgbClr val="AAAAAA"/>
                </a:solidFill>
                <a:latin typeface="+mj-lt"/>
              </a:rPr>
              <a:t> </a:t>
            </a:r>
            <a:r>
              <a:rPr lang="zh-CN" altLang="en-US" dirty="0">
                <a:solidFill>
                  <a:srgbClr val="AAAAAA"/>
                </a:solidFill>
                <a:latin typeface="+mj-lt"/>
              </a:rPr>
              <a:t>精确模式分词，返回词的列表</a:t>
            </a:r>
            <a:endParaRPr lang="en-US" altLang="zh-CN" dirty="0">
              <a:solidFill>
                <a:srgbClr val="AAAAAA"/>
              </a:solidFill>
              <a:latin typeface="+mj-lt"/>
            </a:endParaRPr>
          </a:p>
          <a:p>
            <a:r>
              <a:rPr lang="zh-CN" altLang="en-US" dirty="0">
                <a:solidFill>
                  <a:srgbClr val="AAAAAA"/>
                </a:solidFill>
                <a:latin typeface="+mj-lt"/>
              </a:rPr>
              <a:t>（接下页）</a:t>
            </a:r>
            <a:endParaRPr lang="zh-CN" altLang="en-US" dirty="0">
              <a:solidFill>
                <a:srgbClr val="333333"/>
              </a:solidFill>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7.2 </a:t>
            </a:r>
            <a:r>
              <a:rPr lang="zh-CN" altLang="en-US" dirty="0"/>
              <a:t>二十大报告词频统计</a:t>
            </a:r>
            <a:endParaRPr lang="zh-CN" altLang="en-US" dirty="0"/>
          </a:p>
        </p:txBody>
      </p:sp>
      <p:sp>
        <p:nvSpPr>
          <p:cNvPr id="7" name="内容占位符 6"/>
          <p:cNvSpPr>
            <a:spLocks noGrp="1"/>
          </p:cNvSpPr>
          <p:nvPr>
            <p:ph sz="quarter" idx="14"/>
          </p:nvPr>
        </p:nvSpPr>
        <p:spPr/>
        <p:txBody>
          <a:bodyPr/>
          <a:lstStyle/>
          <a:p>
            <a:r>
              <a:rPr lang="zh-CN" altLang="en-US" dirty="0"/>
              <a:t>实例 </a:t>
            </a:r>
            <a:endParaRPr lang="zh-CN" altLang="en-US" dirty="0"/>
          </a:p>
        </p:txBody>
      </p:sp>
      <p:sp>
        <p:nvSpPr>
          <p:cNvPr id="2" name="内容占位符 5"/>
          <p:cNvSpPr txBox="1"/>
          <p:nvPr/>
        </p:nvSpPr>
        <p:spPr>
          <a:xfrm>
            <a:off x="780061" y="973394"/>
            <a:ext cx="10631877" cy="5655557"/>
          </a:xfrm>
          <a:prstGeom prst="roundRect">
            <a:avLst>
              <a:gd name="adj" fmla="val 8978"/>
            </a:avLst>
          </a:prstGeom>
          <a:solidFill>
            <a:schemeClr val="bg1">
              <a:lumMod val="95000"/>
            </a:schemeClr>
          </a:solidFill>
          <a:ln>
            <a:noFill/>
          </a:ln>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10000"/>
              </a:lnSpc>
              <a:spcBef>
                <a:spcPts val="500"/>
              </a:spcBef>
            </a:pPr>
            <a:r>
              <a:rPr lang="en-US" altLang="zh-CN" dirty="0">
                <a:solidFill>
                  <a:srgbClr val="7A3E9D"/>
                </a:solidFill>
                <a:latin typeface="+mj-lt"/>
              </a:rPr>
              <a:t>def</a:t>
            </a:r>
            <a:r>
              <a:rPr lang="en-US" altLang="zh-CN" dirty="0">
                <a:solidFill>
                  <a:srgbClr val="333333"/>
                </a:solidFill>
                <a:latin typeface="+mj-lt"/>
              </a:rPr>
              <a:t> </a:t>
            </a:r>
            <a:r>
              <a:rPr lang="en-US" altLang="zh-CN" b="1" dirty="0" err="1">
                <a:solidFill>
                  <a:srgbClr val="AA3731"/>
                </a:solidFill>
                <a:latin typeface="+mj-lt"/>
              </a:rPr>
              <a:t>count_word_frequency</a:t>
            </a:r>
            <a:r>
              <a:rPr lang="en-US" altLang="zh-CN" dirty="0">
                <a:solidFill>
                  <a:srgbClr val="777777"/>
                </a:solidFill>
                <a:latin typeface="+mj-lt"/>
              </a:rPr>
              <a:t>(</a:t>
            </a:r>
            <a:r>
              <a:rPr lang="en-US" altLang="zh-CN" dirty="0" err="1">
                <a:solidFill>
                  <a:srgbClr val="7A3E9D"/>
                </a:solidFill>
                <a:latin typeface="+mj-lt"/>
              </a:rPr>
              <a:t>words_lst</a:t>
            </a:r>
            <a:r>
              <a:rPr lang="en-US" altLang="zh-CN" dirty="0">
                <a:solidFill>
                  <a:srgbClr val="777777"/>
                </a:solidFill>
                <a:latin typeface="+mj-lt"/>
              </a:rPr>
              <a:t>):</a:t>
            </a:r>
            <a:r>
              <a:rPr lang="en-US" altLang="zh-CN" dirty="0">
                <a:solidFill>
                  <a:srgbClr val="333333"/>
                </a:solidFill>
                <a:latin typeface="+mj-lt"/>
              </a:rPr>
              <a:t> </a:t>
            </a:r>
            <a:endParaRPr lang="en-US" altLang="zh-CN" dirty="0">
              <a:solidFill>
                <a:srgbClr val="333333"/>
              </a:solidFill>
              <a:latin typeface="+mj-lt"/>
            </a:endParaRPr>
          </a:p>
          <a:p>
            <a:pPr>
              <a:lnSpc>
                <a:spcPct val="110000"/>
              </a:lnSpc>
              <a:spcBef>
                <a:spcPts val="500"/>
              </a:spcBef>
            </a:pPr>
            <a:r>
              <a:rPr lang="en-US" altLang="zh-CN" dirty="0">
                <a:solidFill>
                  <a:srgbClr val="333333"/>
                </a:solidFill>
                <a:latin typeface="+mj-lt"/>
              </a:rPr>
              <a:t>    </a:t>
            </a:r>
            <a:r>
              <a:rPr lang="en-US" altLang="zh-CN" dirty="0">
                <a:solidFill>
                  <a:srgbClr val="777777"/>
                </a:solidFill>
                <a:latin typeface="+mj-lt"/>
              </a:rPr>
              <a:t>"""</a:t>
            </a:r>
            <a:r>
              <a:rPr lang="zh-CN" altLang="en-US" dirty="0">
                <a:solidFill>
                  <a:srgbClr val="448C27"/>
                </a:solidFill>
                <a:latin typeface="+mj-lt"/>
              </a:rPr>
              <a:t>接收词的列表为参数，统计词频，按词频降序排列</a:t>
            </a:r>
            <a:r>
              <a:rPr lang="en-US" altLang="zh-CN" dirty="0">
                <a:solidFill>
                  <a:srgbClr val="777777"/>
                </a:solidFill>
                <a:latin typeface="+mj-lt"/>
              </a:rPr>
              <a:t>"""</a:t>
            </a:r>
            <a:endParaRPr lang="zh-CN" altLang="en-US" dirty="0">
              <a:solidFill>
                <a:srgbClr val="333333"/>
              </a:solidFill>
              <a:latin typeface="+mj-lt"/>
            </a:endParaRPr>
          </a:p>
          <a:p>
            <a:pPr>
              <a:lnSpc>
                <a:spcPct val="110000"/>
              </a:lnSpc>
              <a:spcBef>
                <a:spcPts val="500"/>
              </a:spcBef>
            </a:pPr>
            <a:r>
              <a:rPr lang="zh-CN" altLang="en-US" dirty="0">
                <a:solidFill>
                  <a:srgbClr val="333333"/>
                </a:solidFill>
                <a:latin typeface="+mj-lt"/>
              </a:rPr>
              <a:t>    </a:t>
            </a:r>
            <a:r>
              <a:rPr lang="en-US" altLang="zh-CN" dirty="0" err="1">
                <a:solidFill>
                  <a:srgbClr val="7A3E9D"/>
                </a:solidFill>
                <a:latin typeface="+mj-lt"/>
              </a:rPr>
              <a:t>word_frequency</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创建用于存放词频的空字典</a:t>
            </a:r>
            <a:endParaRPr lang="zh-CN" altLang="en-US" dirty="0">
              <a:solidFill>
                <a:srgbClr val="333333"/>
              </a:solidFill>
              <a:latin typeface="+mj-lt"/>
            </a:endParaRPr>
          </a:p>
          <a:p>
            <a:pPr>
              <a:lnSpc>
                <a:spcPct val="110000"/>
              </a:lnSpc>
              <a:spcBef>
                <a:spcPts val="500"/>
              </a:spcBef>
            </a:pPr>
            <a:r>
              <a:rPr lang="zh-CN" altLang="en-US" dirty="0">
                <a:solidFill>
                  <a:srgbClr val="333333"/>
                </a:solidFill>
                <a:latin typeface="+mj-lt"/>
              </a:rPr>
              <a:t>    </a:t>
            </a:r>
            <a:r>
              <a:rPr lang="en-US" altLang="zh-CN" dirty="0">
                <a:solidFill>
                  <a:srgbClr val="4B69C6"/>
                </a:solidFill>
                <a:latin typeface="+mj-lt"/>
              </a:rPr>
              <a:t>for</a:t>
            </a:r>
            <a:r>
              <a:rPr lang="en-US" altLang="zh-CN" dirty="0">
                <a:solidFill>
                  <a:srgbClr val="333333"/>
                </a:solidFill>
                <a:latin typeface="+mj-lt"/>
              </a:rPr>
              <a:t> </a:t>
            </a:r>
            <a:r>
              <a:rPr lang="en-US" altLang="zh-CN" dirty="0">
                <a:solidFill>
                  <a:srgbClr val="7A3E9D"/>
                </a:solidFill>
                <a:latin typeface="+mj-lt"/>
              </a:rPr>
              <a:t>word</a:t>
            </a:r>
            <a:r>
              <a:rPr lang="en-US" altLang="zh-CN" dirty="0">
                <a:solidFill>
                  <a:srgbClr val="333333"/>
                </a:solidFill>
                <a:latin typeface="+mj-lt"/>
              </a:rPr>
              <a:t> </a:t>
            </a:r>
            <a:r>
              <a:rPr lang="en-US" altLang="zh-CN" dirty="0">
                <a:solidFill>
                  <a:srgbClr val="4B69C6"/>
                </a:solidFill>
                <a:latin typeface="+mj-lt"/>
              </a:rPr>
              <a:t>in</a:t>
            </a:r>
            <a:r>
              <a:rPr lang="en-US" altLang="zh-CN" dirty="0">
                <a:solidFill>
                  <a:srgbClr val="333333"/>
                </a:solidFill>
                <a:latin typeface="+mj-lt"/>
              </a:rPr>
              <a:t> </a:t>
            </a:r>
            <a:r>
              <a:rPr lang="en-US" altLang="zh-CN" dirty="0" err="1">
                <a:solidFill>
                  <a:srgbClr val="7A3E9D"/>
                </a:solidFill>
                <a:latin typeface="+mj-lt"/>
              </a:rPr>
              <a:t>words_lst</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遍历词的列表</a:t>
            </a:r>
            <a:endParaRPr lang="zh-CN" altLang="en-US" dirty="0">
              <a:solidFill>
                <a:srgbClr val="333333"/>
              </a:solidFill>
              <a:latin typeface="+mj-lt"/>
            </a:endParaRPr>
          </a:p>
          <a:p>
            <a:pPr>
              <a:lnSpc>
                <a:spcPct val="110000"/>
              </a:lnSpc>
              <a:spcBef>
                <a:spcPts val="500"/>
              </a:spcBef>
            </a:pPr>
            <a:r>
              <a:rPr lang="zh-CN" altLang="en-US" dirty="0">
                <a:solidFill>
                  <a:srgbClr val="333333"/>
                </a:solidFill>
                <a:latin typeface="+mj-lt"/>
              </a:rPr>
              <a:t>        </a:t>
            </a:r>
            <a:r>
              <a:rPr lang="en-US" altLang="zh-CN" dirty="0">
                <a:solidFill>
                  <a:srgbClr val="4B69C6"/>
                </a:solidFill>
                <a:latin typeface="+mj-lt"/>
              </a:rPr>
              <a:t>if</a:t>
            </a:r>
            <a:r>
              <a:rPr lang="en-US" altLang="zh-CN" dirty="0">
                <a:solidFill>
                  <a:srgbClr val="333333"/>
                </a:solidFill>
                <a:latin typeface="+mj-lt"/>
              </a:rPr>
              <a:t> </a:t>
            </a:r>
            <a:r>
              <a:rPr lang="en-US" altLang="zh-CN" b="1" dirty="0" err="1">
                <a:solidFill>
                  <a:srgbClr val="AA3731"/>
                </a:solidFill>
                <a:latin typeface="+mj-lt"/>
              </a:rPr>
              <a:t>len</a:t>
            </a:r>
            <a:r>
              <a:rPr lang="en-US" altLang="zh-CN" dirty="0">
                <a:solidFill>
                  <a:srgbClr val="777777"/>
                </a:solidFill>
                <a:latin typeface="+mj-lt"/>
              </a:rPr>
              <a:t>(</a:t>
            </a:r>
            <a:r>
              <a:rPr lang="en-US" altLang="zh-CN" dirty="0">
                <a:solidFill>
                  <a:srgbClr val="7A3E9D"/>
                </a:solidFill>
                <a:latin typeface="+mj-lt"/>
              </a:rPr>
              <a:t>word</a:t>
            </a:r>
            <a:r>
              <a:rPr lang="en-US" altLang="zh-CN" dirty="0">
                <a:solidFill>
                  <a:srgbClr val="777777"/>
                </a:solidFill>
                <a:latin typeface="+mj-lt"/>
              </a:rPr>
              <a:t>)&gt;</a:t>
            </a:r>
            <a:r>
              <a:rPr lang="en-US" altLang="zh-CN" dirty="0">
                <a:solidFill>
                  <a:srgbClr val="9C5D27"/>
                </a:solidFill>
                <a:latin typeface="+mj-lt"/>
              </a:rPr>
              <a:t>1</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只统计长度大于 </a:t>
            </a:r>
            <a:r>
              <a:rPr lang="en-US" altLang="zh-CN" dirty="0">
                <a:solidFill>
                  <a:srgbClr val="AAAAAA"/>
                </a:solidFill>
                <a:latin typeface="+mj-lt"/>
              </a:rPr>
              <a:t>1 </a:t>
            </a:r>
            <a:r>
              <a:rPr lang="zh-CN" altLang="en-US" dirty="0">
                <a:solidFill>
                  <a:srgbClr val="AAAAAA"/>
                </a:solidFill>
                <a:latin typeface="+mj-lt"/>
              </a:rPr>
              <a:t>的词</a:t>
            </a:r>
            <a:endParaRPr lang="zh-CN" altLang="en-US" dirty="0">
              <a:solidFill>
                <a:srgbClr val="333333"/>
              </a:solidFill>
              <a:latin typeface="+mj-lt"/>
            </a:endParaRPr>
          </a:p>
          <a:p>
            <a:pPr>
              <a:lnSpc>
                <a:spcPct val="110000"/>
              </a:lnSpc>
              <a:spcBef>
                <a:spcPts val="500"/>
              </a:spcBef>
            </a:pPr>
            <a:r>
              <a:rPr lang="zh-CN" altLang="en-US" dirty="0">
                <a:solidFill>
                  <a:srgbClr val="333333"/>
                </a:solidFill>
                <a:latin typeface="+mj-lt"/>
              </a:rPr>
              <a:t>            </a:t>
            </a:r>
            <a:r>
              <a:rPr lang="en-US" altLang="zh-CN" dirty="0" err="1">
                <a:solidFill>
                  <a:srgbClr val="7A3E9D"/>
                </a:solidFill>
                <a:latin typeface="+mj-lt"/>
              </a:rPr>
              <a:t>word_frequency</a:t>
            </a:r>
            <a:r>
              <a:rPr lang="en-US" altLang="zh-CN" dirty="0">
                <a:solidFill>
                  <a:srgbClr val="777777"/>
                </a:solidFill>
                <a:latin typeface="+mj-lt"/>
              </a:rPr>
              <a:t>[</a:t>
            </a:r>
            <a:r>
              <a:rPr lang="en-US" altLang="zh-CN" dirty="0">
                <a:solidFill>
                  <a:srgbClr val="7A3E9D"/>
                </a:solidFill>
                <a:latin typeface="+mj-lt"/>
              </a:rPr>
              <a:t>word</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err="1">
                <a:solidFill>
                  <a:srgbClr val="7A3E9D"/>
                </a:solidFill>
                <a:latin typeface="+mj-lt"/>
              </a:rPr>
              <a:t>word_frequency</a:t>
            </a:r>
            <a:r>
              <a:rPr lang="en-US" altLang="zh-CN" dirty="0" err="1">
                <a:solidFill>
                  <a:srgbClr val="777777"/>
                </a:solidFill>
                <a:latin typeface="+mj-lt"/>
              </a:rPr>
              <a:t>.</a:t>
            </a:r>
            <a:r>
              <a:rPr lang="en-US" altLang="zh-CN" b="1" dirty="0" err="1">
                <a:solidFill>
                  <a:srgbClr val="AA3731"/>
                </a:solidFill>
                <a:latin typeface="+mj-lt"/>
              </a:rPr>
              <a:t>get</a:t>
            </a:r>
            <a:r>
              <a:rPr lang="en-US" altLang="zh-CN" dirty="0">
                <a:solidFill>
                  <a:srgbClr val="777777"/>
                </a:solidFill>
                <a:latin typeface="+mj-lt"/>
              </a:rPr>
              <a:t>(</a:t>
            </a:r>
            <a:r>
              <a:rPr lang="en-US" altLang="zh-CN" dirty="0">
                <a:solidFill>
                  <a:srgbClr val="7A3E9D"/>
                </a:solidFill>
                <a:latin typeface="+mj-lt"/>
              </a:rPr>
              <a:t>word</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9C5D27"/>
                </a:solidFill>
                <a:latin typeface="+mj-lt"/>
              </a:rPr>
              <a:t>0</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9C5D27"/>
                </a:solidFill>
                <a:latin typeface="+mj-lt"/>
              </a:rPr>
              <a:t>1</a:t>
            </a:r>
            <a:endParaRPr lang="en-US" altLang="zh-CN" dirty="0">
              <a:solidFill>
                <a:srgbClr val="333333"/>
              </a:solidFill>
              <a:latin typeface="+mj-lt"/>
            </a:endParaRPr>
          </a:p>
          <a:p>
            <a:pPr>
              <a:lnSpc>
                <a:spcPct val="110000"/>
              </a:lnSpc>
              <a:spcBef>
                <a:spcPts val="500"/>
              </a:spcBef>
            </a:pPr>
            <a:r>
              <a:rPr lang="en-US" altLang="zh-CN" dirty="0">
                <a:solidFill>
                  <a:srgbClr val="333333"/>
                </a:solidFill>
                <a:latin typeface="+mj-lt"/>
              </a:rPr>
              <a:t>    </a:t>
            </a:r>
            <a:r>
              <a:rPr lang="en-US" altLang="zh-CN" dirty="0">
                <a:solidFill>
                  <a:srgbClr val="4B69C6"/>
                </a:solidFill>
                <a:latin typeface="+mj-lt"/>
              </a:rPr>
              <a:t>return</a:t>
            </a:r>
            <a:r>
              <a:rPr lang="en-US" altLang="zh-CN" dirty="0">
                <a:solidFill>
                  <a:srgbClr val="333333"/>
                </a:solidFill>
                <a:latin typeface="+mj-lt"/>
              </a:rPr>
              <a:t> </a:t>
            </a:r>
            <a:r>
              <a:rPr lang="en-US" altLang="zh-CN" b="1" dirty="0">
                <a:solidFill>
                  <a:srgbClr val="AA3731"/>
                </a:solidFill>
                <a:latin typeface="+mj-lt"/>
              </a:rPr>
              <a:t>sorted</a:t>
            </a:r>
            <a:r>
              <a:rPr lang="en-US" altLang="zh-CN" dirty="0">
                <a:solidFill>
                  <a:srgbClr val="777777"/>
                </a:solidFill>
                <a:latin typeface="+mj-lt"/>
              </a:rPr>
              <a:t>(</a:t>
            </a:r>
            <a:r>
              <a:rPr lang="en-US" altLang="zh-CN" dirty="0" err="1">
                <a:solidFill>
                  <a:srgbClr val="7A3E9D"/>
                </a:solidFill>
                <a:latin typeface="+mj-lt"/>
              </a:rPr>
              <a:t>word_frequency</a:t>
            </a:r>
            <a:r>
              <a:rPr lang="en-US" altLang="zh-CN" dirty="0" err="1">
                <a:solidFill>
                  <a:srgbClr val="777777"/>
                </a:solidFill>
                <a:latin typeface="+mj-lt"/>
              </a:rPr>
              <a:t>.</a:t>
            </a:r>
            <a:r>
              <a:rPr lang="en-US" altLang="zh-CN" b="1" dirty="0" err="1">
                <a:solidFill>
                  <a:srgbClr val="AA3731"/>
                </a:solidFill>
                <a:latin typeface="+mj-lt"/>
              </a:rPr>
              <a:t>items</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key</a:t>
            </a:r>
            <a:r>
              <a:rPr lang="en-US" altLang="zh-CN" dirty="0">
                <a:solidFill>
                  <a:srgbClr val="777777"/>
                </a:solidFill>
                <a:latin typeface="+mj-lt"/>
              </a:rPr>
              <a:t>=</a:t>
            </a:r>
            <a:r>
              <a:rPr lang="en-US" altLang="zh-CN" dirty="0">
                <a:solidFill>
                  <a:srgbClr val="7A3E9D"/>
                </a:solidFill>
                <a:latin typeface="+mj-lt"/>
              </a:rPr>
              <a:t>lambda</a:t>
            </a:r>
            <a:r>
              <a:rPr lang="en-US" altLang="zh-CN" dirty="0">
                <a:solidFill>
                  <a:srgbClr val="333333"/>
                </a:solidFill>
                <a:latin typeface="+mj-lt"/>
              </a:rPr>
              <a:t> </a:t>
            </a:r>
            <a:r>
              <a:rPr lang="en-US" altLang="zh-CN" dirty="0">
                <a:solidFill>
                  <a:srgbClr val="7A3E9D"/>
                </a:solidFill>
                <a:latin typeface="+mj-lt"/>
              </a:rPr>
              <a:t>x</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x</a:t>
            </a:r>
            <a:r>
              <a:rPr lang="en-US" altLang="zh-CN" dirty="0">
                <a:solidFill>
                  <a:srgbClr val="777777"/>
                </a:solidFill>
                <a:latin typeface="+mj-lt"/>
              </a:rPr>
              <a:t>[</a:t>
            </a:r>
            <a:r>
              <a:rPr lang="en-US" altLang="zh-CN" dirty="0">
                <a:solidFill>
                  <a:srgbClr val="9C5D27"/>
                </a:solidFill>
                <a:latin typeface="+mj-lt"/>
              </a:rPr>
              <a:t>1</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reverse</a:t>
            </a:r>
            <a:r>
              <a:rPr lang="en-US" altLang="zh-CN" dirty="0">
                <a:solidFill>
                  <a:srgbClr val="777777"/>
                </a:solidFill>
                <a:latin typeface="+mj-lt"/>
              </a:rPr>
              <a:t>=</a:t>
            </a:r>
            <a:r>
              <a:rPr lang="en-US" altLang="zh-CN" dirty="0">
                <a:solidFill>
                  <a:srgbClr val="9C5D27"/>
                </a:solidFill>
                <a:latin typeface="+mj-lt"/>
              </a:rPr>
              <a:t>True</a:t>
            </a:r>
            <a:r>
              <a:rPr lang="en-US" altLang="zh-CN" dirty="0">
                <a:solidFill>
                  <a:srgbClr val="777777"/>
                </a:solidFill>
                <a:latin typeface="+mj-lt"/>
              </a:rPr>
              <a:t>)</a:t>
            </a:r>
            <a:r>
              <a:rPr lang="en-US" altLang="zh-CN" dirty="0">
                <a:solidFill>
                  <a:srgbClr val="333333"/>
                </a:solidFill>
                <a:latin typeface="+mj-lt"/>
              </a:rPr>
              <a:t> </a:t>
            </a:r>
            <a:endParaRPr lang="en-US" altLang="zh-CN" dirty="0">
              <a:solidFill>
                <a:srgbClr val="333333"/>
              </a:solidFill>
              <a:latin typeface="+mj-lt"/>
            </a:endParaRPr>
          </a:p>
          <a:p>
            <a:pPr>
              <a:lnSpc>
                <a:spcPct val="110000"/>
              </a:lnSpc>
              <a:spcBef>
                <a:spcPts val="500"/>
              </a:spcBef>
            </a:pPr>
            <a:br>
              <a:rPr lang="en-US" altLang="zh-CN" dirty="0">
                <a:solidFill>
                  <a:srgbClr val="333333"/>
                </a:solidFill>
                <a:latin typeface="+mj-lt"/>
              </a:rPr>
            </a:br>
            <a:r>
              <a:rPr lang="en-US" altLang="zh-CN" dirty="0">
                <a:solidFill>
                  <a:srgbClr val="4B69C6"/>
                </a:solidFill>
                <a:latin typeface="+mj-lt"/>
              </a:rPr>
              <a:t>if</a:t>
            </a:r>
            <a:r>
              <a:rPr lang="en-US" altLang="zh-CN" dirty="0">
                <a:solidFill>
                  <a:srgbClr val="333333"/>
                </a:solidFill>
                <a:latin typeface="+mj-lt"/>
              </a:rPr>
              <a:t> </a:t>
            </a:r>
            <a:r>
              <a:rPr lang="en-US" altLang="zh-CN" dirty="0">
                <a:solidFill>
                  <a:srgbClr val="7A3E9D"/>
                </a:solidFill>
                <a:latin typeface="+mj-lt"/>
              </a:rPr>
              <a:t>__name__</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448C27"/>
                </a:solidFill>
                <a:latin typeface="+mj-lt"/>
              </a:rPr>
              <a:t>__main__</a:t>
            </a:r>
            <a:r>
              <a:rPr lang="en-US" altLang="zh-CN" dirty="0">
                <a:solidFill>
                  <a:srgbClr val="777777"/>
                </a:solidFill>
                <a:latin typeface="+mj-lt"/>
              </a:rPr>
              <a:t>':</a:t>
            </a:r>
            <a:r>
              <a:rPr lang="en-US" altLang="zh-CN" dirty="0">
                <a:solidFill>
                  <a:srgbClr val="333333"/>
                </a:solidFill>
                <a:latin typeface="+mj-lt"/>
              </a:rPr>
              <a:t> </a:t>
            </a:r>
            <a:endParaRPr lang="en-US" altLang="zh-CN" dirty="0">
              <a:solidFill>
                <a:srgbClr val="333333"/>
              </a:solidFill>
              <a:latin typeface="+mj-lt"/>
            </a:endParaRPr>
          </a:p>
          <a:p>
            <a:pPr>
              <a:lnSpc>
                <a:spcPct val="110000"/>
              </a:lnSpc>
              <a:spcBef>
                <a:spcPts val="500"/>
              </a:spcBef>
            </a:pPr>
            <a:r>
              <a:rPr lang="zh-CN" altLang="en-US" dirty="0">
                <a:solidFill>
                  <a:srgbClr val="333333"/>
                </a:solidFill>
                <a:latin typeface="+mj-lt"/>
              </a:rPr>
              <a:t>    </a:t>
            </a:r>
            <a:r>
              <a:rPr lang="en-US" altLang="zh-CN" dirty="0">
                <a:solidFill>
                  <a:srgbClr val="7A3E9D"/>
                </a:solidFill>
                <a:latin typeface="+mj-lt"/>
              </a:rPr>
              <a:t>text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b="1" dirty="0" err="1">
                <a:solidFill>
                  <a:srgbClr val="AA3731"/>
                </a:solidFill>
                <a:latin typeface="+mj-lt"/>
              </a:rPr>
              <a:t>read_file</a:t>
            </a:r>
            <a:r>
              <a:rPr lang="en-US" altLang="zh-CN" dirty="0">
                <a:solidFill>
                  <a:srgbClr val="777777"/>
                </a:solidFill>
                <a:latin typeface="+mj-lt"/>
              </a:rPr>
              <a:t>(</a:t>
            </a:r>
            <a:r>
              <a:rPr lang="en-US" altLang="zh-CN" dirty="0">
                <a:solidFill>
                  <a:srgbClr val="777777"/>
                </a:solidFill>
              </a:rPr>
              <a:t>'</a:t>
            </a:r>
            <a:r>
              <a:rPr lang="zh-CN" altLang="en-US" dirty="0">
                <a:solidFill>
                  <a:srgbClr val="448C27"/>
                </a:solidFill>
              </a:rPr>
              <a:t>二十大报告</a:t>
            </a:r>
            <a:r>
              <a:rPr lang="en-US" altLang="zh-CN" dirty="0">
                <a:solidFill>
                  <a:srgbClr val="448C27"/>
                </a:solidFill>
              </a:rPr>
              <a:t>.txt</a:t>
            </a:r>
            <a:r>
              <a:rPr lang="en-US" altLang="zh-CN" dirty="0">
                <a:solidFill>
                  <a:srgbClr val="777777"/>
                </a:solidFill>
              </a:rPr>
              <a:t>'</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读取文件内容</a:t>
            </a:r>
            <a:endParaRPr lang="zh-CN" altLang="en-US" dirty="0">
              <a:solidFill>
                <a:srgbClr val="333333"/>
              </a:solidFill>
              <a:latin typeface="+mj-lt"/>
            </a:endParaRPr>
          </a:p>
          <a:p>
            <a:pPr>
              <a:lnSpc>
                <a:spcPct val="110000"/>
              </a:lnSpc>
              <a:spcBef>
                <a:spcPts val="500"/>
              </a:spcBef>
            </a:pPr>
            <a:r>
              <a:rPr lang="zh-CN" altLang="en-US" dirty="0">
                <a:solidFill>
                  <a:srgbClr val="333333"/>
                </a:solidFill>
                <a:latin typeface="+mj-lt"/>
              </a:rPr>
              <a:t>    </a:t>
            </a:r>
            <a:r>
              <a:rPr lang="en-US" altLang="zh-CN" dirty="0" err="1">
                <a:solidFill>
                  <a:srgbClr val="7A3E9D"/>
                </a:solidFill>
                <a:latin typeface="+mj-lt"/>
              </a:rPr>
              <a:t>words_ls</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b="1" dirty="0" err="1">
                <a:solidFill>
                  <a:srgbClr val="AA3731"/>
                </a:solidFill>
                <a:latin typeface="+mj-lt"/>
              </a:rPr>
              <a:t>cut_words</a:t>
            </a:r>
            <a:r>
              <a:rPr lang="en-US" altLang="zh-CN" dirty="0">
                <a:solidFill>
                  <a:srgbClr val="777777"/>
                </a:solidFill>
                <a:latin typeface="+mj-lt"/>
              </a:rPr>
              <a:t>(</a:t>
            </a:r>
            <a:r>
              <a:rPr lang="en-US" altLang="zh-CN" dirty="0">
                <a:solidFill>
                  <a:srgbClr val="7A3E9D"/>
                </a:solidFill>
                <a:latin typeface="+mj-lt"/>
              </a:rPr>
              <a:t>text</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分词</a:t>
            </a:r>
            <a:endParaRPr lang="zh-CN" altLang="en-US" dirty="0">
              <a:solidFill>
                <a:srgbClr val="333333"/>
              </a:solidFill>
              <a:latin typeface="+mj-lt"/>
            </a:endParaRPr>
          </a:p>
          <a:p>
            <a:pPr>
              <a:lnSpc>
                <a:spcPct val="110000"/>
              </a:lnSpc>
              <a:spcBef>
                <a:spcPts val="500"/>
              </a:spcBef>
            </a:pPr>
            <a:r>
              <a:rPr lang="zh-CN" altLang="en-US" dirty="0">
                <a:solidFill>
                  <a:srgbClr val="333333"/>
                </a:solidFill>
                <a:latin typeface="+mj-lt"/>
              </a:rPr>
              <a:t>    </a:t>
            </a:r>
            <a:r>
              <a:rPr lang="en-US" altLang="zh-CN" dirty="0" err="1">
                <a:solidFill>
                  <a:srgbClr val="7A3E9D"/>
                </a:solidFill>
                <a:latin typeface="+mj-lt"/>
              </a:rPr>
              <a:t>word_freq_ls</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b="1" dirty="0" err="1">
                <a:solidFill>
                  <a:srgbClr val="AA3731"/>
                </a:solidFill>
                <a:latin typeface="+mj-lt"/>
              </a:rPr>
              <a:t>count_word_frequency</a:t>
            </a:r>
            <a:r>
              <a:rPr lang="en-US" altLang="zh-CN" dirty="0">
                <a:solidFill>
                  <a:srgbClr val="777777"/>
                </a:solidFill>
                <a:latin typeface="+mj-lt"/>
              </a:rPr>
              <a:t>(</a:t>
            </a:r>
            <a:r>
              <a:rPr lang="en-US" altLang="zh-CN" dirty="0" err="1">
                <a:solidFill>
                  <a:srgbClr val="7A3E9D"/>
                </a:solidFill>
                <a:latin typeface="+mj-lt"/>
              </a:rPr>
              <a:t>words_ls</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统计词频</a:t>
            </a:r>
            <a:br>
              <a:rPr lang="zh-CN" altLang="en-US" dirty="0">
                <a:solidFill>
                  <a:srgbClr val="333333"/>
                </a:solidFill>
                <a:latin typeface="+mj-lt"/>
              </a:rPr>
            </a:br>
            <a:r>
              <a:rPr lang="zh-CN" altLang="en-US" dirty="0">
                <a:solidFill>
                  <a:srgbClr val="333333"/>
                </a:solidFill>
                <a:latin typeface="+mj-lt"/>
              </a:rPr>
              <a:t>    </a:t>
            </a:r>
            <a:r>
              <a:rPr lang="en-US" altLang="zh-CN" dirty="0">
                <a:solidFill>
                  <a:srgbClr val="4B69C6"/>
                </a:solidFill>
                <a:latin typeface="+mj-lt"/>
              </a:rPr>
              <a:t>for</a:t>
            </a:r>
            <a:r>
              <a:rPr lang="en-US" altLang="zh-CN" dirty="0">
                <a:solidFill>
                  <a:srgbClr val="333333"/>
                </a:solidFill>
                <a:latin typeface="+mj-lt"/>
              </a:rPr>
              <a:t> </a:t>
            </a:r>
            <a:r>
              <a:rPr lang="en-US" altLang="zh-CN" dirty="0" err="1">
                <a:solidFill>
                  <a:srgbClr val="7A3E9D"/>
                </a:solidFill>
                <a:latin typeface="+mj-lt"/>
              </a:rPr>
              <a:t>top_word</a:t>
            </a:r>
            <a:r>
              <a:rPr lang="en-US" altLang="zh-CN" dirty="0">
                <a:solidFill>
                  <a:srgbClr val="777777"/>
                </a:solidFill>
                <a:latin typeface="+mj-lt"/>
              </a:rPr>
              <a:t>,</a:t>
            </a:r>
            <a:r>
              <a:rPr lang="en-US" altLang="zh-CN" dirty="0">
                <a:solidFill>
                  <a:srgbClr val="333333"/>
                </a:solidFill>
                <a:latin typeface="+mj-lt"/>
              </a:rPr>
              <a:t> </a:t>
            </a:r>
            <a:r>
              <a:rPr lang="en-US" altLang="zh-CN" dirty="0" err="1">
                <a:solidFill>
                  <a:srgbClr val="7A3E9D"/>
                </a:solidFill>
                <a:latin typeface="+mj-lt"/>
              </a:rPr>
              <a:t>freq</a:t>
            </a:r>
            <a:r>
              <a:rPr lang="en-US" altLang="zh-CN" dirty="0">
                <a:solidFill>
                  <a:srgbClr val="333333"/>
                </a:solidFill>
                <a:latin typeface="+mj-lt"/>
              </a:rPr>
              <a:t> </a:t>
            </a:r>
            <a:r>
              <a:rPr lang="en-US" altLang="zh-CN" dirty="0">
                <a:solidFill>
                  <a:srgbClr val="4B69C6"/>
                </a:solidFill>
                <a:latin typeface="+mj-lt"/>
              </a:rPr>
              <a:t>in</a:t>
            </a:r>
            <a:r>
              <a:rPr lang="en-US" altLang="zh-CN" dirty="0">
                <a:solidFill>
                  <a:srgbClr val="333333"/>
                </a:solidFill>
                <a:latin typeface="+mj-lt"/>
              </a:rPr>
              <a:t> </a:t>
            </a:r>
            <a:r>
              <a:rPr lang="en-US" altLang="zh-CN" dirty="0" err="1">
                <a:solidFill>
                  <a:srgbClr val="7A3E9D"/>
                </a:solidFill>
                <a:latin typeface="+mj-lt"/>
              </a:rPr>
              <a:t>word_freq_ls</a:t>
            </a:r>
            <a:r>
              <a:rPr lang="en-US" altLang="zh-CN" dirty="0">
                <a:solidFill>
                  <a:srgbClr val="777777"/>
                </a:solidFill>
                <a:latin typeface="+mj-lt"/>
              </a:rPr>
              <a:t>[:</a:t>
            </a:r>
            <a:r>
              <a:rPr lang="en-US" altLang="zh-CN" dirty="0">
                <a:solidFill>
                  <a:srgbClr val="9C5D27"/>
                </a:solidFill>
                <a:latin typeface="+mj-lt"/>
              </a:rPr>
              <a:t>10</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取前 </a:t>
            </a:r>
            <a:r>
              <a:rPr lang="en-US" altLang="zh-CN" dirty="0">
                <a:solidFill>
                  <a:srgbClr val="AAAAAA"/>
                </a:solidFill>
                <a:latin typeface="+mj-lt"/>
              </a:rPr>
              <a:t>10 </a:t>
            </a:r>
            <a:r>
              <a:rPr lang="zh-CN" altLang="en-US" dirty="0">
                <a:solidFill>
                  <a:srgbClr val="AAAAAA"/>
                </a:solidFill>
                <a:latin typeface="+mj-lt"/>
              </a:rPr>
              <a:t>个高频词</a:t>
            </a:r>
            <a:endParaRPr lang="zh-CN" altLang="en-US" dirty="0">
              <a:solidFill>
                <a:srgbClr val="333333"/>
              </a:solidFill>
              <a:latin typeface="+mj-lt"/>
            </a:endParaRPr>
          </a:p>
          <a:p>
            <a:pPr>
              <a:lnSpc>
                <a:spcPct val="110000"/>
              </a:lnSpc>
              <a:spcBef>
                <a:spcPts val="500"/>
              </a:spcBef>
            </a:pPr>
            <a:r>
              <a:rPr lang="zh-CN" altLang="en-US" dirty="0">
                <a:solidFill>
                  <a:srgbClr val="333333"/>
                </a:solidFill>
                <a:latin typeface="+mj-lt"/>
              </a:rPr>
              <a:t>        </a:t>
            </a:r>
            <a:r>
              <a:rPr lang="en-US" altLang="zh-CN" b="1" dirty="0">
                <a:solidFill>
                  <a:srgbClr val="AA3731"/>
                </a:solidFill>
                <a:latin typeface="+mj-lt"/>
              </a:rPr>
              <a:t>print</a:t>
            </a:r>
            <a:r>
              <a:rPr lang="en-US" altLang="zh-CN" dirty="0">
                <a:solidFill>
                  <a:srgbClr val="777777"/>
                </a:solidFill>
                <a:latin typeface="+mj-lt"/>
              </a:rPr>
              <a:t>(</a:t>
            </a:r>
            <a:r>
              <a:rPr lang="en-US" altLang="zh-CN" dirty="0">
                <a:solidFill>
                  <a:srgbClr val="7A3E9D"/>
                </a:solidFill>
                <a:latin typeface="+mj-lt"/>
              </a:rPr>
              <a:t>f</a:t>
            </a:r>
            <a:r>
              <a:rPr lang="en-US" altLang="zh-CN" dirty="0">
                <a:solidFill>
                  <a:srgbClr val="448C27"/>
                </a:solidFill>
                <a:latin typeface="+mj-lt"/>
              </a:rPr>
              <a:t>'</a:t>
            </a:r>
            <a:r>
              <a:rPr lang="en-US" altLang="zh-CN" dirty="0">
                <a:solidFill>
                  <a:srgbClr val="9C5D27"/>
                </a:solidFill>
                <a:latin typeface="+mj-lt"/>
              </a:rPr>
              <a:t>{</a:t>
            </a:r>
            <a:r>
              <a:rPr lang="en-US" altLang="zh-CN" dirty="0" err="1">
                <a:solidFill>
                  <a:srgbClr val="7A3E9D"/>
                </a:solidFill>
                <a:latin typeface="+mj-lt"/>
              </a:rPr>
              <a:t>top_word</a:t>
            </a:r>
            <a:r>
              <a:rPr lang="en-US" altLang="zh-CN" dirty="0">
                <a:solidFill>
                  <a:srgbClr val="9C5D27"/>
                </a:solidFill>
                <a:latin typeface="+mj-lt"/>
              </a:rPr>
              <a:t>}</a:t>
            </a:r>
            <a:r>
              <a:rPr lang="en-US" altLang="zh-CN" dirty="0">
                <a:solidFill>
                  <a:srgbClr val="448C27"/>
                </a:solidFill>
                <a:latin typeface="+mj-lt"/>
              </a:rPr>
              <a:t>: </a:t>
            </a:r>
            <a:r>
              <a:rPr lang="en-US" altLang="zh-CN" dirty="0">
                <a:solidFill>
                  <a:srgbClr val="9C5D27"/>
                </a:solidFill>
                <a:latin typeface="+mj-lt"/>
              </a:rPr>
              <a:t>{</a:t>
            </a:r>
            <a:r>
              <a:rPr lang="en-US" altLang="zh-CN" dirty="0" err="1">
                <a:solidFill>
                  <a:srgbClr val="7A3E9D"/>
                </a:solidFill>
                <a:latin typeface="+mj-lt"/>
              </a:rPr>
              <a:t>freq</a:t>
            </a:r>
            <a:r>
              <a:rPr lang="en-US" altLang="zh-CN" dirty="0">
                <a:solidFill>
                  <a:srgbClr val="9C5D27"/>
                </a:solidFill>
                <a:latin typeface="+mj-lt"/>
              </a:rPr>
              <a:t>}</a:t>
            </a:r>
            <a:r>
              <a:rPr lang="en-US" altLang="zh-CN" dirty="0">
                <a:solidFill>
                  <a:srgbClr val="448C27"/>
                </a:solidFill>
                <a:latin typeface="+mj-lt"/>
              </a:rPr>
              <a:t>'</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输出结果</a:t>
            </a:r>
            <a:endParaRPr lang="zh-CN" altLang="en-US" dirty="0">
              <a:solidFill>
                <a:srgbClr val="333333"/>
              </a:solidFill>
              <a:latin typeface="+mj-lt"/>
            </a:endParaRPr>
          </a:p>
        </p:txBody>
      </p:sp>
      <p:sp>
        <p:nvSpPr>
          <p:cNvPr id="3" name="文本框 2"/>
          <p:cNvSpPr txBox="1"/>
          <p:nvPr/>
        </p:nvSpPr>
        <p:spPr>
          <a:xfrm>
            <a:off x="9979749" y="2074603"/>
            <a:ext cx="1927119" cy="4672332"/>
          </a:xfrm>
          <a:prstGeom prst="roundRect">
            <a:avLst>
              <a:gd name="adj" fmla="val 5518"/>
            </a:avLst>
          </a:prstGeom>
          <a:solidFill>
            <a:srgbClr val="0070C0"/>
          </a:solidFill>
          <a:ln>
            <a:solidFill>
              <a:schemeClr val="bg1"/>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nchorCtr="0"/>
          <a:lstStyle>
            <a:defPPr>
              <a:defRPr lang="zh-CN"/>
            </a:defPPr>
            <a:lvl1pPr>
              <a:defRPr sz="24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a:lnSpc>
                <a:spcPct val="120000"/>
              </a:lnSpc>
              <a:defRPr/>
            </a:pPr>
            <a:r>
              <a:rPr lang="zh-CN" altLang="en-US" sz="2000" b="1" dirty="0">
                <a:solidFill>
                  <a:prstClr val="white"/>
                </a:solidFill>
                <a:latin typeface="微软雅黑" panose="020B0503020204020204" pitchFamily="34" charset="-122"/>
                <a:ea typeface="微软雅黑" panose="020B0503020204020204" pitchFamily="34" charset="-122"/>
              </a:rPr>
              <a:t>输出：</a:t>
            </a:r>
            <a:endParaRPr lang="zh-CN" altLang="en-US" sz="2000" b="1" dirty="0">
              <a:solidFill>
                <a:prstClr val="white"/>
              </a:solidFill>
              <a:latin typeface="微软雅黑" panose="020B0503020204020204" pitchFamily="34" charset="-122"/>
              <a:ea typeface="微软雅黑" panose="020B0503020204020204" pitchFamily="34" charset="-122"/>
            </a:endParaRPr>
          </a:p>
          <a:p>
            <a:pPr lvl="0">
              <a:lnSpc>
                <a:spcPct val="120000"/>
              </a:lnSpc>
              <a:defRPr/>
            </a:pPr>
            <a:r>
              <a:rPr lang="zh-CN" altLang="en-US" sz="2000" b="1" dirty="0">
                <a:solidFill>
                  <a:prstClr val="white"/>
                </a:solidFill>
                <a:latin typeface="微软雅黑" panose="020B0503020204020204" pitchFamily="34" charset="-122"/>
                <a:ea typeface="微软雅黑" panose="020B0503020204020204" pitchFamily="34" charset="-122"/>
              </a:rPr>
              <a:t>发展</a:t>
            </a:r>
            <a:r>
              <a:rPr lang="en-US" altLang="zh-CN" sz="2000" b="1" dirty="0">
                <a:solidFill>
                  <a:prstClr val="white"/>
                </a:solidFill>
                <a:latin typeface="微软雅黑" panose="020B0503020204020204" pitchFamily="34" charset="-122"/>
                <a:ea typeface="微软雅黑" panose="020B0503020204020204" pitchFamily="34" charset="-122"/>
              </a:rPr>
              <a:t>: 218</a:t>
            </a:r>
            <a:endParaRPr lang="en-US" altLang="zh-CN" sz="2000" b="1" dirty="0">
              <a:solidFill>
                <a:prstClr val="white"/>
              </a:solidFill>
              <a:latin typeface="微软雅黑" panose="020B0503020204020204" pitchFamily="34" charset="-122"/>
              <a:ea typeface="微软雅黑" panose="020B0503020204020204" pitchFamily="34" charset="-122"/>
            </a:endParaRPr>
          </a:p>
          <a:p>
            <a:pPr lvl="0">
              <a:lnSpc>
                <a:spcPct val="120000"/>
              </a:lnSpc>
              <a:defRPr/>
            </a:pPr>
            <a:r>
              <a:rPr lang="zh-CN" altLang="en-US" sz="2000" b="1" dirty="0">
                <a:solidFill>
                  <a:prstClr val="white"/>
                </a:solidFill>
                <a:latin typeface="微软雅黑" panose="020B0503020204020204" pitchFamily="34" charset="-122"/>
                <a:ea typeface="微软雅黑" panose="020B0503020204020204" pitchFamily="34" charset="-122"/>
              </a:rPr>
              <a:t>坚持</a:t>
            </a:r>
            <a:r>
              <a:rPr lang="en-US" altLang="zh-CN" sz="2000" b="1" dirty="0">
                <a:solidFill>
                  <a:prstClr val="white"/>
                </a:solidFill>
                <a:latin typeface="微软雅黑" panose="020B0503020204020204" pitchFamily="34" charset="-122"/>
                <a:ea typeface="微软雅黑" panose="020B0503020204020204" pitchFamily="34" charset="-122"/>
              </a:rPr>
              <a:t>: 170</a:t>
            </a:r>
            <a:endParaRPr lang="en-US" altLang="zh-CN" sz="2000" b="1" dirty="0">
              <a:solidFill>
                <a:prstClr val="white"/>
              </a:solidFill>
              <a:latin typeface="微软雅黑" panose="020B0503020204020204" pitchFamily="34" charset="-122"/>
              <a:ea typeface="微软雅黑" panose="020B0503020204020204" pitchFamily="34" charset="-122"/>
            </a:endParaRPr>
          </a:p>
          <a:p>
            <a:pPr lvl="0">
              <a:lnSpc>
                <a:spcPct val="120000"/>
              </a:lnSpc>
              <a:defRPr/>
            </a:pPr>
            <a:r>
              <a:rPr lang="zh-CN" altLang="en-US" sz="2000" b="1" dirty="0">
                <a:solidFill>
                  <a:prstClr val="white"/>
                </a:solidFill>
                <a:latin typeface="微软雅黑" panose="020B0503020204020204" pitchFamily="34" charset="-122"/>
                <a:ea typeface="微软雅黑" panose="020B0503020204020204" pitchFamily="34" charset="-122"/>
              </a:rPr>
              <a:t>建设</a:t>
            </a:r>
            <a:r>
              <a:rPr lang="en-US" altLang="zh-CN" sz="2000" b="1" dirty="0">
                <a:solidFill>
                  <a:prstClr val="white"/>
                </a:solidFill>
                <a:latin typeface="微软雅黑" panose="020B0503020204020204" pitchFamily="34" charset="-122"/>
                <a:ea typeface="微软雅黑" panose="020B0503020204020204" pitchFamily="34" charset="-122"/>
              </a:rPr>
              <a:t>: 151</a:t>
            </a:r>
            <a:endParaRPr lang="en-US" altLang="zh-CN" sz="2000" b="1" dirty="0">
              <a:solidFill>
                <a:prstClr val="white"/>
              </a:solidFill>
              <a:latin typeface="微软雅黑" panose="020B0503020204020204" pitchFamily="34" charset="-122"/>
              <a:ea typeface="微软雅黑" panose="020B0503020204020204" pitchFamily="34" charset="-122"/>
            </a:endParaRPr>
          </a:p>
          <a:p>
            <a:pPr lvl="0">
              <a:lnSpc>
                <a:spcPct val="120000"/>
              </a:lnSpc>
              <a:defRPr/>
            </a:pPr>
            <a:r>
              <a:rPr lang="zh-CN" altLang="en-US" sz="2000" b="1" dirty="0">
                <a:solidFill>
                  <a:prstClr val="white"/>
                </a:solidFill>
                <a:latin typeface="微软雅黑" panose="020B0503020204020204" pitchFamily="34" charset="-122"/>
                <a:ea typeface="微软雅黑" panose="020B0503020204020204" pitchFamily="34" charset="-122"/>
              </a:rPr>
              <a:t>人民</a:t>
            </a:r>
            <a:r>
              <a:rPr lang="en-US" altLang="zh-CN" sz="2000" b="1" dirty="0">
                <a:solidFill>
                  <a:prstClr val="white"/>
                </a:solidFill>
                <a:latin typeface="微软雅黑" panose="020B0503020204020204" pitchFamily="34" charset="-122"/>
                <a:ea typeface="微软雅黑" panose="020B0503020204020204" pitchFamily="34" charset="-122"/>
              </a:rPr>
              <a:t>: 134</a:t>
            </a:r>
            <a:endParaRPr lang="en-US" altLang="zh-CN" sz="2000" b="1" dirty="0">
              <a:solidFill>
                <a:prstClr val="white"/>
              </a:solidFill>
              <a:latin typeface="微软雅黑" panose="020B0503020204020204" pitchFamily="34" charset="-122"/>
              <a:ea typeface="微软雅黑" panose="020B0503020204020204" pitchFamily="34" charset="-122"/>
            </a:endParaRPr>
          </a:p>
          <a:p>
            <a:pPr lvl="0">
              <a:lnSpc>
                <a:spcPct val="120000"/>
              </a:lnSpc>
              <a:defRPr/>
            </a:pPr>
            <a:r>
              <a:rPr lang="zh-CN" altLang="en-US" sz="2000" b="1" dirty="0">
                <a:solidFill>
                  <a:prstClr val="white"/>
                </a:solidFill>
                <a:latin typeface="微软雅黑" panose="020B0503020204020204" pitchFamily="34" charset="-122"/>
                <a:ea typeface="微软雅黑" panose="020B0503020204020204" pitchFamily="34" charset="-122"/>
              </a:rPr>
              <a:t>中国</a:t>
            </a:r>
            <a:r>
              <a:rPr lang="en-US" altLang="zh-CN" sz="2000" b="1" dirty="0">
                <a:solidFill>
                  <a:prstClr val="white"/>
                </a:solidFill>
                <a:latin typeface="微软雅黑" panose="020B0503020204020204" pitchFamily="34" charset="-122"/>
                <a:ea typeface="微软雅黑" panose="020B0503020204020204" pitchFamily="34" charset="-122"/>
              </a:rPr>
              <a:t>: 124</a:t>
            </a:r>
            <a:endParaRPr lang="en-US" altLang="zh-CN" sz="2000" b="1" dirty="0">
              <a:solidFill>
                <a:prstClr val="white"/>
              </a:solidFill>
              <a:latin typeface="微软雅黑" panose="020B0503020204020204" pitchFamily="34" charset="-122"/>
              <a:ea typeface="微软雅黑" panose="020B0503020204020204" pitchFamily="34" charset="-122"/>
            </a:endParaRPr>
          </a:p>
          <a:p>
            <a:pPr lvl="0">
              <a:lnSpc>
                <a:spcPct val="120000"/>
              </a:lnSpc>
              <a:defRPr/>
            </a:pPr>
            <a:r>
              <a:rPr lang="zh-CN" altLang="en-US" sz="2000" b="1" dirty="0">
                <a:solidFill>
                  <a:prstClr val="white"/>
                </a:solidFill>
                <a:latin typeface="微软雅黑" panose="020B0503020204020204" pitchFamily="34" charset="-122"/>
                <a:ea typeface="微软雅黑" panose="020B0503020204020204" pitchFamily="34" charset="-122"/>
              </a:rPr>
              <a:t>社会主义</a:t>
            </a:r>
            <a:r>
              <a:rPr lang="en-US" altLang="zh-CN" sz="2000" b="1" dirty="0">
                <a:solidFill>
                  <a:prstClr val="white"/>
                </a:solidFill>
                <a:latin typeface="微软雅黑" panose="020B0503020204020204" pitchFamily="34" charset="-122"/>
                <a:ea typeface="微软雅黑" panose="020B0503020204020204" pitchFamily="34" charset="-122"/>
              </a:rPr>
              <a:t>: 116</a:t>
            </a:r>
            <a:endParaRPr lang="en-US" altLang="zh-CN" sz="2000" b="1" dirty="0">
              <a:solidFill>
                <a:prstClr val="white"/>
              </a:solidFill>
              <a:latin typeface="微软雅黑" panose="020B0503020204020204" pitchFamily="34" charset="-122"/>
              <a:ea typeface="微软雅黑" panose="020B0503020204020204" pitchFamily="34" charset="-122"/>
            </a:endParaRPr>
          </a:p>
          <a:p>
            <a:pPr lvl="0">
              <a:lnSpc>
                <a:spcPct val="120000"/>
              </a:lnSpc>
              <a:defRPr/>
            </a:pPr>
            <a:r>
              <a:rPr lang="zh-CN" altLang="en-US" sz="2000" b="1" dirty="0">
                <a:solidFill>
                  <a:prstClr val="white"/>
                </a:solidFill>
                <a:latin typeface="微软雅黑" panose="020B0503020204020204" pitchFamily="34" charset="-122"/>
                <a:ea typeface="微软雅黑" panose="020B0503020204020204" pitchFamily="34" charset="-122"/>
              </a:rPr>
              <a:t>国家</a:t>
            </a:r>
            <a:r>
              <a:rPr lang="en-US" altLang="zh-CN" sz="2000" b="1" dirty="0">
                <a:solidFill>
                  <a:prstClr val="white"/>
                </a:solidFill>
                <a:latin typeface="微软雅黑" panose="020B0503020204020204" pitchFamily="34" charset="-122"/>
                <a:ea typeface="微软雅黑" panose="020B0503020204020204" pitchFamily="34" charset="-122"/>
              </a:rPr>
              <a:t>: 110</a:t>
            </a:r>
            <a:endParaRPr lang="en-US" altLang="zh-CN" sz="2000" b="1" dirty="0">
              <a:solidFill>
                <a:prstClr val="white"/>
              </a:solidFill>
              <a:latin typeface="微软雅黑" panose="020B0503020204020204" pitchFamily="34" charset="-122"/>
              <a:ea typeface="微软雅黑" panose="020B0503020204020204" pitchFamily="34" charset="-122"/>
            </a:endParaRPr>
          </a:p>
          <a:p>
            <a:pPr lvl="0">
              <a:lnSpc>
                <a:spcPct val="120000"/>
              </a:lnSpc>
              <a:defRPr/>
            </a:pPr>
            <a:r>
              <a:rPr lang="zh-CN" altLang="en-US" sz="2000" b="1" dirty="0">
                <a:solidFill>
                  <a:prstClr val="white"/>
                </a:solidFill>
                <a:latin typeface="微软雅黑" panose="020B0503020204020204" pitchFamily="34" charset="-122"/>
                <a:ea typeface="微软雅黑" panose="020B0503020204020204" pitchFamily="34" charset="-122"/>
              </a:rPr>
              <a:t>体系</a:t>
            </a:r>
            <a:r>
              <a:rPr lang="en-US" altLang="zh-CN" sz="2000" b="1" dirty="0">
                <a:solidFill>
                  <a:prstClr val="white"/>
                </a:solidFill>
                <a:latin typeface="微软雅黑" panose="020B0503020204020204" pitchFamily="34" charset="-122"/>
                <a:ea typeface="微软雅黑" panose="020B0503020204020204" pitchFamily="34" charset="-122"/>
              </a:rPr>
              <a:t>: 109</a:t>
            </a:r>
            <a:endParaRPr lang="en-US" altLang="zh-CN" sz="2000" b="1" dirty="0">
              <a:solidFill>
                <a:prstClr val="white"/>
              </a:solidFill>
              <a:latin typeface="微软雅黑" panose="020B0503020204020204" pitchFamily="34" charset="-122"/>
              <a:ea typeface="微软雅黑" panose="020B0503020204020204" pitchFamily="34" charset="-122"/>
            </a:endParaRPr>
          </a:p>
          <a:p>
            <a:pPr lvl="0">
              <a:lnSpc>
                <a:spcPct val="120000"/>
              </a:lnSpc>
              <a:defRPr/>
            </a:pPr>
            <a:r>
              <a:rPr lang="zh-CN" altLang="en-US" sz="2000" b="1" dirty="0">
                <a:solidFill>
                  <a:prstClr val="white"/>
                </a:solidFill>
                <a:latin typeface="微软雅黑" panose="020B0503020204020204" pitchFamily="34" charset="-122"/>
                <a:ea typeface="微软雅黑" panose="020B0503020204020204" pitchFamily="34" charset="-122"/>
              </a:rPr>
              <a:t>推进</a:t>
            </a:r>
            <a:r>
              <a:rPr lang="en-US" altLang="zh-CN" sz="2000" b="1" dirty="0">
                <a:solidFill>
                  <a:prstClr val="white"/>
                </a:solidFill>
                <a:latin typeface="微软雅黑" panose="020B0503020204020204" pitchFamily="34" charset="-122"/>
                <a:ea typeface="微软雅黑" panose="020B0503020204020204" pitchFamily="34" charset="-122"/>
              </a:rPr>
              <a:t>: 107</a:t>
            </a:r>
            <a:endParaRPr lang="en-US" altLang="zh-CN" sz="2000" b="1" dirty="0">
              <a:solidFill>
                <a:prstClr val="white"/>
              </a:solidFill>
              <a:latin typeface="微软雅黑" panose="020B0503020204020204" pitchFamily="34" charset="-122"/>
              <a:ea typeface="微软雅黑" panose="020B0503020204020204" pitchFamily="34" charset="-122"/>
            </a:endParaRPr>
          </a:p>
          <a:p>
            <a:pPr lvl="0">
              <a:lnSpc>
                <a:spcPct val="120000"/>
              </a:lnSpc>
              <a:defRPr/>
            </a:pPr>
            <a:r>
              <a:rPr lang="zh-CN" altLang="en-US" sz="2000" b="1" dirty="0">
                <a:solidFill>
                  <a:prstClr val="white"/>
                </a:solidFill>
                <a:latin typeface="微软雅黑" panose="020B0503020204020204" pitchFamily="34" charset="-122"/>
                <a:ea typeface="微软雅黑" panose="020B0503020204020204" pitchFamily="34" charset="-122"/>
              </a:rPr>
              <a:t>全面</a:t>
            </a:r>
            <a:r>
              <a:rPr lang="en-US" altLang="zh-CN" sz="2000" b="1" dirty="0">
                <a:solidFill>
                  <a:prstClr val="white"/>
                </a:solidFill>
                <a:latin typeface="微软雅黑" panose="020B0503020204020204" pitchFamily="34" charset="-122"/>
                <a:ea typeface="微软雅黑" panose="020B0503020204020204" pitchFamily="34" charset="-122"/>
              </a:rPr>
              <a:t>: 102</a:t>
            </a:r>
            <a:endParaRPr lang="en-US" altLang="zh-CN" sz="2000" b="1" dirty="0">
              <a:solidFill>
                <a:prstClr val="white"/>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2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7</a:t>
            </a:r>
            <a:r>
              <a:rPr dirty="0"/>
              <a:t>.2 </a:t>
            </a:r>
            <a:r>
              <a:rPr lang="en-US" dirty="0"/>
              <a:t>CSV </a:t>
            </a:r>
            <a:r>
              <a:rPr lang="zh-CN" altLang="en-US" dirty="0"/>
              <a:t>格式文件</a:t>
            </a:r>
            <a:endParaRPr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7.2</a:t>
            </a:r>
            <a:endParaRPr lang="zh-CN" altLang="en-US" dirty="0"/>
          </a:p>
        </p:txBody>
      </p:sp>
      <p:sp>
        <p:nvSpPr>
          <p:cNvPr id="3" name="标题 2"/>
          <p:cNvSpPr>
            <a:spLocks noGrp="1"/>
          </p:cNvSpPr>
          <p:nvPr>
            <p:ph type="title"/>
          </p:nvPr>
        </p:nvSpPr>
        <p:spPr/>
        <p:txBody>
          <a:bodyPr/>
          <a:lstStyle/>
          <a:p>
            <a:r>
              <a:rPr lang="en-US" altLang="zh-CN" dirty="0"/>
              <a:t>CSV </a:t>
            </a:r>
            <a:r>
              <a:rPr lang="zh-CN" altLang="en-US" dirty="0"/>
              <a:t>格式文件</a:t>
            </a:r>
            <a:endParaRPr lang="zh-CN" altLang="en-US" dirty="0"/>
          </a:p>
        </p:txBody>
      </p:sp>
      <p:sp>
        <p:nvSpPr>
          <p:cNvPr id="7" name="内容占位符 1"/>
          <p:cNvSpPr txBox="1"/>
          <p:nvPr/>
        </p:nvSpPr>
        <p:spPr>
          <a:xfrm>
            <a:off x="422787" y="1179404"/>
            <a:ext cx="11346425" cy="5449547"/>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lvl="0" indent="457200">
              <a:lnSpc>
                <a:spcPct val="150000"/>
              </a:lnSpc>
              <a:buNone/>
            </a:pPr>
            <a:r>
              <a:rPr kumimoji="0" lang="en-US" altLang="zh-CN"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CSV</a:t>
            </a:r>
            <a:r>
              <a:rPr lang="zh-CN" altLang="en-US" sz="2400" dirty="0">
                <a:solidFill>
                  <a:sysClr val="windowText" lastClr="000000"/>
                </a:solidFill>
                <a:latin typeface="微软雅黑" panose="020B0503020204020204" pitchFamily="34" charset="-122"/>
                <a:ea typeface="微软雅黑" panose="020B0503020204020204" pitchFamily="34" charset="-122"/>
              </a:rPr>
              <a:t>（</a:t>
            </a:r>
            <a:r>
              <a:rPr lang="en-US" altLang="zh-CN" sz="2400" dirty="0">
                <a:solidFill>
                  <a:sysClr val="windowText" lastClr="000000"/>
                </a:solidFill>
                <a:latin typeface="微软雅黑" panose="020B0503020204020204" pitchFamily="34" charset="-122"/>
                <a:ea typeface="微软雅黑" panose="020B0503020204020204" pitchFamily="34" charset="-122"/>
              </a:rPr>
              <a:t>Comma-Separated Values</a:t>
            </a:r>
            <a:r>
              <a:rPr lang="zh-CN" altLang="en-US" sz="2400" dirty="0">
                <a:solidFill>
                  <a:sysClr val="windowText" lastClr="000000"/>
                </a:solidFill>
                <a:latin typeface="微软雅黑" panose="020B0503020204020204" pitchFamily="34" charset="-122"/>
                <a:ea typeface="微软雅黑" panose="020B0503020204020204" pitchFamily="34" charset="-122"/>
              </a:rPr>
              <a:t>，</a:t>
            </a:r>
            <a:r>
              <a:rPr lang="en-US" altLang="zh-CN" sz="2400" dirty="0">
                <a:solidFill>
                  <a:sysClr val="windowText" lastClr="000000"/>
                </a:solidFill>
                <a:latin typeface="微软雅黑" panose="020B0503020204020204" pitchFamily="34" charset="-122"/>
                <a:ea typeface="微软雅黑" panose="020B0503020204020204" pitchFamily="34" charset="-122"/>
              </a:rPr>
              <a:t>CSV</a:t>
            </a:r>
            <a:r>
              <a:rPr lang="zh-CN" altLang="en-US" sz="2400" dirty="0">
                <a:solidFill>
                  <a:sysClr val="windowText" lastClr="000000"/>
                </a:solidFill>
                <a:latin typeface="微软雅黑" panose="020B0503020204020204" pitchFamily="34" charset="-122"/>
                <a:ea typeface="微软雅黑" panose="020B0503020204020204" pitchFamily="34" charset="-122"/>
              </a:rPr>
              <a:t>）文件</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又称为</a:t>
            </a:r>
            <a:r>
              <a:rPr kumimoji="0" lang="zh-CN" altLang="en-US" sz="2400" b="1" i="0" u="none" strike="noStrike" kern="1200" cap="none" spc="0" normalizeH="0" baseline="0" noProof="0" dirty="0">
                <a:ln>
                  <a:noFill/>
                </a:ln>
                <a:solidFill>
                  <a:srgbClr val="EE822F"/>
                </a:solidFill>
                <a:effectLst/>
                <a:uLnTx/>
                <a:uFillTx/>
                <a:latin typeface="微软雅黑" panose="020B0503020204020204" pitchFamily="34" charset="-122"/>
                <a:ea typeface="微软雅黑" panose="020B0503020204020204" pitchFamily="34" charset="-122"/>
                <a:cs typeface="+mn-cs"/>
              </a:rPr>
              <a:t>逗号分隔值</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，以</a:t>
            </a:r>
            <a:r>
              <a:rPr kumimoji="0" lang="zh-CN" altLang="en-US" sz="2400" b="1" i="0" u="none" strike="noStrike" kern="1200" cap="none" spc="0" normalizeH="0" baseline="0" noProof="0" dirty="0">
                <a:ln>
                  <a:noFill/>
                </a:ln>
                <a:solidFill>
                  <a:srgbClr val="EE822F"/>
                </a:solidFill>
                <a:effectLst/>
                <a:uLnTx/>
                <a:uFillTx/>
                <a:latin typeface="微软雅黑" panose="020B0503020204020204" pitchFamily="34" charset="-122"/>
                <a:ea typeface="微软雅黑" panose="020B0503020204020204" pitchFamily="34" charset="-122"/>
                <a:cs typeface="+mn-cs"/>
              </a:rPr>
              <a:t>纯文本</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形式存储</a:t>
            </a:r>
            <a:r>
              <a:rPr kumimoji="0" lang="zh-CN" altLang="en-US" sz="2400" b="1" i="0" u="none" strike="noStrike" kern="1200" cap="none" spc="0" normalizeH="0" baseline="0" noProof="0" dirty="0">
                <a:ln>
                  <a:noFill/>
                </a:ln>
                <a:solidFill>
                  <a:srgbClr val="EE822F"/>
                </a:solidFill>
                <a:effectLst/>
                <a:uLnTx/>
                <a:uFillTx/>
                <a:latin typeface="微软雅黑" panose="020B0503020204020204" pitchFamily="34" charset="-122"/>
                <a:ea typeface="微软雅黑" panose="020B0503020204020204" pitchFamily="34" charset="-122"/>
                <a:cs typeface="+mn-cs"/>
              </a:rPr>
              <a:t>表格数据</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a:t>
            </a:r>
            <a:endPar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a:p>
            <a:pPr marL="685800" marR="0" lvl="1" indent="-228600" algn="l" defTabSz="914400" rtl="0" eaLnBrk="1" fontAlgn="auto" latinLnBrk="0" hangingPunct="1">
              <a:lnSpc>
                <a:spcPct val="150000"/>
              </a:lnSpc>
              <a:spcBef>
                <a:spcPts val="500"/>
              </a:spcBef>
              <a:spcAft>
                <a:spcPts val="0"/>
              </a:spcAft>
              <a:buClrTx/>
              <a:buSzTx/>
              <a:buFont typeface="Arial" panose="020B0604020202090204" pitchFamily="34" charset="0"/>
              <a:buChar char="•"/>
              <a:defRPr/>
            </a:pPr>
            <a:r>
              <a:rPr kumimoji="0" lang="zh-CN" altLang="en-US"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由</a:t>
            </a:r>
            <a:r>
              <a:rPr kumimoji="0" lang="zh-CN" altLang="en-US" sz="2000" b="1" i="0" u="none" strike="noStrike" kern="1200" cap="none" spc="0" normalizeH="0" baseline="0" noProof="0" dirty="0">
                <a:ln>
                  <a:noFill/>
                </a:ln>
                <a:solidFill>
                  <a:srgbClr val="EE822F"/>
                </a:solidFill>
                <a:effectLst/>
                <a:uLnTx/>
                <a:uFillTx/>
                <a:latin typeface="微软雅黑" panose="020B0503020204020204" pitchFamily="34" charset="-122"/>
                <a:ea typeface="微软雅黑" panose="020B0503020204020204" pitchFamily="34" charset="-122"/>
                <a:cs typeface="+mn-cs"/>
              </a:rPr>
              <a:t>任意数目</a:t>
            </a:r>
            <a:r>
              <a:rPr kumimoji="0" lang="zh-CN" altLang="en-US"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的</a:t>
            </a:r>
            <a:r>
              <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记录</a:t>
            </a:r>
            <a:r>
              <a:rPr kumimoji="0" lang="zh-CN" altLang="en-US"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组成，</a:t>
            </a:r>
            <a:r>
              <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记录间</a:t>
            </a:r>
            <a:r>
              <a:rPr kumimoji="0" lang="zh-CN" altLang="en-US"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以</a:t>
            </a:r>
            <a:r>
              <a:rPr kumimoji="0" lang="zh-CN" altLang="en-US" sz="2000" b="1" i="0" u="none" strike="noStrike" kern="1200" cap="none" spc="0" normalizeH="0" baseline="0" noProof="0" dirty="0">
                <a:ln>
                  <a:noFill/>
                </a:ln>
                <a:solidFill>
                  <a:srgbClr val="EE822F"/>
                </a:solidFill>
                <a:effectLst/>
                <a:uLnTx/>
                <a:uFillTx/>
                <a:latin typeface="微软雅黑" panose="020B0503020204020204" pitchFamily="34" charset="-122"/>
                <a:ea typeface="微软雅黑" panose="020B0503020204020204" pitchFamily="34" charset="-122"/>
                <a:cs typeface="+mn-cs"/>
              </a:rPr>
              <a:t>逗号</a:t>
            </a:r>
            <a:r>
              <a:rPr kumimoji="0" lang="zh-CN" altLang="en-US"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或某种</a:t>
            </a:r>
            <a:r>
              <a:rPr kumimoji="0" lang="zh-CN" altLang="en-US" sz="2000" b="1" i="0" u="none" strike="noStrike" kern="1200" cap="none" spc="0" normalizeH="0" baseline="0" noProof="0" dirty="0">
                <a:ln>
                  <a:noFill/>
                </a:ln>
                <a:solidFill>
                  <a:srgbClr val="EE822F"/>
                </a:solidFill>
                <a:effectLst/>
                <a:uLnTx/>
                <a:uFillTx/>
                <a:latin typeface="微软雅黑" panose="020B0503020204020204" pitchFamily="34" charset="-122"/>
                <a:ea typeface="微软雅黑" panose="020B0503020204020204" pitchFamily="34" charset="-122"/>
                <a:cs typeface="+mn-cs"/>
              </a:rPr>
              <a:t>换行符</a:t>
            </a:r>
            <a:r>
              <a:rPr kumimoji="0" lang="zh-CN" altLang="en-US"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分隔。</a:t>
            </a:r>
            <a:endParaRPr kumimoji="0" lang="zh-CN" altLang="en-US"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a:p>
            <a:pPr marL="685800" marR="0" lvl="1" indent="-228600" algn="l" defTabSz="914400" rtl="0" eaLnBrk="1" fontAlgn="auto" latinLnBrk="0" hangingPunct="1">
              <a:lnSpc>
                <a:spcPct val="150000"/>
              </a:lnSpc>
              <a:spcBef>
                <a:spcPts val="500"/>
              </a:spcBef>
              <a:spcAft>
                <a:spcPts val="0"/>
              </a:spcAft>
              <a:buClrTx/>
              <a:buSzTx/>
              <a:buFont typeface="Arial" panose="020B0604020202090204" pitchFamily="34" charset="0"/>
              <a:buChar char="•"/>
              <a:defRPr/>
            </a:pPr>
            <a:r>
              <a:rPr kumimoji="0" lang="zh-CN" altLang="en-US"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每条</a:t>
            </a:r>
            <a:r>
              <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记录由</a:t>
            </a:r>
            <a:r>
              <a:rPr kumimoji="0" lang="zh-CN" altLang="en-US" sz="2000" b="1" i="0" u="none" strike="noStrike" kern="1200" cap="none" spc="0" normalizeH="0" baseline="0" noProof="0" dirty="0">
                <a:ln>
                  <a:noFill/>
                </a:ln>
                <a:solidFill>
                  <a:srgbClr val="EE822F"/>
                </a:solidFill>
                <a:effectLst/>
                <a:uLnTx/>
                <a:uFillTx/>
                <a:latin typeface="微软雅黑" panose="020B0503020204020204" pitchFamily="34" charset="-122"/>
                <a:ea typeface="微软雅黑" panose="020B0503020204020204" pitchFamily="34" charset="-122"/>
                <a:cs typeface="+mn-cs"/>
              </a:rPr>
              <a:t>字段</a:t>
            </a:r>
            <a:r>
              <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组成</a:t>
            </a:r>
            <a:r>
              <a:rPr kumimoji="0" lang="zh-CN" altLang="en-US"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a:t>
            </a:r>
            <a:r>
              <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字段间的</a:t>
            </a:r>
            <a:r>
              <a:rPr kumimoji="0" lang="zh-CN" altLang="en-US" sz="2000" b="1" i="0" u="none" strike="noStrike" kern="1200" cap="none" spc="0" normalizeH="0" baseline="0" noProof="0" dirty="0">
                <a:ln>
                  <a:noFill/>
                </a:ln>
                <a:solidFill>
                  <a:srgbClr val="EE822F"/>
                </a:solidFill>
                <a:effectLst/>
                <a:uLnTx/>
                <a:uFillTx/>
                <a:latin typeface="微软雅黑" panose="020B0503020204020204" pitchFamily="34" charset="-122"/>
                <a:ea typeface="微软雅黑" panose="020B0503020204020204" pitchFamily="34" charset="-122"/>
                <a:cs typeface="+mn-cs"/>
              </a:rPr>
              <a:t>分隔符</a:t>
            </a:r>
            <a:r>
              <a:rPr kumimoji="0" lang="zh-CN" altLang="en-US"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是其他字符或字符串，最常见的是</a:t>
            </a:r>
            <a:r>
              <a:rPr kumimoji="0" lang="zh-CN" altLang="en-US" sz="2000" b="1" i="0" u="none" strike="noStrike" kern="1200" cap="none" spc="0" normalizeH="0" baseline="0" noProof="0" dirty="0">
                <a:ln>
                  <a:noFill/>
                </a:ln>
                <a:solidFill>
                  <a:srgbClr val="EE822F"/>
                </a:solidFill>
                <a:effectLst/>
                <a:uLnTx/>
                <a:uFillTx/>
                <a:latin typeface="微软雅黑" panose="020B0503020204020204" pitchFamily="34" charset="-122"/>
                <a:ea typeface="微软雅黑" panose="020B0503020204020204" pitchFamily="34" charset="-122"/>
                <a:cs typeface="+mn-cs"/>
              </a:rPr>
              <a:t>逗号</a:t>
            </a:r>
            <a:r>
              <a:rPr kumimoji="0" lang="zh-CN" altLang="en-US"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或</a:t>
            </a:r>
            <a:r>
              <a:rPr kumimoji="0" lang="zh-CN" altLang="en-US" sz="2000" b="1" i="0" u="none" strike="noStrike" kern="1200" cap="none" spc="0" normalizeH="0" baseline="0" noProof="0" dirty="0">
                <a:ln>
                  <a:noFill/>
                </a:ln>
                <a:solidFill>
                  <a:srgbClr val="EE822F"/>
                </a:solidFill>
                <a:effectLst/>
                <a:uLnTx/>
                <a:uFillTx/>
                <a:latin typeface="微软雅黑" panose="020B0503020204020204" pitchFamily="34" charset="-122"/>
                <a:ea typeface="微软雅黑" panose="020B0503020204020204" pitchFamily="34" charset="-122"/>
                <a:cs typeface="+mn-cs"/>
              </a:rPr>
              <a:t>制表符</a:t>
            </a:r>
            <a:r>
              <a:rPr kumimoji="0" lang="zh-CN" altLang="en-US"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a:t>
            </a:r>
            <a:endParaRPr kumimoji="0" lang="zh-CN" altLang="en-US"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a:p>
            <a:pPr marL="685800" marR="0" lvl="1" indent="-228600" algn="l" defTabSz="914400" rtl="0" eaLnBrk="1" fontAlgn="auto" latinLnBrk="0" hangingPunct="1">
              <a:lnSpc>
                <a:spcPct val="150000"/>
              </a:lnSpc>
              <a:spcBef>
                <a:spcPts val="500"/>
              </a:spcBef>
              <a:spcAft>
                <a:spcPts val="0"/>
              </a:spcAft>
              <a:buClrTx/>
              <a:buSzTx/>
              <a:buFont typeface="Arial" panose="020B0604020202090204" pitchFamily="34" charset="0"/>
              <a:buChar char="•"/>
              <a:defRPr/>
            </a:pPr>
            <a:r>
              <a:rPr kumimoji="0" lang="zh-CN" altLang="en-US"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一般要求每</a:t>
            </a:r>
            <a:r>
              <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条记录</a:t>
            </a:r>
            <a:r>
              <a:rPr kumimoji="0" lang="zh-CN" altLang="en-US"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都有</a:t>
            </a:r>
            <a:r>
              <a:rPr kumimoji="0" lang="zh-CN" altLang="en-US" sz="20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同样的字段序列</a:t>
            </a:r>
            <a:r>
              <a:rPr kumimoji="0" lang="zh-CN" altLang="en-US"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，文件</a:t>
            </a:r>
            <a:r>
              <a:rPr kumimoji="0" lang="zh-CN" altLang="en-US" sz="2000" b="1" i="0" u="none" strike="noStrike" kern="1200" cap="none" spc="0" normalizeH="0" baseline="0" noProof="0" dirty="0">
                <a:ln>
                  <a:noFill/>
                </a:ln>
                <a:solidFill>
                  <a:srgbClr val="EE822F"/>
                </a:solidFill>
                <a:effectLst/>
                <a:uLnTx/>
                <a:uFillTx/>
                <a:latin typeface="微软雅黑" panose="020B0503020204020204" pitchFamily="34" charset="-122"/>
                <a:ea typeface="微软雅黑" panose="020B0503020204020204" pitchFamily="34" charset="-122"/>
                <a:cs typeface="+mn-cs"/>
              </a:rPr>
              <a:t>开头不留空行</a:t>
            </a:r>
            <a:r>
              <a:rPr kumimoji="0" lang="zh-CN" altLang="en-US"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a:t>
            </a:r>
            <a:endParaRPr kumimoji="0" lang="zh-CN" altLang="en-US"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a:p>
            <a:pPr marL="685800" marR="0" lvl="1" indent="-228600" algn="l" defTabSz="914400" rtl="0" eaLnBrk="1" fontAlgn="auto" latinLnBrk="0" hangingPunct="1">
              <a:lnSpc>
                <a:spcPct val="150000"/>
              </a:lnSpc>
              <a:spcBef>
                <a:spcPts val="500"/>
              </a:spcBef>
              <a:spcAft>
                <a:spcPts val="0"/>
              </a:spcAft>
              <a:buClrTx/>
              <a:buSzTx/>
              <a:buFont typeface="Arial" panose="020B0604020202090204" pitchFamily="34" charset="0"/>
              <a:buChar char="•"/>
              <a:defRPr/>
            </a:pPr>
            <a:r>
              <a:rPr kumimoji="0" lang="zh-CN" altLang="en-US"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如果包含</a:t>
            </a:r>
            <a:r>
              <a:rPr kumimoji="0" lang="zh-CN" altLang="en-US" sz="2000" b="1" i="0" u="none" strike="noStrike" kern="1200" cap="none" spc="0" normalizeH="0" baseline="0" noProof="0" dirty="0">
                <a:ln>
                  <a:noFill/>
                </a:ln>
                <a:solidFill>
                  <a:srgbClr val="EE822F"/>
                </a:solidFill>
                <a:effectLst/>
                <a:uLnTx/>
                <a:uFillTx/>
                <a:latin typeface="微软雅黑" panose="020B0503020204020204" pitchFamily="34" charset="-122"/>
                <a:ea typeface="微软雅黑" panose="020B0503020204020204" pitchFamily="34" charset="-122"/>
                <a:cs typeface="+mn-cs"/>
              </a:rPr>
              <a:t>列名</a:t>
            </a:r>
            <a:r>
              <a:rPr kumimoji="0" lang="zh-CN" altLang="en-US"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，则</a:t>
            </a:r>
            <a:r>
              <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位于文件</a:t>
            </a:r>
            <a:r>
              <a:rPr kumimoji="0" lang="zh-CN" altLang="en-US" sz="2000" b="1" i="0" u="none" strike="noStrike" kern="1200" cap="none" spc="0" normalizeH="0" baseline="0" noProof="0" dirty="0">
                <a:ln>
                  <a:noFill/>
                </a:ln>
                <a:solidFill>
                  <a:srgbClr val="EE822F"/>
                </a:solidFill>
                <a:effectLst/>
                <a:uLnTx/>
                <a:uFillTx/>
                <a:latin typeface="微软雅黑" panose="020B0503020204020204" pitchFamily="34" charset="-122"/>
                <a:ea typeface="微软雅黑" panose="020B0503020204020204" pitchFamily="34" charset="-122"/>
                <a:cs typeface="+mn-cs"/>
              </a:rPr>
              <a:t>第一行</a:t>
            </a:r>
            <a:r>
              <a:rPr kumimoji="0" lang="zh-CN" altLang="en-US"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a:t>
            </a:r>
            <a:endParaRPr kumimoji="0" lang="zh-CN" altLang="en-US"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a:p>
            <a:pPr marL="685800" marR="0" lvl="1" indent="-228600" algn="l" defTabSz="914400" rtl="0" eaLnBrk="1" fontAlgn="auto" latinLnBrk="0" hangingPunct="1">
              <a:lnSpc>
                <a:spcPct val="150000"/>
              </a:lnSpc>
              <a:spcBef>
                <a:spcPts val="500"/>
              </a:spcBef>
              <a:spcAft>
                <a:spcPts val="0"/>
              </a:spcAft>
              <a:buClrTx/>
              <a:buSzTx/>
              <a:buFont typeface="Arial" panose="020B0604020202090204" pitchFamily="34" charset="0"/>
              <a:buChar char="•"/>
              <a:defRPr/>
            </a:pPr>
            <a:r>
              <a:rPr kumimoji="0" lang="zh-CN" altLang="en-US"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每</a:t>
            </a:r>
            <a:r>
              <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行数据</a:t>
            </a:r>
            <a:r>
              <a:rPr kumimoji="0" lang="zh-CN" altLang="en-US" sz="2000" b="1" i="0" u="none" strike="noStrike" kern="1200" cap="none" spc="0" normalizeH="0" baseline="0" noProof="0" dirty="0">
                <a:ln>
                  <a:noFill/>
                </a:ln>
                <a:solidFill>
                  <a:srgbClr val="EE822F"/>
                </a:solidFill>
                <a:effectLst/>
                <a:uLnTx/>
                <a:uFillTx/>
                <a:latin typeface="微软雅黑" panose="020B0503020204020204" pitchFamily="34" charset="-122"/>
                <a:ea typeface="微软雅黑" panose="020B0503020204020204" pitchFamily="34" charset="-122"/>
                <a:cs typeface="+mn-cs"/>
              </a:rPr>
              <a:t>不跨行</a:t>
            </a:r>
            <a:r>
              <a:rPr kumimoji="0" lang="zh-CN" altLang="en-US"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a:t>
            </a:r>
            <a:r>
              <a:rPr kumimoji="0" lang="zh-CN" altLang="en-US" sz="2000" b="1" i="0" u="none" strike="noStrike" kern="1200" cap="none" spc="0" normalizeH="0" baseline="0" noProof="0" dirty="0">
                <a:ln>
                  <a:noFill/>
                </a:ln>
                <a:solidFill>
                  <a:srgbClr val="EE822F"/>
                </a:solidFill>
                <a:effectLst/>
                <a:uLnTx/>
                <a:uFillTx/>
                <a:latin typeface="微软雅黑" panose="020B0503020204020204" pitchFamily="34" charset="-122"/>
                <a:ea typeface="微软雅黑" panose="020B0503020204020204" pitchFamily="34" charset="-122"/>
                <a:cs typeface="+mn-cs"/>
              </a:rPr>
              <a:t>无空行</a:t>
            </a:r>
            <a:r>
              <a:rPr kumimoji="0" lang="zh-CN" altLang="en-US"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。以</a:t>
            </a:r>
            <a:r>
              <a:rPr kumimoji="0" lang="zh-CN" altLang="en-US" sz="2000" b="1" i="0" u="none" strike="noStrike" kern="1200" cap="none" spc="0" normalizeH="0" baseline="0" noProof="0" dirty="0">
                <a:ln>
                  <a:noFill/>
                </a:ln>
                <a:solidFill>
                  <a:srgbClr val="EE822F"/>
                </a:solidFill>
                <a:effectLst/>
                <a:uLnTx/>
                <a:uFillTx/>
                <a:latin typeface="微软雅黑" panose="020B0503020204020204" pitchFamily="34" charset="-122"/>
                <a:ea typeface="微软雅黑" panose="020B0503020204020204" pitchFamily="34" charset="-122"/>
                <a:cs typeface="+mn-cs"/>
              </a:rPr>
              <a:t>半角逗号</a:t>
            </a:r>
            <a:r>
              <a:rPr kumimoji="0" lang="zh-CN" altLang="en-US"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作</a:t>
            </a:r>
            <a:r>
              <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分隔</a:t>
            </a:r>
            <a:r>
              <a:rPr kumimoji="0" lang="zh-CN" altLang="en-US"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符，</a:t>
            </a:r>
            <a:r>
              <a:rPr kumimoji="0" lang="zh-CN" altLang="en-US" sz="2000" b="1" i="0" u="none" strike="noStrike" kern="1200" cap="none" spc="0" normalizeH="0" baseline="0" noProof="0" dirty="0">
                <a:ln>
                  <a:noFill/>
                </a:ln>
                <a:solidFill>
                  <a:srgbClr val="EE822F"/>
                </a:solidFill>
                <a:effectLst/>
                <a:uLnTx/>
                <a:uFillTx/>
                <a:latin typeface="微软雅黑" panose="020B0503020204020204" pitchFamily="34" charset="-122"/>
                <a:ea typeface="微软雅黑" panose="020B0503020204020204" pitchFamily="34" charset="-122"/>
                <a:cs typeface="+mn-cs"/>
              </a:rPr>
              <a:t>列为空</a:t>
            </a:r>
            <a:r>
              <a:rPr kumimoji="0" lang="zh-CN" altLang="en-US"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也</a:t>
            </a:r>
            <a:r>
              <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要</a:t>
            </a:r>
            <a:r>
              <a:rPr kumimoji="0" lang="zh-CN" altLang="en-US" sz="2000" b="1" i="0" u="none" strike="noStrike" kern="1200" cap="none" spc="0" normalizeH="0" baseline="0" noProof="0" dirty="0">
                <a:ln>
                  <a:noFill/>
                </a:ln>
                <a:solidFill>
                  <a:srgbClr val="EE822F"/>
                </a:solidFill>
                <a:effectLst/>
                <a:uLnTx/>
                <a:uFillTx/>
                <a:latin typeface="微软雅黑" panose="020B0503020204020204" pitchFamily="34" charset="-122"/>
                <a:ea typeface="微软雅黑" panose="020B0503020204020204" pitchFamily="34" charset="-122"/>
                <a:cs typeface="+mn-cs"/>
              </a:rPr>
              <a:t>用空字符串</a:t>
            </a:r>
            <a:r>
              <a:rPr kumimoji="0" lang="zh-CN" altLang="en-US"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表示其存在。</a:t>
            </a:r>
            <a:endParaRPr kumimoji="0" lang="zh-CN" altLang="en-US"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a:p>
            <a:pPr marL="685800" marR="0" lvl="1" indent="-228600" algn="l" defTabSz="914400" rtl="0" eaLnBrk="1" fontAlgn="auto" latinLnBrk="0" hangingPunct="1">
              <a:lnSpc>
                <a:spcPct val="150000"/>
              </a:lnSpc>
              <a:spcBef>
                <a:spcPts val="500"/>
              </a:spcBef>
              <a:spcAft>
                <a:spcPts val="0"/>
              </a:spcAft>
              <a:buClrTx/>
              <a:buSzTx/>
              <a:buFont typeface="Arial" panose="020B0604020202090204" pitchFamily="34" charset="0"/>
              <a:buChar char="•"/>
              <a:defRPr/>
            </a:pPr>
            <a:r>
              <a:rPr kumimoji="0" lang="zh-CN" altLang="en-US"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字段内容如存在半角单引号（</a:t>
            </a:r>
            <a:r>
              <a:rPr kumimoji="0" lang="en-US" altLang="zh-CN"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a:t>
            </a:r>
            <a:r>
              <a:rPr kumimoji="0" lang="zh-CN" altLang="en-US"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），用半角双引号（</a:t>
            </a:r>
            <a:r>
              <a:rPr kumimoji="0" lang="en-US" altLang="zh-CN"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a:t>
            </a:r>
            <a:r>
              <a:rPr kumimoji="0" lang="zh-CN" altLang="en-US"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）将该字段值包含起来。文件读写时引号，逗号操作规则互逆。</a:t>
            </a:r>
            <a:endParaRPr kumimoji="0" lang="zh-CN" altLang="en-US"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a:p>
            <a:pPr marL="685800" marR="0" lvl="1" indent="-228600" algn="l" defTabSz="914400" rtl="0" eaLnBrk="1" fontAlgn="auto" latinLnBrk="0" hangingPunct="1">
              <a:lnSpc>
                <a:spcPct val="150000"/>
              </a:lnSpc>
              <a:spcBef>
                <a:spcPts val="500"/>
              </a:spcBef>
              <a:spcAft>
                <a:spcPts val="0"/>
              </a:spcAft>
              <a:buClrTx/>
              <a:buSzTx/>
              <a:buFont typeface="Arial" panose="020B0604020202090204" pitchFamily="34" charset="0"/>
              <a:buChar char="•"/>
              <a:defRPr/>
            </a:pPr>
            <a:r>
              <a:rPr kumimoji="0" lang="zh-CN" altLang="en-US"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内码可为 </a:t>
            </a:r>
            <a:r>
              <a:rPr kumimoji="0" lang="en-US" altLang="zh-CN"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ASCII</a:t>
            </a:r>
            <a:r>
              <a:rPr kumimoji="0" lang="zh-CN" altLang="en-US"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a:t>
            </a:r>
            <a:r>
              <a:rPr kumimoji="0" lang="en-US" altLang="zh-CN"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Unicode </a:t>
            </a:r>
            <a:r>
              <a:rPr kumimoji="0" lang="zh-CN" altLang="en-US"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或者其他字符。</a:t>
            </a:r>
            <a:endParaRPr kumimoji="0" lang="zh-CN" altLang="en-US"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7.3 </a:t>
            </a:r>
            <a:r>
              <a:rPr lang="zh-CN" altLang="en-US" dirty="0"/>
              <a:t>读文件统计成绩</a:t>
            </a:r>
            <a:endParaRPr lang="zh-CN" altLang="en-US" dirty="0"/>
          </a:p>
        </p:txBody>
      </p:sp>
      <p:sp>
        <p:nvSpPr>
          <p:cNvPr id="7" name="内容占位符 6"/>
          <p:cNvSpPr>
            <a:spLocks noGrp="1"/>
          </p:cNvSpPr>
          <p:nvPr>
            <p:ph sz="quarter" idx="15"/>
          </p:nvPr>
        </p:nvSpPr>
        <p:spPr/>
        <p:txBody>
          <a:bodyPr>
            <a:normAutofit/>
          </a:bodyPr>
          <a:lstStyle/>
          <a:p>
            <a:pPr>
              <a:lnSpc>
                <a:spcPct val="125000"/>
              </a:lnSpc>
              <a:spcBef>
                <a:spcPts val="500"/>
              </a:spcBef>
            </a:pPr>
            <a:r>
              <a:rPr lang="zh-CN" altLang="en-US" sz="2800" b="1" dirty="0">
                <a:solidFill>
                  <a:srgbClr val="0070C0"/>
                </a:solidFill>
              </a:rPr>
              <a:t>实例说明：</a:t>
            </a:r>
            <a:endParaRPr lang="en-US" altLang="zh-CN" sz="2800" b="1" dirty="0">
              <a:solidFill>
                <a:srgbClr val="0070C0"/>
              </a:solidFill>
            </a:endParaRPr>
          </a:p>
          <a:p>
            <a:pPr marL="342900" indent="-342900">
              <a:lnSpc>
                <a:spcPct val="125000"/>
              </a:lnSpc>
              <a:spcBef>
                <a:spcPts val="500"/>
              </a:spcBef>
              <a:buFont typeface="Arial" panose="020B0604020202090204" pitchFamily="34" charset="0"/>
              <a:buChar char="•"/>
            </a:pPr>
            <a:r>
              <a:rPr lang="zh-CN" altLang="en-US" dirty="0"/>
              <a:t>有一个存储学生课程成绩的文件“</a:t>
            </a:r>
            <a:r>
              <a:rPr lang="en-US" altLang="zh-CN" dirty="0"/>
              <a:t>score.csv”</a:t>
            </a:r>
            <a:r>
              <a:rPr lang="zh-CN" altLang="en-US" dirty="0"/>
              <a:t>，存有 </a:t>
            </a:r>
            <a:r>
              <a:rPr lang="en-US" altLang="zh-CN" dirty="0"/>
              <a:t>6 </a:t>
            </a:r>
            <a:r>
              <a:rPr lang="zh-CN" altLang="en-US" dirty="0"/>
              <a:t>名同学各 </a:t>
            </a:r>
            <a:r>
              <a:rPr lang="en-US" altLang="zh-CN" dirty="0"/>
              <a:t>4 </a:t>
            </a:r>
            <a:r>
              <a:rPr lang="zh-CN" altLang="en-US" dirty="0"/>
              <a:t>门课的成绩。</a:t>
            </a:r>
            <a:endParaRPr lang="en-US" altLang="zh-CN" dirty="0"/>
          </a:p>
          <a:p>
            <a:pPr>
              <a:lnSpc>
                <a:spcPct val="125000"/>
              </a:lnSpc>
              <a:spcBef>
                <a:spcPts val="500"/>
              </a:spcBef>
            </a:pPr>
            <a:r>
              <a:rPr lang="zh-CN" altLang="en-US" sz="2000" dirty="0">
                <a:solidFill>
                  <a:srgbClr val="448C27"/>
                </a:solidFill>
                <a:latin typeface="+mj-lt"/>
              </a:rPr>
              <a:t>     姓名</a:t>
            </a:r>
            <a:r>
              <a:rPr lang="en-US" altLang="zh-CN" sz="2000" dirty="0">
                <a:solidFill>
                  <a:srgbClr val="448C27"/>
                </a:solidFill>
                <a:latin typeface="+mj-lt"/>
              </a:rPr>
              <a:t>,</a:t>
            </a:r>
            <a:r>
              <a:rPr lang="en-US" altLang="zh-CN" sz="2000" dirty="0" err="1">
                <a:solidFill>
                  <a:srgbClr val="448C27"/>
                </a:solidFill>
                <a:latin typeface="+mj-lt"/>
              </a:rPr>
              <a:t>C,Java,Python,C</a:t>
            </a:r>
            <a:r>
              <a:rPr lang="en-US" altLang="zh-CN" sz="2000" dirty="0">
                <a:solidFill>
                  <a:srgbClr val="448C27"/>
                </a:solidFill>
                <a:latin typeface="+mj-lt"/>
              </a:rPr>
              <a:t>#</a:t>
            </a:r>
            <a:endParaRPr lang="en-US" altLang="zh-CN" sz="2000" dirty="0">
              <a:solidFill>
                <a:srgbClr val="448C27"/>
              </a:solidFill>
              <a:latin typeface="+mj-lt"/>
            </a:endParaRPr>
          </a:p>
          <a:p>
            <a:pPr>
              <a:lnSpc>
                <a:spcPct val="125000"/>
              </a:lnSpc>
              <a:spcBef>
                <a:spcPts val="500"/>
              </a:spcBef>
            </a:pPr>
            <a:r>
              <a:rPr lang="zh-CN" altLang="en-US" sz="2000" dirty="0">
                <a:solidFill>
                  <a:srgbClr val="448C27"/>
                </a:solidFill>
                <a:latin typeface="+mj-lt"/>
              </a:rPr>
              <a:t>     罗明</a:t>
            </a:r>
            <a:r>
              <a:rPr lang="en-US" altLang="zh-CN" sz="2000" dirty="0">
                <a:solidFill>
                  <a:srgbClr val="448C27"/>
                </a:solidFill>
                <a:latin typeface="+mj-lt"/>
              </a:rPr>
              <a:t>,95,96,85,63</a:t>
            </a:r>
            <a:endParaRPr lang="en-US" altLang="zh-CN" sz="2000" dirty="0">
              <a:solidFill>
                <a:srgbClr val="448C27"/>
              </a:solidFill>
              <a:latin typeface="+mj-lt"/>
            </a:endParaRPr>
          </a:p>
          <a:p>
            <a:pPr>
              <a:lnSpc>
                <a:spcPct val="125000"/>
              </a:lnSpc>
              <a:spcBef>
                <a:spcPts val="500"/>
              </a:spcBef>
            </a:pPr>
            <a:r>
              <a:rPr lang="zh-CN" altLang="en-US" sz="2000" dirty="0">
                <a:solidFill>
                  <a:srgbClr val="448C27"/>
                </a:solidFill>
                <a:latin typeface="+mj-lt"/>
              </a:rPr>
              <a:t>     朱佳</a:t>
            </a:r>
            <a:r>
              <a:rPr lang="en-US" altLang="zh-CN" sz="2000" dirty="0">
                <a:solidFill>
                  <a:srgbClr val="448C27"/>
                </a:solidFill>
                <a:latin typeface="+mj-lt"/>
              </a:rPr>
              <a:t>,75,93,66,85</a:t>
            </a:r>
            <a:endParaRPr lang="en-US" altLang="zh-CN" sz="2000" dirty="0">
              <a:solidFill>
                <a:srgbClr val="448C27"/>
              </a:solidFill>
              <a:latin typeface="+mj-lt"/>
            </a:endParaRPr>
          </a:p>
          <a:p>
            <a:pPr>
              <a:lnSpc>
                <a:spcPct val="125000"/>
              </a:lnSpc>
              <a:spcBef>
                <a:spcPts val="500"/>
              </a:spcBef>
            </a:pPr>
            <a:r>
              <a:rPr lang="zh-CN" altLang="en-US" sz="2000" dirty="0">
                <a:solidFill>
                  <a:srgbClr val="448C27"/>
                </a:solidFill>
                <a:latin typeface="+mj-lt"/>
              </a:rPr>
              <a:t>     李思</a:t>
            </a:r>
            <a:r>
              <a:rPr lang="en-US" altLang="zh-CN" sz="2000" dirty="0">
                <a:solidFill>
                  <a:srgbClr val="448C27"/>
                </a:solidFill>
                <a:latin typeface="+mj-lt"/>
              </a:rPr>
              <a:t>,86,76,96,93</a:t>
            </a:r>
            <a:endParaRPr lang="en-US" altLang="zh-CN" sz="2000" dirty="0">
              <a:solidFill>
                <a:srgbClr val="448C27"/>
              </a:solidFill>
              <a:latin typeface="+mj-lt"/>
            </a:endParaRPr>
          </a:p>
          <a:p>
            <a:pPr marL="342900" indent="-342900">
              <a:lnSpc>
                <a:spcPct val="125000"/>
              </a:lnSpc>
              <a:spcBef>
                <a:spcPts val="500"/>
              </a:spcBef>
              <a:buFont typeface="Arial" panose="020B0604020202090204" pitchFamily="34" charset="0"/>
              <a:buChar char="•"/>
            </a:pPr>
            <a:r>
              <a:rPr lang="zh-CN" altLang="en-US" dirty="0"/>
              <a:t>请读取并显示文件内容，计算每位同学的</a:t>
            </a:r>
            <a:r>
              <a:rPr lang="zh-CN" altLang="en-US" b="1" dirty="0">
                <a:solidFill>
                  <a:schemeClr val="accent2"/>
                </a:solidFill>
              </a:rPr>
              <a:t>总分</a:t>
            </a:r>
            <a:r>
              <a:rPr lang="zh-CN" altLang="en-US" dirty="0"/>
              <a:t>附加到课程成绩后面，根据每名同学的总分进行</a:t>
            </a:r>
            <a:r>
              <a:rPr lang="zh-CN" altLang="en-US" b="1" dirty="0">
                <a:solidFill>
                  <a:schemeClr val="accent2"/>
                </a:solidFill>
              </a:rPr>
              <a:t>降序排序</a:t>
            </a:r>
            <a:r>
              <a:rPr lang="zh-CN" altLang="en-US" dirty="0"/>
              <a:t>，并将排序后的结果写入到新文件“</a:t>
            </a:r>
            <a:r>
              <a:rPr lang="en-US" altLang="zh-CN" dirty="0"/>
              <a:t>scoreSort.csv”</a:t>
            </a:r>
            <a:r>
              <a:rPr lang="zh-CN" altLang="en-US" dirty="0"/>
              <a:t>中。</a:t>
            </a:r>
            <a:endParaRPr lang="en-US" altLang="zh-CN" dirty="0"/>
          </a:p>
        </p:txBody>
      </p:sp>
      <p:sp>
        <p:nvSpPr>
          <p:cNvPr id="6" name="内容占位符 5"/>
          <p:cNvSpPr>
            <a:spLocks noGrp="1"/>
          </p:cNvSpPr>
          <p:nvPr>
            <p:ph sz="quarter" idx="13"/>
          </p:nvPr>
        </p:nvSpPr>
        <p:spPr/>
        <p:txBody>
          <a:bodyPr/>
          <a:lstStyle/>
          <a:p>
            <a:r>
              <a:rPr lang="zh-CN" altLang="en-US" dirty="0"/>
              <a:t>实例</a:t>
            </a:r>
            <a:endParaRPr lang="zh-CN" alt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7.3 </a:t>
            </a:r>
            <a:r>
              <a:rPr lang="zh-CN" altLang="en-US" dirty="0"/>
              <a:t>读文件统计成绩</a:t>
            </a:r>
            <a:endParaRPr lang="zh-CN" altLang="en-US" dirty="0"/>
          </a:p>
        </p:txBody>
      </p:sp>
      <p:sp>
        <p:nvSpPr>
          <p:cNvPr id="7" name="内容占位符 6"/>
          <p:cNvSpPr>
            <a:spLocks noGrp="1"/>
          </p:cNvSpPr>
          <p:nvPr>
            <p:ph sz="quarter" idx="14"/>
          </p:nvPr>
        </p:nvSpPr>
        <p:spPr/>
        <p:txBody>
          <a:bodyPr/>
          <a:lstStyle/>
          <a:p>
            <a:r>
              <a:rPr lang="zh-CN" altLang="en-US" dirty="0"/>
              <a:t>实例 </a:t>
            </a:r>
            <a:endParaRPr lang="zh-CN" altLang="en-US" dirty="0"/>
          </a:p>
        </p:txBody>
      </p:sp>
      <p:sp>
        <p:nvSpPr>
          <p:cNvPr id="4" name="内容占位符 1"/>
          <p:cNvSpPr txBox="1"/>
          <p:nvPr/>
        </p:nvSpPr>
        <p:spPr>
          <a:xfrm>
            <a:off x="688044" y="1333232"/>
            <a:ext cx="10815912" cy="3366587"/>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457200" indent="-457200">
              <a:lnSpc>
                <a:spcPct val="125000"/>
              </a:lnSpc>
              <a:buClr>
                <a:srgbClr val="0070C0"/>
              </a:buClr>
              <a:buFont typeface="+mj-lt"/>
              <a:buAutoNum type="arabicPeriod"/>
            </a:pPr>
            <a:r>
              <a:rPr lang="zh-CN" altLang="en-US" sz="2400" b="1" dirty="0">
                <a:solidFill>
                  <a:srgbClr val="0070C0"/>
                </a:solidFill>
                <a:latin typeface="微软雅黑" panose="020B0503020204020204" pitchFamily="34" charset="-122"/>
                <a:ea typeface="微软雅黑" panose="020B0503020204020204" pitchFamily="34" charset="-122"/>
              </a:rPr>
              <a:t>请读取文件中的数据，每行数据根据逗号切分为列表，输出二维列表。</a:t>
            </a:r>
            <a:endParaRPr lang="en-US" altLang="zh-CN" sz="2400" b="1" dirty="0">
              <a:solidFill>
                <a:srgbClr val="0070C0"/>
              </a:solidFill>
              <a:latin typeface="微软雅黑" panose="020B0503020204020204" pitchFamily="34" charset="-122"/>
              <a:ea typeface="微软雅黑" panose="020B0503020204020204" pitchFamily="34" charset="-122"/>
            </a:endParaRPr>
          </a:p>
          <a:p>
            <a:pPr>
              <a:lnSpc>
                <a:spcPct val="125000"/>
              </a:lnSpc>
              <a:buClr>
                <a:sysClr val="windowText" lastClr="000000"/>
              </a:buClr>
            </a:pPr>
            <a:r>
              <a:rPr lang="zh-CN" altLang="en-US" sz="2400" dirty="0">
                <a:solidFill>
                  <a:sysClr val="windowText" lastClr="000000"/>
                </a:solidFill>
                <a:latin typeface="微软雅黑" panose="020B0503020204020204" pitchFamily="34" charset="-122"/>
                <a:ea typeface="微软雅黑" panose="020B0503020204020204" pitchFamily="34" charset="-122"/>
              </a:rPr>
              <a:t>打开文件后对文件进行</a:t>
            </a:r>
            <a:r>
              <a:rPr lang="zh-CN" altLang="en-US" sz="2400" b="1" dirty="0">
                <a:solidFill>
                  <a:schemeClr val="accent2"/>
                </a:solidFill>
                <a:latin typeface="微软雅黑" panose="020B0503020204020204" pitchFamily="34" charset="-122"/>
                <a:ea typeface="微软雅黑" panose="020B0503020204020204" pitchFamily="34" charset="-122"/>
              </a:rPr>
              <a:t>遍历</a:t>
            </a:r>
            <a:r>
              <a:rPr lang="zh-CN" altLang="en-US" sz="2400" dirty="0">
                <a:solidFill>
                  <a:sysClr val="windowText" lastClr="000000"/>
                </a:solidFill>
                <a:latin typeface="微软雅黑" panose="020B0503020204020204" pitchFamily="34" charset="-122"/>
                <a:ea typeface="微软雅黑" panose="020B0503020204020204" pitchFamily="34" charset="-122"/>
              </a:rPr>
              <a:t>，读取每行的内容为一个用</a:t>
            </a:r>
            <a:r>
              <a:rPr lang="zh-CN" altLang="en-US" sz="2400" b="1" dirty="0">
                <a:solidFill>
                  <a:schemeClr val="accent2"/>
                </a:solidFill>
                <a:latin typeface="微软雅黑" panose="020B0503020204020204" pitchFamily="34" charset="-122"/>
                <a:ea typeface="微软雅黑" panose="020B0503020204020204" pitchFamily="34" charset="-122"/>
              </a:rPr>
              <a:t>逗号分隔</a:t>
            </a:r>
            <a:r>
              <a:rPr lang="zh-CN" altLang="en-US" sz="2400" dirty="0">
                <a:solidFill>
                  <a:sysClr val="windowText" lastClr="000000"/>
                </a:solidFill>
                <a:latin typeface="微软雅黑" panose="020B0503020204020204" pitchFamily="34" charset="-122"/>
                <a:ea typeface="微软雅黑" panose="020B0503020204020204" pitchFamily="34" charset="-122"/>
              </a:rPr>
              <a:t>的字符串，格式为：</a:t>
            </a:r>
            <a:r>
              <a:rPr lang="en-US" altLang="zh-CN" sz="2400" dirty="0">
                <a:solidFill>
                  <a:sysClr val="windowText" lastClr="000000"/>
                </a:solidFill>
                <a:latin typeface="微软雅黑" panose="020B0503020204020204" pitchFamily="34" charset="-122"/>
                <a:ea typeface="微软雅黑" panose="020B0503020204020204" pitchFamily="34" charset="-122"/>
              </a:rPr>
              <a:t>'</a:t>
            </a:r>
            <a:r>
              <a:rPr lang="zh-CN" altLang="en-US" sz="2400" dirty="0">
                <a:solidFill>
                  <a:sysClr val="windowText" lastClr="000000"/>
                </a:solidFill>
                <a:latin typeface="微软雅黑" panose="020B0503020204020204" pitchFamily="34" charset="-122"/>
                <a:ea typeface="微软雅黑" panose="020B0503020204020204" pitchFamily="34" charset="-122"/>
              </a:rPr>
              <a:t>罗明</a:t>
            </a:r>
            <a:r>
              <a:rPr lang="en-US" altLang="zh-CN" sz="2400" dirty="0">
                <a:solidFill>
                  <a:sysClr val="windowText" lastClr="000000"/>
                </a:solidFill>
                <a:latin typeface="微软雅黑" panose="020B0503020204020204" pitchFamily="34" charset="-122"/>
                <a:ea typeface="微软雅黑" panose="020B0503020204020204" pitchFamily="34" charset="-122"/>
              </a:rPr>
              <a:t>,95,96,85,63\n'</a:t>
            </a:r>
            <a:endParaRPr lang="en-US" altLang="zh-CN" sz="2400" dirty="0">
              <a:solidFill>
                <a:sysClr val="windowText" lastClr="000000"/>
              </a:solidFill>
              <a:latin typeface="微软雅黑" panose="020B0503020204020204" pitchFamily="34" charset="-122"/>
              <a:ea typeface="微软雅黑" panose="020B0503020204020204" pitchFamily="34" charset="-122"/>
            </a:endParaRPr>
          </a:p>
          <a:p>
            <a:pPr>
              <a:lnSpc>
                <a:spcPct val="125000"/>
              </a:lnSpc>
              <a:buClr>
                <a:sysClr val="windowText" lastClr="000000"/>
              </a:buClr>
            </a:pPr>
            <a:r>
              <a:rPr lang="zh-CN" altLang="en-US" sz="2400" dirty="0">
                <a:solidFill>
                  <a:sysClr val="windowText" lastClr="000000"/>
                </a:solidFill>
                <a:latin typeface="微软雅黑" panose="020B0503020204020204" pitchFamily="34" charset="-122"/>
                <a:ea typeface="微软雅黑" panose="020B0503020204020204" pitchFamily="34" charset="-122"/>
              </a:rPr>
              <a:t>用 </a:t>
            </a:r>
            <a:r>
              <a:rPr lang="en-US" altLang="zh-CN" sz="2400" b="1" dirty="0">
                <a:solidFill>
                  <a:schemeClr val="accent2"/>
                </a:solidFill>
                <a:latin typeface="微软雅黑" panose="020B0503020204020204" pitchFamily="34" charset="-122"/>
                <a:ea typeface="微软雅黑" panose="020B0503020204020204" pitchFamily="34" charset="-122"/>
              </a:rPr>
              <a:t>split(',') </a:t>
            </a:r>
            <a:r>
              <a:rPr lang="zh-CN" altLang="en-US" sz="2400" dirty="0">
                <a:solidFill>
                  <a:sysClr val="windowText" lastClr="000000"/>
                </a:solidFill>
                <a:latin typeface="微软雅黑" panose="020B0503020204020204" pitchFamily="34" charset="-122"/>
                <a:ea typeface="微软雅黑" panose="020B0503020204020204" pitchFamily="34" charset="-122"/>
              </a:rPr>
              <a:t>函数根据逗号切分字符串可产生一个形如：</a:t>
            </a:r>
            <a:r>
              <a:rPr lang="en-US" altLang="zh-CN" sz="2400" dirty="0">
                <a:solidFill>
                  <a:sysClr val="windowText" lastClr="000000"/>
                </a:solidFill>
                <a:latin typeface="微软雅黑" panose="020B0503020204020204" pitchFamily="34" charset="-122"/>
                <a:ea typeface="微软雅黑" panose="020B0503020204020204" pitchFamily="34" charset="-122"/>
              </a:rPr>
              <a:t>['</a:t>
            </a:r>
            <a:r>
              <a:rPr lang="zh-CN" altLang="en-US" sz="2400" dirty="0">
                <a:solidFill>
                  <a:sysClr val="windowText" lastClr="000000"/>
                </a:solidFill>
                <a:latin typeface="微软雅黑" panose="020B0503020204020204" pitchFamily="34" charset="-122"/>
                <a:ea typeface="微软雅黑" panose="020B0503020204020204" pitchFamily="34" charset="-122"/>
              </a:rPr>
              <a:t>罗明</a:t>
            </a:r>
            <a:r>
              <a:rPr lang="en-US" altLang="zh-CN" sz="2400" dirty="0">
                <a:solidFill>
                  <a:sysClr val="windowText" lastClr="000000"/>
                </a:solidFill>
                <a:latin typeface="微软雅黑" panose="020B0503020204020204" pitchFamily="34" charset="-122"/>
                <a:ea typeface="微软雅黑" panose="020B0503020204020204" pitchFamily="34" charset="-122"/>
              </a:rPr>
              <a:t>', '95', '96', '85', '63'] </a:t>
            </a:r>
            <a:r>
              <a:rPr lang="zh-CN" altLang="en-US" sz="2400" dirty="0">
                <a:solidFill>
                  <a:sysClr val="windowText" lastClr="000000"/>
                </a:solidFill>
                <a:latin typeface="微软雅黑" panose="020B0503020204020204" pitchFamily="34" charset="-122"/>
                <a:ea typeface="微软雅黑" panose="020B0503020204020204" pitchFamily="34" charset="-122"/>
              </a:rPr>
              <a:t>的列表，将这个列表作为一个元素加到列表 </a:t>
            </a:r>
            <a:r>
              <a:rPr lang="en-US" altLang="zh-CN" sz="2400" dirty="0" err="1">
                <a:solidFill>
                  <a:sysClr val="windowText" lastClr="000000"/>
                </a:solidFill>
                <a:latin typeface="微软雅黑" panose="020B0503020204020204" pitchFamily="34" charset="-122"/>
                <a:ea typeface="微软雅黑" panose="020B0503020204020204" pitchFamily="34" charset="-122"/>
              </a:rPr>
              <a:t>score_ls</a:t>
            </a:r>
            <a:r>
              <a:rPr lang="en-US" altLang="zh-CN" sz="2400" dirty="0">
                <a:solidFill>
                  <a:sysClr val="windowText" lastClr="000000"/>
                </a:solidFill>
                <a:latin typeface="微软雅黑" panose="020B0503020204020204" pitchFamily="34" charset="-122"/>
                <a:ea typeface="微软雅黑" panose="020B0503020204020204" pitchFamily="34" charset="-122"/>
              </a:rPr>
              <a:t> </a:t>
            </a:r>
            <a:r>
              <a:rPr lang="zh-CN" altLang="en-US" sz="2400" dirty="0">
                <a:solidFill>
                  <a:sysClr val="windowText" lastClr="000000"/>
                </a:solidFill>
                <a:latin typeface="微软雅黑" panose="020B0503020204020204" pitchFamily="34" charset="-122"/>
                <a:ea typeface="微软雅黑" panose="020B0503020204020204" pitchFamily="34" charset="-122"/>
              </a:rPr>
              <a:t>中，构成一个</a:t>
            </a:r>
            <a:r>
              <a:rPr lang="zh-CN" altLang="en-US" sz="2400" b="1" dirty="0">
                <a:solidFill>
                  <a:schemeClr val="accent2"/>
                </a:solidFill>
                <a:latin typeface="微软雅黑" panose="020B0503020204020204" pitchFamily="34" charset="-122"/>
                <a:ea typeface="微软雅黑" panose="020B0503020204020204" pitchFamily="34" charset="-122"/>
              </a:rPr>
              <a:t>嵌套列表</a:t>
            </a:r>
            <a:r>
              <a:rPr lang="zh-CN" altLang="en-US" sz="2400" dirty="0">
                <a:solidFill>
                  <a:sysClr val="windowText" lastClr="000000"/>
                </a:solidFill>
                <a:latin typeface="微软雅黑" panose="020B0503020204020204" pitchFamily="34" charset="-122"/>
                <a:ea typeface="微软雅黑" panose="020B0503020204020204" pitchFamily="34" charset="-122"/>
              </a:rPr>
              <a:t>。</a:t>
            </a:r>
            <a:endParaRPr lang="zh-CN" altLang="en-US" sz="2400" dirty="0">
              <a:solidFill>
                <a:sysClr val="windowText" lastClr="0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7.3 </a:t>
            </a:r>
            <a:r>
              <a:rPr lang="zh-CN" altLang="en-US" dirty="0"/>
              <a:t>读文件统计成绩</a:t>
            </a:r>
            <a:endParaRPr lang="zh-CN" altLang="en-US" dirty="0"/>
          </a:p>
        </p:txBody>
      </p:sp>
      <p:sp>
        <p:nvSpPr>
          <p:cNvPr id="7" name="内容占位符 6"/>
          <p:cNvSpPr>
            <a:spLocks noGrp="1"/>
          </p:cNvSpPr>
          <p:nvPr>
            <p:ph sz="quarter" idx="14"/>
          </p:nvPr>
        </p:nvSpPr>
        <p:spPr/>
        <p:txBody>
          <a:bodyPr/>
          <a:lstStyle/>
          <a:p>
            <a:r>
              <a:rPr lang="zh-CN" altLang="en-US" dirty="0"/>
              <a:t>实例 </a:t>
            </a:r>
            <a:endParaRPr lang="zh-CN" altLang="en-US" dirty="0"/>
          </a:p>
        </p:txBody>
      </p:sp>
      <p:sp>
        <p:nvSpPr>
          <p:cNvPr id="8" name="内容占位符 5"/>
          <p:cNvSpPr txBox="1"/>
          <p:nvPr/>
        </p:nvSpPr>
        <p:spPr>
          <a:xfrm>
            <a:off x="780061" y="1946788"/>
            <a:ext cx="10631877" cy="3787875"/>
          </a:xfrm>
          <a:prstGeom prst="roundRect">
            <a:avLst>
              <a:gd name="adj" fmla="val 14589"/>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dirty="0">
                <a:solidFill>
                  <a:srgbClr val="7A3E9D"/>
                </a:solidFill>
                <a:latin typeface="+mj-lt"/>
              </a:rPr>
              <a:t>def</a:t>
            </a:r>
            <a:r>
              <a:rPr lang="en-US" altLang="zh-CN" dirty="0">
                <a:solidFill>
                  <a:srgbClr val="333333"/>
                </a:solidFill>
                <a:latin typeface="+mj-lt"/>
              </a:rPr>
              <a:t> </a:t>
            </a:r>
            <a:r>
              <a:rPr lang="en-US" altLang="zh-CN" b="1" dirty="0" err="1">
                <a:solidFill>
                  <a:srgbClr val="AA3731"/>
                </a:solidFill>
                <a:latin typeface="+mj-lt"/>
              </a:rPr>
              <a:t>read_file</a:t>
            </a:r>
            <a:r>
              <a:rPr lang="en-US" altLang="zh-CN" dirty="0">
                <a:solidFill>
                  <a:srgbClr val="777777"/>
                </a:solidFill>
                <a:latin typeface="+mj-lt"/>
              </a:rPr>
              <a:t>(</a:t>
            </a:r>
            <a:r>
              <a:rPr lang="en-US" altLang="zh-CN" dirty="0">
                <a:solidFill>
                  <a:srgbClr val="7A3E9D"/>
                </a:solidFill>
                <a:latin typeface="+mj-lt"/>
              </a:rPr>
              <a:t>filename</a:t>
            </a:r>
            <a:r>
              <a:rPr lang="en-US" altLang="zh-CN" dirty="0">
                <a:solidFill>
                  <a:srgbClr val="777777"/>
                </a:solidFill>
                <a:latin typeface="+mj-lt"/>
              </a:rPr>
              <a:t>):</a:t>
            </a:r>
            <a:r>
              <a:rPr lang="en-US" altLang="zh-CN" dirty="0">
                <a:solidFill>
                  <a:srgbClr val="333333"/>
                </a:solidFill>
                <a:latin typeface="+mj-lt"/>
              </a:rPr>
              <a:t> </a:t>
            </a:r>
            <a:endParaRPr lang="en-US" altLang="zh-CN" dirty="0">
              <a:solidFill>
                <a:srgbClr val="333333"/>
              </a:solidFill>
              <a:latin typeface="+mj-lt"/>
            </a:endParaRPr>
          </a:p>
          <a:p>
            <a:r>
              <a:rPr lang="en-US" altLang="zh-CN" dirty="0">
                <a:solidFill>
                  <a:srgbClr val="333333"/>
                </a:solidFill>
                <a:latin typeface="+mj-lt"/>
              </a:rPr>
              <a:t>    </a:t>
            </a:r>
            <a:r>
              <a:rPr lang="en-US" altLang="zh-CN" dirty="0">
                <a:solidFill>
                  <a:srgbClr val="777777"/>
                </a:solidFill>
                <a:latin typeface="+mj-lt"/>
              </a:rPr>
              <a:t>"""</a:t>
            </a:r>
            <a:r>
              <a:rPr lang="zh-CN" altLang="en-US" dirty="0">
                <a:solidFill>
                  <a:srgbClr val="448C27"/>
                </a:solidFill>
                <a:latin typeface="+mj-lt"/>
              </a:rPr>
              <a:t>读取文件中的数据，逐行切分为子列表，返回嵌套列表</a:t>
            </a:r>
            <a:r>
              <a:rPr lang="en-US" altLang="zh-CN" dirty="0">
                <a:solidFill>
                  <a:srgbClr val="777777"/>
                </a:solidFill>
                <a:latin typeface="+mj-lt"/>
              </a:rPr>
              <a:t>"""</a:t>
            </a:r>
            <a:endParaRPr lang="zh-CN" altLang="en-US" dirty="0">
              <a:solidFill>
                <a:srgbClr val="333333"/>
              </a:solidFill>
              <a:latin typeface="+mj-lt"/>
            </a:endParaRPr>
          </a:p>
          <a:p>
            <a:r>
              <a:rPr lang="zh-CN" altLang="en-US" dirty="0">
                <a:solidFill>
                  <a:srgbClr val="333333"/>
                </a:solidFill>
                <a:latin typeface="+mj-lt"/>
              </a:rPr>
              <a:t>    </a:t>
            </a:r>
            <a:r>
              <a:rPr lang="en-US" altLang="zh-CN" dirty="0">
                <a:solidFill>
                  <a:srgbClr val="4B69C6"/>
                </a:solidFill>
                <a:latin typeface="+mj-lt"/>
              </a:rPr>
              <a:t>with</a:t>
            </a:r>
            <a:r>
              <a:rPr lang="en-US" altLang="zh-CN" dirty="0">
                <a:solidFill>
                  <a:srgbClr val="333333"/>
                </a:solidFill>
                <a:latin typeface="+mj-lt"/>
              </a:rPr>
              <a:t> </a:t>
            </a:r>
            <a:r>
              <a:rPr lang="en-US" altLang="zh-CN" b="1" dirty="0">
                <a:solidFill>
                  <a:srgbClr val="AA3731"/>
                </a:solidFill>
                <a:latin typeface="+mj-lt"/>
              </a:rPr>
              <a:t>open</a:t>
            </a:r>
            <a:r>
              <a:rPr lang="en-US" altLang="zh-CN" dirty="0">
                <a:solidFill>
                  <a:srgbClr val="777777"/>
                </a:solidFill>
                <a:latin typeface="+mj-lt"/>
              </a:rPr>
              <a:t>(</a:t>
            </a:r>
            <a:r>
              <a:rPr lang="en-US" altLang="zh-CN" dirty="0">
                <a:solidFill>
                  <a:srgbClr val="7A3E9D"/>
                </a:solidFill>
                <a:latin typeface="+mj-lt"/>
              </a:rPr>
              <a:t>filename</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448C27"/>
                </a:solidFill>
                <a:latin typeface="+mj-lt"/>
              </a:rPr>
              <a:t>r</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encoding</a:t>
            </a:r>
            <a:r>
              <a:rPr lang="en-US" altLang="zh-CN" dirty="0">
                <a:solidFill>
                  <a:srgbClr val="777777"/>
                </a:solidFill>
                <a:latin typeface="+mj-lt"/>
              </a:rPr>
              <a:t>='</a:t>
            </a:r>
            <a:r>
              <a:rPr lang="en-US" altLang="zh-CN" dirty="0">
                <a:solidFill>
                  <a:srgbClr val="448C27"/>
                </a:solidFill>
                <a:latin typeface="+mj-lt"/>
              </a:rPr>
              <a:t>utf-8</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4B69C6"/>
                </a:solidFill>
                <a:latin typeface="+mj-lt"/>
              </a:rPr>
              <a:t>as</a:t>
            </a:r>
            <a:r>
              <a:rPr lang="en-US" altLang="zh-CN" dirty="0">
                <a:solidFill>
                  <a:srgbClr val="333333"/>
                </a:solidFill>
                <a:latin typeface="+mj-lt"/>
              </a:rPr>
              <a:t> </a:t>
            </a:r>
            <a:r>
              <a:rPr lang="en-US" altLang="zh-CN" dirty="0" err="1">
                <a:solidFill>
                  <a:srgbClr val="7A3E9D"/>
                </a:solidFill>
                <a:latin typeface="+mj-lt"/>
              </a:rPr>
              <a:t>fr</a:t>
            </a:r>
            <a:r>
              <a:rPr lang="en-US" altLang="zh-CN" dirty="0">
                <a:solidFill>
                  <a:srgbClr val="777777"/>
                </a:solidFill>
                <a:latin typeface="+mj-lt"/>
              </a:rPr>
              <a:t>:</a:t>
            </a:r>
            <a:r>
              <a:rPr lang="en-US" altLang="zh-CN" dirty="0">
                <a:solidFill>
                  <a:srgbClr val="333333"/>
                </a:solidFill>
                <a:latin typeface="+mj-lt"/>
              </a:rPr>
              <a:t> </a:t>
            </a:r>
            <a:endParaRPr lang="en-US" altLang="zh-CN" dirty="0">
              <a:solidFill>
                <a:srgbClr val="333333"/>
              </a:solidFill>
              <a:latin typeface="+mj-lt"/>
            </a:endParaRPr>
          </a:p>
          <a:p>
            <a:r>
              <a:rPr lang="en-US" altLang="zh-CN" dirty="0">
                <a:solidFill>
                  <a:srgbClr val="333333"/>
                </a:solidFill>
                <a:latin typeface="+mj-lt"/>
              </a:rPr>
              <a:t>        </a:t>
            </a:r>
            <a:r>
              <a:rPr lang="en-US" altLang="zh-CN" dirty="0" err="1">
                <a:solidFill>
                  <a:srgbClr val="7A3E9D"/>
                </a:solidFill>
                <a:latin typeface="+mj-lt"/>
              </a:rPr>
              <a:t>score_ls</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创建空列表</a:t>
            </a:r>
            <a:endParaRPr lang="zh-CN" altLang="en-US" dirty="0">
              <a:solidFill>
                <a:srgbClr val="333333"/>
              </a:solidFill>
              <a:latin typeface="+mj-lt"/>
            </a:endParaRPr>
          </a:p>
          <a:p>
            <a:r>
              <a:rPr lang="zh-CN" altLang="en-US" dirty="0">
                <a:solidFill>
                  <a:srgbClr val="333333"/>
                </a:solidFill>
                <a:latin typeface="+mj-lt"/>
              </a:rPr>
              <a:t>        </a:t>
            </a:r>
            <a:r>
              <a:rPr lang="en-US" altLang="zh-CN" dirty="0">
                <a:solidFill>
                  <a:srgbClr val="4B69C6"/>
                </a:solidFill>
                <a:latin typeface="+mj-lt"/>
              </a:rPr>
              <a:t>for</a:t>
            </a:r>
            <a:r>
              <a:rPr lang="en-US" altLang="zh-CN" dirty="0">
                <a:solidFill>
                  <a:srgbClr val="333333"/>
                </a:solidFill>
                <a:latin typeface="+mj-lt"/>
              </a:rPr>
              <a:t> </a:t>
            </a:r>
            <a:r>
              <a:rPr lang="en-US" altLang="zh-CN" dirty="0">
                <a:solidFill>
                  <a:srgbClr val="7A3E9D"/>
                </a:solidFill>
                <a:latin typeface="+mj-lt"/>
              </a:rPr>
              <a:t>line</a:t>
            </a:r>
            <a:r>
              <a:rPr lang="en-US" altLang="zh-CN" dirty="0">
                <a:solidFill>
                  <a:srgbClr val="333333"/>
                </a:solidFill>
                <a:latin typeface="+mj-lt"/>
              </a:rPr>
              <a:t> </a:t>
            </a:r>
            <a:r>
              <a:rPr lang="en-US" altLang="zh-CN" b="1" dirty="0">
                <a:solidFill>
                  <a:srgbClr val="AA3731"/>
                </a:solidFill>
                <a:latin typeface="+mj-lt"/>
              </a:rPr>
              <a:t>in</a:t>
            </a:r>
            <a:r>
              <a:rPr lang="en-US" altLang="zh-CN" dirty="0">
                <a:solidFill>
                  <a:srgbClr val="333333"/>
                </a:solidFill>
                <a:latin typeface="+mj-lt"/>
              </a:rPr>
              <a:t> </a:t>
            </a:r>
            <a:r>
              <a:rPr lang="en-US" altLang="zh-CN" dirty="0" err="1">
                <a:solidFill>
                  <a:srgbClr val="7A3E9D"/>
                </a:solidFill>
                <a:latin typeface="+mj-lt"/>
              </a:rPr>
              <a:t>fr</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line </a:t>
            </a:r>
            <a:r>
              <a:rPr lang="zh-CN" altLang="en-US" dirty="0">
                <a:solidFill>
                  <a:srgbClr val="AAAAAA"/>
                </a:solidFill>
                <a:latin typeface="+mj-lt"/>
              </a:rPr>
              <a:t>为文件中一行</a:t>
            </a:r>
            <a:endParaRPr lang="zh-CN" altLang="en-US" dirty="0">
              <a:solidFill>
                <a:srgbClr val="333333"/>
              </a:solidFill>
              <a:latin typeface="+mj-lt"/>
            </a:endParaRPr>
          </a:p>
          <a:p>
            <a:r>
              <a:rPr lang="zh-CN" altLang="en-US" dirty="0">
                <a:solidFill>
                  <a:srgbClr val="333333"/>
                </a:solidFill>
                <a:latin typeface="+mj-lt"/>
              </a:rPr>
              <a:t>            </a:t>
            </a:r>
            <a:r>
              <a:rPr lang="en-US" altLang="zh-CN" dirty="0" err="1">
                <a:solidFill>
                  <a:srgbClr val="7A3E9D"/>
                </a:solidFill>
                <a:latin typeface="+mj-lt"/>
              </a:rPr>
              <a:t>score_ls</a:t>
            </a:r>
            <a:r>
              <a:rPr lang="en-US" altLang="zh-CN" dirty="0" err="1">
                <a:solidFill>
                  <a:srgbClr val="777777"/>
                </a:solidFill>
                <a:latin typeface="+mj-lt"/>
              </a:rPr>
              <a:t>.</a:t>
            </a:r>
            <a:r>
              <a:rPr lang="en-US" altLang="zh-CN" b="1" dirty="0" err="1">
                <a:solidFill>
                  <a:srgbClr val="AA3731"/>
                </a:solidFill>
                <a:latin typeface="+mj-lt"/>
              </a:rPr>
              <a:t>append</a:t>
            </a:r>
            <a:r>
              <a:rPr lang="en-US" altLang="zh-CN" dirty="0">
                <a:solidFill>
                  <a:srgbClr val="777777"/>
                </a:solidFill>
                <a:latin typeface="+mj-lt"/>
              </a:rPr>
              <a:t>(</a:t>
            </a:r>
            <a:r>
              <a:rPr lang="en-US" altLang="zh-CN" dirty="0" err="1">
                <a:solidFill>
                  <a:srgbClr val="7A3E9D"/>
                </a:solidFill>
                <a:latin typeface="+mj-lt"/>
              </a:rPr>
              <a:t>line</a:t>
            </a:r>
            <a:r>
              <a:rPr lang="en-US" altLang="zh-CN" dirty="0" err="1">
                <a:solidFill>
                  <a:srgbClr val="777777"/>
                </a:solidFill>
                <a:latin typeface="+mj-lt"/>
              </a:rPr>
              <a:t>.</a:t>
            </a:r>
            <a:r>
              <a:rPr lang="en-US" altLang="zh-CN" b="1" dirty="0" err="1">
                <a:solidFill>
                  <a:srgbClr val="AA3731"/>
                </a:solidFill>
                <a:latin typeface="+mj-lt"/>
              </a:rPr>
              <a:t>strip</a:t>
            </a:r>
            <a:r>
              <a:rPr lang="en-US" altLang="zh-CN" dirty="0">
                <a:solidFill>
                  <a:srgbClr val="777777"/>
                </a:solidFill>
                <a:latin typeface="+mj-lt"/>
              </a:rPr>
              <a:t>().</a:t>
            </a:r>
            <a:r>
              <a:rPr lang="en-US" altLang="zh-CN" b="1" dirty="0">
                <a:solidFill>
                  <a:srgbClr val="AA3731"/>
                </a:solidFill>
                <a:latin typeface="+mj-lt"/>
              </a:rPr>
              <a:t>split</a:t>
            </a:r>
            <a:r>
              <a:rPr lang="en-US" altLang="zh-CN" dirty="0">
                <a:solidFill>
                  <a:srgbClr val="777777"/>
                </a:solidFill>
                <a:latin typeface="+mj-lt"/>
              </a:rPr>
              <a:t>('</a:t>
            </a:r>
            <a:r>
              <a:rPr lang="en-US" altLang="zh-CN" dirty="0">
                <a:solidFill>
                  <a:srgbClr val="448C27"/>
                </a:solidFill>
                <a:latin typeface="+mj-lt"/>
              </a:rPr>
              <a:t>,</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切分为列表附加到 </a:t>
            </a:r>
            <a:r>
              <a:rPr lang="en-US" altLang="zh-CN" dirty="0">
                <a:solidFill>
                  <a:srgbClr val="AAAAAA"/>
                </a:solidFill>
                <a:latin typeface="+mj-lt"/>
              </a:rPr>
              <a:t>ls</a:t>
            </a:r>
            <a:endParaRPr lang="en-US" altLang="zh-CN" dirty="0">
              <a:solidFill>
                <a:srgbClr val="333333"/>
              </a:solidFill>
              <a:latin typeface="+mj-lt"/>
            </a:endParaRPr>
          </a:p>
          <a:p>
            <a:r>
              <a:rPr lang="en-US" altLang="zh-CN" dirty="0">
                <a:solidFill>
                  <a:srgbClr val="333333"/>
                </a:solidFill>
                <a:latin typeface="+mj-lt"/>
              </a:rPr>
              <a:t>    </a:t>
            </a:r>
            <a:r>
              <a:rPr lang="en-US" altLang="zh-CN" dirty="0">
                <a:solidFill>
                  <a:srgbClr val="4B69C6"/>
                </a:solidFill>
                <a:latin typeface="+mj-lt"/>
              </a:rPr>
              <a:t>return</a:t>
            </a:r>
            <a:r>
              <a:rPr lang="en-US" altLang="zh-CN" dirty="0">
                <a:solidFill>
                  <a:srgbClr val="333333"/>
                </a:solidFill>
                <a:latin typeface="+mj-lt"/>
              </a:rPr>
              <a:t> </a:t>
            </a:r>
            <a:r>
              <a:rPr lang="en-US" altLang="zh-CN" dirty="0" err="1">
                <a:solidFill>
                  <a:srgbClr val="7A3E9D"/>
                </a:solidFill>
                <a:latin typeface="+mj-lt"/>
              </a:rPr>
              <a:t>score_ls</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返回成绩列表</a:t>
            </a:r>
            <a:endParaRPr lang="zh-CN" altLang="en-US" dirty="0">
              <a:solidFill>
                <a:srgbClr val="333333"/>
              </a:solidFill>
              <a:latin typeface="+mj-lt"/>
            </a:endParaRPr>
          </a:p>
        </p:txBody>
      </p:sp>
      <p:sp>
        <p:nvSpPr>
          <p:cNvPr id="3" name="内容占位符 1"/>
          <p:cNvSpPr txBox="1"/>
          <p:nvPr/>
        </p:nvSpPr>
        <p:spPr>
          <a:xfrm>
            <a:off x="688044" y="1333232"/>
            <a:ext cx="10815912" cy="535531"/>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457200" indent="-457200">
              <a:lnSpc>
                <a:spcPct val="125000"/>
              </a:lnSpc>
              <a:buClr>
                <a:srgbClr val="0070C0"/>
              </a:buClr>
              <a:buFont typeface="+mj-lt"/>
              <a:buAutoNum type="arabicPeriod"/>
            </a:pPr>
            <a:r>
              <a:rPr lang="zh-CN" altLang="en-US" sz="2400" b="1" dirty="0">
                <a:solidFill>
                  <a:srgbClr val="0070C0"/>
                </a:solidFill>
                <a:latin typeface="微软雅黑" panose="020B0503020204020204" pitchFamily="34" charset="-122"/>
                <a:ea typeface="微软雅黑" panose="020B0503020204020204" pitchFamily="34" charset="-122"/>
              </a:rPr>
              <a:t>请读取文件中的数据，每行数据根据逗号切分为列表，输出二维列表。</a:t>
            </a:r>
            <a:endParaRPr lang="en-US" altLang="zh-CN" sz="2400" b="1" dirty="0">
              <a:solidFill>
                <a:srgbClr val="0070C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7.3 </a:t>
            </a:r>
            <a:r>
              <a:rPr lang="zh-CN" altLang="en-US" dirty="0"/>
              <a:t>读文件统计成绩</a:t>
            </a:r>
            <a:endParaRPr lang="zh-CN" altLang="en-US" dirty="0"/>
          </a:p>
        </p:txBody>
      </p:sp>
      <p:sp>
        <p:nvSpPr>
          <p:cNvPr id="7" name="内容占位符 6"/>
          <p:cNvSpPr>
            <a:spLocks noGrp="1"/>
          </p:cNvSpPr>
          <p:nvPr>
            <p:ph sz="quarter" idx="14"/>
          </p:nvPr>
        </p:nvSpPr>
        <p:spPr/>
        <p:txBody>
          <a:bodyPr/>
          <a:lstStyle/>
          <a:p>
            <a:r>
              <a:rPr lang="zh-CN" altLang="en-US" dirty="0"/>
              <a:t>实例 </a:t>
            </a:r>
            <a:endParaRPr lang="zh-CN" altLang="en-US" dirty="0"/>
          </a:p>
        </p:txBody>
      </p:sp>
      <p:sp>
        <p:nvSpPr>
          <p:cNvPr id="4" name="内容占位符 1"/>
          <p:cNvSpPr txBox="1"/>
          <p:nvPr/>
        </p:nvSpPr>
        <p:spPr>
          <a:xfrm>
            <a:off x="643906" y="1376517"/>
            <a:ext cx="10904188" cy="4296697"/>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25000"/>
              </a:lnSpc>
              <a:buClr>
                <a:sysClr val="windowText" lastClr="000000"/>
              </a:buClr>
            </a:pPr>
            <a:r>
              <a:rPr lang="zh-CN" altLang="en-US" sz="2400" dirty="0">
                <a:solidFill>
                  <a:sysClr val="windowText" lastClr="000000"/>
                </a:solidFill>
                <a:latin typeface="微软雅黑" panose="020B0503020204020204" pitchFamily="34" charset="-122"/>
                <a:ea typeface="微软雅黑" panose="020B0503020204020204" pitchFamily="34" charset="-122"/>
              </a:rPr>
              <a:t>输出：</a:t>
            </a:r>
            <a:endParaRPr lang="zh-CN" altLang="en-US" sz="2400" dirty="0">
              <a:solidFill>
                <a:sysClr val="windowText" lastClr="000000"/>
              </a:solidFill>
              <a:latin typeface="微软雅黑" panose="020B0503020204020204" pitchFamily="34" charset="-122"/>
              <a:ea typeface="微软雅黑" panose="020B0503020204020204" pitchFamily="34" charset="-122"/>
            </a:endParaRPr>
          </a:p>
          <a:p>
            <a:pPr marL="0" indent="0">
              <a:buNone/>
            </a:pPr>
            <a:r>
              <a:rPr lang="en-US" altLang="zh-CN" sz="2400" b="0" dirty="0">
                <a:solidFill>
                  <a:srgbClr val="777777"/>
                </a:solidFill>
                <a:effectLst/>
                <a:latin typeface="+mj-lt"/>
              </a:rPr>
              <a:t>[['</a:t>
            </a:r>
            <a:r>
              <a:rPr lang="zh-CN" altLang="en-US" sz="2400" b="0" dirty="0">
                <a:solidFill>
                  <a:srgbClr val="448C27"/>
                </a:solidFill>
                <a:effectLst/>
                <a:latin typeface="+mj-lt"/>
              </a:rPr>
              <a:t>姓名</a:t>
            </a:r>
            <a:r>
              <a:rPr lang="en-US" altLang="zh-CN" sz="2400" b="0" dirty="0">
                <a:solidFill>
                  <a:srgbClr val="777777"/>
                </a:solidFill>
                <a:effectLst/>
                <a:latin typeface="+mj-lt"/>
              </a:rPr>
              <a:t>',</a:t>
            </a:r>
            <a:r>
              <a:rPr lang="zh-CN" altLang="en-US" sz="2400" b="0" dirty="0">
                <a:solidFill>
                  <a:srgbClr val="333333"/>
                </a:solidFill>
                <a:effectLst/>
                <a:latin typeface="+mj-lt"/>
              </a:rPr>
              <a:t> </a:t>
            </a:r>
            <a:r>
              <a:rPr lang="en-US" altLang="zh-CN" sz="2400" b="0" dirty="0">
                <a:solidFill>
                  <a:srgbClr val="777777"/>
                </a:solidFill>
                <a:effectLst/>
                <a:latin typeface="+mj-lt"/>
              </a:rPr>
              <a:t>'</a:t>
            </a:r>
            <a:r>
              <a:rPr lang="en-US" altLang="zh-CN" sz="2400" b="0" dirty="0">
                <a:solidFill>
                  <a:srgbClr val="448C27"/>
                </a:solidFill>
                <a:effectLst/>
                <a:latin typeface="+mj-lt"/>
              </a:rPr>
              <a:t>C</a:t>
            </a:r>
            <a:r>
              <a:rPr lang="en-US" altLang="zh-CN" sz="2400" b="0" dirty="0">
                <a:solidFill>
                  <a:srgbClr val="777777"/>
                </a:solidFill>
                <a:effectLst/>
                <a:latin typeface="+mj-lt"/>
              </a:rPr>
              <a:t>',</a:t>
            </a:r>
            <a:r>
              <a:rPr lang="en-US" altLang="zh-CN" sz="2400" b="0" dirty="0">
                <a:solidFill>
                  <a:srgbClr val="333333"/>
                </a:solidFill>
                <a:effectLst/>
                <a:latin typeface="+mj-lt"/>
              </a:rPr>
              <a:t> </a:t>
            </a:r>
            <a:r>
              <a:rPr lang="en-US" altLang="zh-CN" sz="2400" b="0" dirty="0">
                <a:solidFill>
                  <a:srgbClr val="777777"/>
                </a:solidFill>
                <a:effectLst/>
                <a:latin typeface="+mj-lt"/>
              </a:rPr>
              <a:t>'</a:t>
            </a:r>
            <a:r>
              <a:rPr lang="en-US" altLang="zh-CN" sz="2400" b="0" dirty="0">
                <a:solidFill>
                  <a:srgbClr val="448C27"/>
                </a:solidFill>
                <a:effectLst/>
                <a:latin typeface="+mj-lt"/>
              </a:rPr>
              <a:t>Java</a:t>
            </a:r>
            <a:r>
              <a:rPr lang="en-US" altLang="zh-CN" sz="2400" b="0" dirty="0">
                <a:solidFill>
                  <a:srgbClr val="777777"/>
                </a:solidFill>
                <a:effectLst/>
                <a:latin typeface="+mj-lt"/>
              </a:rPr>
              <a:t>',</a:t>
            </a:r>
            <a:r>
              <a:rPr lang="en-US" altLang="zh-CN" sz="2400" b="0" dirty="0">
                <a:solidFill>
                  <a:srgbClr val="333333"/>
                </a:solidFill>
                <a:effectLst/>
                <a:latin typeface="+mj-lt"/>
              </a:rPr>
              <a:t> </a:t>
            </a:r>
            <a:r>
              <a:rPr lang="en-US" altLang="zh-CN" sz="2400" b="0" dirty="0">
                <a:solidFill>
                  <a:srgbClr val="777777"/>
                </a:solidFill>
                <a:effectLst/>
                <a:latin typeface="+mj-lt"/>
              </a:rPr>
              <a:t>'</a:t>
            </a:r>
            <a:r>
              <a:rPr lang="en-US" altLang="zh-CN" sz="2400" b="0" dirty="0">
                <a:solidFill>
                  <a:srgbClr val="448C27"/>
                </a:solidFill>
                <a:effectLst/>
                <a:latin typeface="+mj-lt"/>
              </a:rPr>
              <a:t>Python</a:t>
            </a:r>
            <a:r>
              <a:rPr lang="en-US" altLang="zh-CN" sz="2400" b="0" dirty="0">
                <a:solidFill>
                  <a:srgbClr val="777777"/>
                </a:solidFill>
                <a:effectLst/>
                <a:latin typeface="+mj-lt"/>
              </a:rPr>
              <a:t>',</a:t>
            </a:r>
            <a:r>
              <a:rPr lang="en-US" altLang="zh-CN" sz="2400" b="0" dirty="0">
                <a:solidFill>
                  <a:srgbClr val="333333"/>
                </a:solidFill>
                <a:effectLst/>
                <a:latin typeface="+mj-lt"/>
              </a:rPr>
              <a:t> </a:t>
            </a:r>
            <a:r>
              <a:rPr lang="en-US" altLang="zh-CN" sz="2400" b="0" dirty="0">
                <a:solidFill>
                  <a:srgbClr val="777777"/>
                </a:solidFill>
                <a:effectLst/>
                <a:latin typeface="+mj-lt"/>
              </a:rPr>
              <a:t>'</a:t>
            </a:r>
            <a:r>
              <a:rPr lang="en-US" altLang="zh-CN" sz="2400" b="0" dirty="0">
                <a:solidFill>
                  <a:srgbClr val="448C27"/>
                </a:solidFill>
                <a:effectLst/>
                <a:latin typeface="+mj-lt"/>
              </a:rPr>
              <a:t>C#</a:t>
            </a:r>
            <a:r>
              <a:rPr lang="en-US" altLang="zh-CN" sz="2400" b="0" dirty="0">
                <a:solidFill>
                  <a:srgbClr val="777777"/>
                </a:solidFill>
                <a:effectLst/>
                <a:latin typeface="+mj-lt"/>
              </a:rPr>
              <a:t>'],</a:t>
            </a:r>
            <a:r>
              <a:rPr lang="en-US" altLang="zh-CN" sz="2400" b="0" dirty="0">
                <a:solidFill>
                  <a:srgbClr val="333333"/>
                </a:solidFill>
                <a:effectLst/>
                <a:latin typeface="+mj-lt"/>
              </a:rPr>
              <a:t> </a:t>
            </a:r>
            <a:r>
              <a:rPr lang="en-US" altLang="zh-CN" sz="2400" b="0" dirty="0">
                <a:solidFill>
                  <a:srgbClr val="777777"/>
                </a:solidFill>
                <a:effectLst/>
                <a:latin typeface="+mj-lt"/>
              </a:rPr>
              <a:t>['</a:t>
            </a:r>
            <a:r>
              <a:rPr lang="zh-CN" altLang="en-US" sz="2400" b="0" dirty="0">
                <a:solidFill>
                  <a:srgbClr val="448C27"/>
                </a:solidFill>
                <a:effectLst/>
                <a:latin typeface="+mj-lt"/>
              </a:rPr>
              <a:t>罗明</a:t>
            </a:r>
            <a:r>
              <a:rPr lang="en-US" altLang="zh-CN" sz="2400" b="0" dirty="0">
                <a:solidFill>
                  <a:srgbClr val="777777"/>
                </a:solidFill>
                <a:effectLst/>
                <a:latin typeface="+mj-lt"/>
              </a:rPr>
              <a:t>',</a:t>
            </a:r>
            <a:r>
              <a:rPr lang="zh-CN" altLang="en-US" sz="2400" b="0" dirty="0">
                <a:solidFill>
                  <a:srgbClr val="333333"/>
                </a:solidFill>
                <a:effectLst/>
                <a:latin typeface="+mj-lt"/>
              </a:rPr>
              <a:t> </a:t>
            </a:r>
            <a:r>
              <a:rPr lang="en-US" altLang="zh-CN" sz="2400" b="0" dirty="0">
                <a:solidFill>
                  <a:srgbClr val="777777"/>
                </a:solidFill>
                <a:effectLst/>
                <a:latin typeface="+mj-lt"/>
              </a:rPr>
              <a:t>'</a:t>
            </a:r>
            <a:r>
              <a:rPr lang="en-US" altLang="zh-CN" sz="2400" b="0" dirty="0">
                <a:solidFill>
                  <a:srgbClr val="448C27"/>
                </a:solidFill>
                <a:effectLst/>
                <a:latin typeface="+mj-lt"/>
              </a:rPr>
              <a:t>95</a:t>
            </a:r>
            <a:r>
              <a:rPr lang="en-US" altLang="zh-CN" sz="2400" b="0" dirty="0">
                <a:solidFill>
                  <a:srgbClr val="777777"/>
                </a:solidFill>
                <a:effectLst/>
                <a:latin typeface="+mj-lt"/>
              </a:rPr>
              <a:t>',</a:t>
            </a:r>
            <a:r>
              <a:rPr lang="zh-CN" altLang="en-US" sz="2400" b="0" dirty="0">
                <a:solidFill>
                  <a:srgbClr val="333333"/>
                </a:solidFill>
                <a:effectLst/>
                <a:latin typeface="+mj-lt"/>
              </a:rPr>
              <a:t> </a:t>
            </a:r>
            <a:r>
              <a:rPr lang="en-US" altLang="zh-CN" sz="2400" b="0" dirty="0">
                <a:solidFill>
                  <a:srgbClr val="777777"/>
                </a:solidFill>
                <a:effectLst/>
                <a:latin typeface="+mj-lt"/>
              </a:rPr>
              <a:t>'</a:t>
            </a:r>
            <a:r>
              <a:rPr lang="en-US" altLang="zh-CN" sz="2400" b="0" dirty="0">
                <a:solidFill>
                  <a:srgbClr val="448C27"/>
                </a:solidFill>
                <a:effectLst/>
                <a:latin typeface="+mj-lt"/>
              </a:rPr>
              <a:t>96</a:t>
            </a:r>
            <a:r>
              <a:rPr lang="en-US" altLang="zh-CN" sz="2400" b="0" dirty="0">
                <a:solidFill>
                  <a:srgbClr val="777777"/>
                </a:solidFill>
                <a:effectLst/>
                <a:latin typeface="+mj-lt"/>
              </a:rPr>
              <a:t>',</a:t>
            </a:r>
            <a:r>
              <a:rPr lang="zh-CN" altLang="en-US" sz="2400" b="0" dirty="0">
                <a:solidFill>
                  <a:srgbClr val="333333"/>
                </a:solidFill>
                <a:effectLst/>
                <a:latin typeface="+mj-lt"/>
              </a:rPr>
              <a:t> </a:t>
            </a:r>
            <a:r>
              <a:rPr lang="en-US" altLang="zh-CN" sz="2400" b="0" dirty="0">
                <a:solidFill>
                  <a:srgbClr val="777777"/>
                </a:solidFill>
                <a:effectLst/>
                <a:latin typeface="+mj-lt"/>
              </a:rPr>
              <a:t>'</a:t>
            </a:r>
            <a:r>
              <a:rPr lang="en-US" altLang="zh-CN" sz="2400" b="0" dirty="0">
                <a:solidFill>
                  <a:srgbClr val="448C27"/>
                </a:solidFill>
                <a:effectLst/>
                <a:latin typeface="+mj-lt"/>
              </a:rPr>
              <a:t>85</a:t>
            </a:r>
            <a:r>
              <a:rPr lang="en-US" altLang="zh-CN" sz="2400" b="0" dirty="0">
                <a:solidFill>
                  <a:srgbClr val="777777"/>
                </a:solidFill>
                <a:effectLst/>
                <a:latin typeface="+mj-lt"/>
              </a:rPr>
              <a:t>',</a:t>
            </a:r>
            <a:r>
              <a:rPr lang="zh-CN" altLang="en-US" sz="2400" b="0" dirty="0">
                <a:solidFill>
                  <a:srgbClr val="333333"/>
                </a:solidFill>
                <a:effectLst/>
                <a:latin typeface="+mj-lt"/>
              </a:rPr>
              <a:t> </a:t>
            </a:r>
            <a:r>
              <a:rPr lang="en-US" altLang="zh-CN" sz="2400" b="0" dirty="0">
                <a:solidFill>
                  <a:srgbClr val="777777"/>
                </a:solidFill>
                <a:effectLst/>
                <a:latin typeface="+mj-lt"/>
              </a:rPr>
              <a:t>'</a:t>
            </a:r>
            <a:r>
              <a:rPr lang="en-US" altLang="zh-CN" sz="2400" b="0" dirty="0">
                <a:solidFill>
                  <a:srgbClr val="448C27"/>
                </a:solidFill>
                <a:effectLst/>
                <a:latin typeface="+mj-lt"/>
              </a:rPr>
              <a:t>63</a:t>
            </a:r>
            <a:r>
              <a:rPr lang="en-US" altLang="zh-CN" sz="2400" b="0" dirty="0">
                <a:solidFill>
                  <a:srgbClr val="777777"/>
                </a:solidFill>
                <a:effectLst/>
                <a:latin typeface="+mj-lt"/>
              </a:rPr>
              <a:t>'],</a:t>
            </a:r>
            <a:r>
              <a:rPr lang="zh-CN" altLang="en-US" sz="2400" b="0" dirty="0">
                <a:solidFill>
                  <a:srgbClr val="333333"/>
                </a:solidFill>
                <a:effectLst/>
                <a:latin typeface="+mj-lt"/>
              </a:rPr>
              <a:t> </a:t>
            </a:r>
            <a:r>
              <a:rPr lang="en-US" altLang="zh-CN" sz="2400" b="0" dirty="0">
                <a:solidFill>
                  <a:srgbClr val="777777"/>
                </a:solidFill>
                <a:effectLst/>
                <a:latin typeface="+mj-lt"/>
              </a:rPr>
              <a:t>['</a:t>
            </a:r>
            <a:r>
              <a:rPr lang="zh-CN" altLang="en-US" sz="2400" b="0" dirty="0">
                <a:solidFill>
                  <a:srgbClr val="448C27"/>
                </a:solidFill>
                <a:effectLst/>
                <a:latin typeface="+mj-lt"/>
              </a:rPr>
              <a:t>朱佳</a:t>
            </a:r>
            <a:r>
              <a:rPr lang="en-US" altLang="zh-CN" sz="2400" b="0" dirty="0">
                <a:solidFill>
                  <a:srgbClr val="777777"/>
                </a:solidFill>
                <a:effectLst/>
                <a:latin typeface="+mj-lt"/>
              </a:rPr>
              <a:t>',</a:t>
            </a:r>
            <a:r>
              <a:rPr lang="zh-CN" altLang="en-US" sz="2400" b="0" dirty="0">
                <a:solidFill>
                  <a:srgbClr val="333333"/>
                </a:solidFill>
                <a:effectLst/>
                <a:latin typeface="+mj-lt"/>
              </a:rPr>
              <a:t> </a:t>
            </a:r>
            <a:r>
              <a:rPr lang="en-US" altLang="zh-CN" sz="2400" b="0" dirty="0">
                <a:solidFill>
                  <a:srgbClr val="777777"/>
                </a:solidFill>
                <a:effectLst/>
                <a:latin typeface="+mj-lt"/>
              </a:rPr>
              <a:t>'</a:t>
            </a:r>
            <a:r>
              <a:rPr lang="en-US" altLang="zh-CN" sz="2400" b="0" dirty="0">
                <a:solidFill>
                  <a:srgbClr val="448C27"/>
                </a:solidFill>
                <a:effectLst/>
                <a:latin typeface="+mj-lt"/>
              </a:rPr>
              <a:t>75</a:t>
            </a:r>
            <a:r>
              <a:rPr lang="en-US" altLang="zh-CN" sz="2400" b="0" dirty="0">
                <a:solidFill>
                  <a:srgbClr val="777777"/>
                </a:solidFill>
                <a:effectLst/>
                <a:latin typeface="+mj-lt"/>
              </a:rPr>
              <a:t>',</a:t>
            </a:r>
            <a:r>
              <a:rPr lang="zh-CN" altLang="en-US" sz="2400" b="0" dirty="0">
                <a:solidFill>
                  <a:srgbClr val="333333"/>
                </a:solidFill>
                <a:effectLst/>
                <a:latin typeface="+mj-lt"/>
              </a:rPr>
              <a:t> </a:t>
            </a:r>
            <a:r>
              <a:rPr lang="en-US" altLang="zh-CN" sz="2400" b="0" dirty="0">
                <a:solidFill>
                  <a:srgbClr val="777777"/>
                </a:solidFill>
                <a:effectLst/>
                <a:latin typeface="+mj-lt"/>
              </a:rPr>
              <a:t>'</a:t>
            </a:r>
            <a:r>
              <a:rPr lang="en-US" altLang="zh-CN" sz="2400" b="0" dirty="0">
                <a:solidFill>
                  <a:srgbClr val="448C27"/>
                </a:solidFill>
                <a:effectLst/>
                <a:latin typeface="+mj-lt"/>
              </a:rPr>
              <a:t>93</a:t>
            </a:r>
            <a:r>
              <a:rPr lang="en-US" altLang="zh-CN" sz="2400" b="0" dirty="0">
                <a:solidFill>
                  <a:srgbClr val="777777"/>
                </a:solidFill>
                <a:effectLst/>
                <a:latin typeface="+mj-lt"/>
              </a:rPr>
              <a:t>',</a:t>
            </a:r>
            <a:r>
              <a:rPr lang="zh-CN" altLang="en-US" sz="2400" b="0" dirty="0">
                <a:solidFill>
                  <a:srgbClr val="333333"/>
                </a:solidFill>
                <a:effectLst/>
                <a:latin typeface="+mj-lt"/>
              </a:rPr>
              <a:t> </a:t>
            </a:r>
            <a:r>
              <a:rPr lang="en-US" altLang="zh-CN" sz="2400" b="0" dirty="0">
                <a:solidFill>
                  <a:srgbClr val="777777"/>
                </a:solidFill>
                <a:effectLst/>
                <a:latin typeface="+mj-lt"/>
              </a:rPr>
              <a:t>'</a:t>
            </a:r>
            <a:r>
              <a:rPr lang="en-US" altLang="zh-CN" sz="2400" b="0" dirty="0">
                <a:solidFill>
                  <a:srgbClr val="448C27"/>
                </a:solidFill>
                <a:effectLst/>
                <a:latin typeface="+mj-lt"/>
              </a:rPr>
              <a:t>66</a:t>
            </a:r>
            <a:r>
              <a:rPr lang="en-US" altLang="zh-CN" sz="2400" b="0" dirty="0">
                <a:solidFill>
                  <a:srgbClr val="777777"/>
                </a:solidFill>
                <a:effectLst/>
                <a:latin typeface="+mj-lt"/>
              </a:rPr>
              <a:t>',</a:t>
            </a:r>
            <a:r>
              <a:rPr lang="zh-CN" altLang="en-US" sz="2400" b="0" dirty="0">
                <a:solidFill>
                  <a:srgbClr val="333333"/>
                </a:solidFill>
                <a:effectLst/>
                <a:latin typeface="+mj-lt"/>
              </a:rPr>
              <a:t> </a:t>
            </a:r>
            <a:r>
              <a:rPr lang="en-US" altLang="zh-CN" sz="2400" b="0" dirty="0">
                <a:solidFill>
                  <a:srgbClr val="777777"/>
                </a:solidFill>
                <a:effectLst/>
                <a:latin typeface="+mj-lt"/>
              </a:rPr>
              <a:t>'</a:t>
            </a:r>
            <a:r>
              <a:rPr lang="en-US" altLang="zh-CN" sz="2400" b="0" dirty="0">
                <a:solidFill>
                  <a:srgbClr val="448C27"/>
                </a:solidFill>
                <a:effectLst/>
                <a:latin typeface="+mj-lt"/>
              </a:rPr>
              <a:t>85</a:t>
            </a:r>
            <a:r>
              <a:rPr lang="en-US" altLang="zh-CN" sz="2400" b="0" dirty="0">
                <a:solidFill>
                  <a:srgbClr val="777777"/>
                </a:solidFill>
                <a:effectLst/>
                <a:latin typeface="+mj-lt"/>
              </a:rPr>
              <a:t>'],</a:t>
            </a:r>
            <a:r>
              <a:rPr lang="zh-CN" altLang="en-US" sz="2400" b="0" dirty="0">
                <a:solidFill>
                  <a:srgbClr val="333333"/>
                </a:solidFill>
                <a:effectLst/>
                <a:latin typeface="+mj-lt"/>
              </a:rPr>
              <a:t> </a:t>
            </a:r>
            <a:r>
              <a:rPr lang="en-US" altLang="zh-CN" sz="2400" b="0" dirty="0">
                <a:solidFill>
                  <a:srgbClr val="777777"/>
                </a:solidFill>
                <a:effectLst/>
                <a:latin typeface="+mj-lt"/>
              </a:rPr>
              <a:t>['</a:t>
            </a:r>
            <a:r>
              <a:rPr lang="zh-CN" altLang="en-US" sz="2400" b="0" dirty="0">
                <a:solidFill>
                  <a:srgbClr val="448C27"/>
                </a:solidFill>
                <a:effectLst/>
                <a:latin typeface="+mj-lt"/>
              </a:rPr>
              <a:t>李思</a:t>
            </a:r>
            <a:r>
              <a:rPr lang="en-US" altLang="zh-CN" sz="2400" b="0" dirty="0">
                <a:solidFill>
                  <a:srgbClr val="777777"/>
                </a:solidFill>
                <a:effectLst/>
                <a:latin typeface="+mj-lt"/>
              </a:rPr>
              <a:t>',</a:t>
            </a:r>
            <a:r>
              <a:rPr lang="zh-CN" altLang="en-US" sz="2400" b="0" dirty="0">
                <a:solidFill>
                  <a:srgbClr val="333333"/>
                </a:solidFill>
                <a:effectLst/>
                <a:latin typeface="+mj-lt"/>
              </a:rPr>
              <a:t> </a:t>
            </a:r>
            <a:r>
              <a:rPr lang="en-US" altLang="zh-CN" sz="2400" b="0" dirty="0">
                <a:solidFill>
                  <a:srgbClr val="777777"/>
                </a:solidFill>
                <a:effectLst/>
                <a:latin typeface="+mj-lt"/>
              </a:rPr>
              <a:t>'</a:t>
            </a:r>
            <a:r>
              <a:rPr lang="en-US" altLang="zh-CN" sz="2400" b="0" dirty="0">
                <a:solidFill>
                  <a:srgbClr val="448C27"/>
                </a:solidFill>
                <a:effectLst/>
                <a:latin typeface="+mj-lt"/>
              </a:rPr>
              <a:t>86</a:t>
            </a:r>
            <a:r>
              <a:rPr lang="en-US" altLang="zh-CN" sz="2400" b="0" dirty="0">
                <a:solidFill>
                  <a:srgbClr val="777777"/>
                </a:solidFill>
                <a:effectLst/>
                <a:latin typeface="+mj-lt"/>
              </a:rPr>
              <a:t>',</a:t>
            </a:r>
            <a:r>
              <a:rPr lang="zh-CN" altLang="en-US" sz="2400" b="0" dirty="0">
                <a:solidFill>
                  <a:srgbClr val="333333"/>
                </a:solidFill>
                <a:effectLst/>
                <a:latin typeface="+mj-lt"/>
              </a:rPr>
              <a:t> </a:t>
            </a:r>
            <a:r>
              <a:rPr lang="en-US" altLang="zh-CN" sz="2400" b="0" dirty="0">
                <a:solidFill>
                  <a:srgbClr val="777777"/>
                </a:solidFill>
                <a:effectLst/>
                <a:latin typeface="+mj-lt"/>
              </a:rPr>
              <a:t>'</a:t>
            </a:r>
            <a:r>
              <a:rPr lang="en-US" altLang="zh-CN" sz="2400" b="0" dirty="0">
                <a:solidFill>
                  <a:srgbClr val="448C27"/>
                </a:solidFill>
                <a:effectLst/>
                <a:latin typeface="+mj-lt"/>
              </a:rPr>
              <a:t>76</a:t>
            </a:r>
            <a:r>
              <a:rPr lang="en-US" altLang="zh-CN" sz="2400" b="0" dirty="0">
                <a:solidFill>
                  <a:srgbClr val="777777"/>
                </a:solidFill>
                <a:effectLst/>
                <a:latin typeface="+mj-lt"/>
              </a:rPr>
              <a:t>',</a:t>
            </a:r>
            <a:r>
              <a:rPr lang="zh-CN" altLang="en-US" sz="2400" b="0" dirty="0">
                <a:solidFill>
                  <a:srgbClr val="333333"/>
                </a:solidFill>
                <a:effectLst/>
                <a:latin typeface="+mj-lt"/>
              </a:rPr>
              <a:t> </a:t>
            </a:r>
            <a:r>
              <a:rPr lang="en-US" altLang="zh-CN" sz="2400" b="0" dirty="0">
                <a:solidFill>
                  <a:srgbClr val="777777"/>
                </a:solidFill>
                <a:effectLst/>
                <a:latin typeface="+mj-lt"/>
              </a:rPr>
              <a:t>'</a:t>
            </a:r>
            <a:r>
              <a:rPr lang="en-US" altLang="zh-CN" sz="2400" b="0" dirty="0">
                <a:solidFill>
                  <a:srgbClr val="448C27"/>
                </a:solidFill>
                <a:effectLst/>
                <a:latin typeface="+mj-lt"/>
              </a:rPr>
              <a:t>96</a:t>
            </a:r>
            <a:r>
              <a:rPr lang="en-US" altLang="zh-CN" sz="2400" b="0" dirty="0">
                <a:solidFill>
                  <a:srgbClr val="777777"/>
                </a:solidFill>
                <a:effectLst/>
                <a:latin typeface="+mj-lt"/>
              </a:rPr>
              <a:t>',</a:t>
            </a:r>
            <a:r>
              <a:rPr lang="zh-CN" altLang="en-US" sz="2400" b="0" dirty="0">
                <a:solidFill>
                  <a:srgbClr val="333333"/>
                </a:solidFill>
                <a:effectLst/>
                <a:latin typeface="+mj-lt"/>
              </a:rPr>
              <a:t> </a:t>
            </a:r>
            <a:r>
              <a:rPr lang="en-US" altLang="zh-CN" sz="2400" b="0" dirty="0">
                <a:solidFill>
                  <a:srgbClr val="777777"/>
                </a:solidFill>
                <a:effectLst/>
                <a:latin typeface="+mj-lt"/>
              </a:rPr>
              <a:t>'</a:t>
            </a:r>
            <a:r>
              <a:rPr lang="en-US" altLang="zh-CN" sz="2400" b="0" dirty="0">
                <a:solidFill>
                  <a:srgbClr val="448C27"/>
                </a:solidFill>
                <a:effectLst/>
                <a:latin typeface="+mj-lt"/>
              </a:rPr>
              <a:t>93</a:t>
            </a:r>
            <a:r>
              <a:rPr lang="en-US" altLang="zh-CN" sz="2400" b="0" dirty="0">
                <a:solidFill>
                  <a:srgbClr val="777777"/>
                </a:solidFill>
                <a:effectLst/>
                <a:latin typeface="+mj-lt"/>
              </a:rPr>
              <a:t>'],</a:t>
            </a:r>
            <a:r>
              <a:rPr lang="zh-CN" altLang="en-US" sz="2400" b="0" dirty="0">
                <a:solidFill>
                  <a:srgbClr val="333333"/>
                </a:solidFill>
                <a:effectLst/>
                <a:latin typeface="+mj-lt"/>
              </a:rPr>
              <a:t> </a:t>
            </a:r>
            <a:r>
              <a:rPr lang="en-US" altLang="zh-CN" sz="2400" b="0" dirty="0">
                <a:solidFill>
                  <a:srgbClr val="777777"/>
                </a:solidFill>
                <a:effectLst/>
                <a:latin typeface="+mj-lt"/>
              </a:rPr>
              <a:t>['</a:t>
            </a:r>
            <a:r>
              <a:rPr lang="zh-CN" altLang="en-US" sz="2400" b="0" dirty="0">
                <a:solidFill>
                  <a:srgbClr val="448C27"/>
                </a:solidFill>
                <a:effectLst/>
                <a:latin typeface="+mj-lt"/>
              </a:rPr>
              <a:t>郑君</a:t>
            </a:r>
            <a:r>
              <a:rPr lang="en-US" altLang="zh-CN" sz="2400" b="0" dirty="0">
                <a:solidFill>
                  <a:srgbClr val="777777"/>
                </a:solidFill>
                <a:effectLst/>
                <a:latin typeface="+mj-lt"/>
              </a:rPr>
              <a:t>',</a:t>
            </a:r>
            <a:r>
              <a:rPr lang="zh-CN" altLang="en-US" sz="2400" b="0" dirty="0">
                <a:solidFill>
                  <a:srgbClr val="333333"/>
                </a:solidFill>
                <a:effectLst/>
                <a:latin typeface="+mj-lt"/>
              </a:rPr>
              <a:t> </a:t>
            </a:r>
            <a:r>
              <a:rPr lang="en-US" altLang="zh-CN" sz="2400" b="0" dirty="0">
                <a:solidFill>
                  <a:srgbClr val="777777"/>
                </a:solidFill>
                <a:effectLst/>
                <a:latin typeface="+mj-lt"/>
              </a:rPr>
              <a:t>'</a:t>
            </a:r>
            <a:r>
              <a:rPr lang="en-US" altLang="zh-CN" sz="2400" b="0" dirty="0">
                <a:solidFill>
                  <a:srgbClr val="448C27"/>
                </a:solidFill>
                <a:effectLst/>
                <a:latin typeface="+mj-lt"/>
              </a:rPr>
              <a:t>88</a:t>
            </a:r>
            <a:r>
              <a:rPr lang="en-US" altLang="zh-CN" sz="2400" b="0" dirty="0">
                <a:solidFill>
                  <a:srgbClr val="777777"/>
                </a:solidFill>
                <a:effectLst/>
                <a:latin typeface="+mj-lt"/>
              </a:rPr>
              <a:t>',</a:t>
            </a:r>
            <a:r>
              <a:rPr lang="zh-CN" altLang="en-US" sz="2400" b="0" dirty="0">
                <a:solidFill>
                  <a:srgbClr val="333333"/>
                </a:solidFill>
                <a:effectLst/>
                <a:latin typeface="+mj-lt"/>
              </a:rPr>
              <a:t> </a:t>
            </a:r>
            <a:r>
              <a:rPr lang="en-US" altLang="zh-CN" sz="2400" b="0" dirty="0">
                <a:solidFill>
                  <a:srgbClr val="777777"/>
                </a:solidFill>
                <a:effectLst/>
                <a:latin typeface="+mj-lt"/>
              </a:rPr>
              <a:t>'</a:t>
            </a:r>
            <a:r>
              <a:rPr lang="en-US" altLang="zh-CN" sz="2400" b="0" dirty="0">
                <a:solidFill>
                  <a:srgbClr val="448C27"/>
                </a:solidFill>
                <a:effectLst/>
                <a:latin typeface="+mj-lt"/>
              </a:rPr>
              <a:t>98</a:t>
            </a:r>
            <a:r>
              <a:rPr lang="en-US" altLang="zh-CN" sz="2400" b="0" dirty="0">
                <a:solidFill>
                  <a:srgbClr val="777777"/>
                </a:solidFill>
                <a:effectLst/>
                <a:latin typeface="+mj-lt"/>
              </a:rPr>
              <a:t>',</a:t>
            </a:r>
            <a:r>
              <a:rPr lang="zh-CN" altLang="en-US" sz="2400" b="0" dirty="0">
                <a:solidFill>
                  <a:srgbClr val="333333"/>
                </a:solidFill>
                <a:effectLst/>
                <a:latin typeface="+mj-lt"/>
              </a:rPr>
              <a:t> </a:t>
            </a:r>
            <a:r>
              <a:rPr lang="en-US" altLang="zh-CN" sz="2400" b="0" dirty="0">
                <a:solidFill>
                  <a:srgbClr val="777777"/>
                </a:solidFill>
                <a:effectLst/>
                <a:latin typeface="+mj-lt"/>
              </a:rPr>
              <a:t>'</a:t>
            </a:r>
            <a:r>
              <a:rPr lang="en-US" altLang="zh-CN" sz="2400" b="0" dirty="0">
                <a:solidFill>
                  <a:srgbClr val="448C27"/>
                </a:solidFill>
                <a:effectLst/>
                <a:latin typeface="+mj-lt"/>
              </a:rPr>
              <a:t>76</a:t>
            </a:r>
            <a:r>
              <a:rPr lang="en-US" altLang="zh-CN" sz="2400" b="0" dirty="0">
                <a:solidFill>
                  <a:srgbClr val="777777"/>
                </a:solidFill>
                <a:effectLst/>
                <a:latin typeface="+mj-lt"/>
              </a:rPr>
              <a:t>',</a:t>
            </a:r>
            <a:r>
              <a:rPr lang="zh-CN" altLang="en-US" sz="2400" b="0" dirty="0">
                <a:solidFill>
                  <a:srgbClr val="333333"/>
                </a:solidFill>
                <a:effectLst/>
                <a:latin typeface="+mj-lt"/>
              </a:rPr>
              <a:t> </a:t>
            </a:r>
            <a:r>
              <a:rPr lang="en-US" altLang="zh-CN" sz="2400" b="0" dirty="0">
                <a:solidFill>
                  <a:srgbClr val="777777"/>
                </a:solidFill>
                <a:effectLst/>
                <a:latin typeface="+mj-lt"/>
              </a:rPr>
              <a:t>'</a:t>
            </a:r>
            <a:r>
              <a:rPr lang="en-US" altLang="zh-CN" sz="2400" b="0" dirty="0">
                <a:solidFill>
                  <a:srgbClr val="448C27"/>
                </a:solidFill>
                <a:effectLst/>
                <a:latin typeface="+mj-lt"/>
              </a:rPr>
              <a:t>90</a:t>
            </a:r>
            <a:r>
              <a:rPr lang="en-US" altLang="zh-CN" sz="2400" b="0" dirty="0">
                <a:solidFill>
                  <a:srgbClr val="777777"/>
                </a:solidFill>
                <a:effectLst/>
                <a:latin typeface="+mj-lt"/>
              </a:rPr>
              <a:t>'],</a:t>
            </a:r>
            <a:r>
              <a:rPr lang="zh-CN" altLang="en-US" sz="2400" b="0" dirty="0">
                <a:solidFill>
                  <a:srgbClr val="333333"/>
                </a:solidFill>
                <a:effectLst/>
                <a:latin typeface="+mj-lt"/>
              </a:rPr>
              <a:t> </a:t>
            </a:r>
            <a:r>
              <a:rPr lang="en-US" altLang="zh-CN" sz="2400" b="0" dirty="0">
                <a:solidFill>
                  <a:srgbClr val="777777"/>
                </a:solidFill>
                <a:effectLst/>
                <a:latin typeface="+mj-lt"/>
              </a:rPr>
              <a:t>['</a:t>
            </a:r>
            <a:r>
              <a:rPr lang="zh-CN" altLang="en-US" sz="2400" b="0" dirty="0">
                <a:solidFill>
                  <a:srgbClr val="448C27"/>
                </a:solidFill>
                <a:effectLst/>
                <a:latin typeface="+mj-lt"/>
              </a:rPr>
              <a:t>王雪</a:t>
            </a:r>
            <a:r>
              <a:rPr lang="en-US" altLang="zh-CN" sz="2400" b="0" dirty="0">
                <a:solidFill>
                  <a:srgbClr val="777777"/>
                </a:solidFill>
                <a:effectLst/>
                <a:latin typeface="+mj-lt"/>
              </a:rPr>
              <a:t>',</a:t>
            </a:r>
            <a:r>
              <a:rPr lang="zh-CN" altLang="en-US" sz="2400" b="0" dirty="0">
                <a:solidFill>
                  <a:srgbClr val="333333"/>
                </a:solidFill>
                <a:effectLst/>
                <a:latin typeface="+mj-lt"/>
              </a:rPr>
              <a:t> </a:t>
            </a:r>
            <a:r>
              <a:rPr lang="en-US" altLang="zh-CN" sz="2400" b="0" dirty="0">
                <a:solidFill>
                  <a:srgbClr val="777777"/>
                </a:solidFill>
                <a:effectLst/>
                <a:latin typeface="+mj-lt"/>
              </a:rPr>
              <a:t>'</a:t>
            </a:r>
            <a:r>
              <a:rPr lang="en-US" altLang="zh-CN" sz="2400" b="0" dirty="0">
                <a:solidFill>
                  <a:srgbClr val="448C27"/>
                </a:solidFill>
                <a:effectLst/>
                <a:latin typeface="+mj-lt"/>
              </a:rPr>
              <a:t>99</a:t>
            </a:r>
            <a:r>
              <a:rPr lang="en-US" altLang="zh-CN" sz="2400" b="0" dirty="0">
                <a:solidFill>
                  <a:srgbClr val="777777"/>
                </a:solidFill>
                <a:effectLst/>
                <a:latin typeface="+mj-lt"/>
              </a:rPr>
              <a:t>',</a:t>
            </a:r>
            <a:r>
              <a:rPr lang="zh-CN" altLang="en-US" sz="2400" b="0" dirty="0">
                <a:solidFill>
                  <a:srgbClr val="333333"/>
                </a:solidFill>
                <a:effectLst/>
                <a:latin typeface="+mj-lt"/>
              </a:rPr>
              <a:t> </a:t>
            </a:r>
            <a:r>
              <a:rPr lang="en-US" altLang="zh-CN" sz="2400" b="0" dirty="0">
                <a:solidFill>
                  <a:srgbClr val="777777"/>
                </a:solidFill>
                <a:effectLst/>
                <a:latin typeface="+mj-lt"/>
              </a:rPr>
              <a:t>'</a:t>
            </a:r>
            <a:r>
              <a:rPr lang="en-US" altLang="zh-CN" sz="2400" b="0" dirty="0">
                <a:solidFill>
                  <a:srgbClr val="448C27"/>
                </a:solidFill>
                <a:effectLst/>
                <a:latin typeface="+mj-lt"/>
              </a:rPr>
              <a:t>96</a:t>
            </a:r>
            <a:r>
              <a:rPr lang="en-US" altLang="zh-CN" sz="2400" b="0" dirty="0">
                <a:solidFill>
                  <a:srgbClr val="777777"/>
                </a:solidFill>
                <a:effectLst/>
                <a:latin typeface="+mj-lt"/>
              </a:rPr>
              <a:t>',</a:t>
            </a:r>
            <a:r>
              <a:rPr lang="zh-CN" altLang="en-US" sz="2400" b="0" dirty="0">
                <a:solidFill>
                  <a:srgbClr val="333333"/>
                </a:solidFill>
                <a:effectLst/>
                <a:latin typeface="+mj-lt"/>
              </a:rPr>
              <a:t> </a:t>
            </a:r>
            <a:r>
              <a:rPr lang="en-US" altLang="zh-CN" sz="2400" b="0" dirty="0">
                <a:solidFill>
                  <a:srgbClr val="777777"/>
                </a:solidFill>
                <a:effectLst/>
                <a:latin typeface="+mj-lt"/>
              </a:rPr>
              <a:t>'</a:t>
            </a:r>
            <a:r>
              <a:rPr lang="en-US" altLang="zh-CN" sz="2400" b="0" dirty="0">
                <a:solidFill>
                  <a:srgbClr val="448C27"/>
                </a:solidFill>
                <a:effectLst/>
                <a:latin typeface="+mj-lt"/>
              </a:rPr>
              <a:t>91</a:t>
            </a:r>
            <a:r>
              <a:rPr lang="en-US" altLang="zh-CN" sz="2400" b="0" dirty="0">
                <a:solidFill>
                  <a:srgbClr val="777777"/>
                </a:solidFill>
                <a:effectLst/>
                <a:latin typeface="+mj-lt"/>
              </a:rPr>
              <a:t>',</a:t>
            </a:r>
            <a:r>
              <a:rPr lang="zh-CN" altLang="en-US" sz="2400" b="0" dirty="0">
                <a:solidFill>
                  <a:srgbClr val="333333"/>
                </a:solidFill>
                <a:effectLst/>
                <a:latin typeface="+mj-lt"/>
              </a:rPr>
              <a:t> </a:t>
            </a:r>
            <a:r>
              <a:rPr lang="en-US" altLang="zh-CN" sz="2400" b="0" dirty="0">
                <a:solidFill>
                  <a:srgbClr val="777777"/>
                </a:solidFill>
                <a:effectLst/>
                <a:latin typeface="+mj-lt"/>
              </a:rPr>
              <a:t>'</a:t>
            </a:r>
            <a:r>
              <a:rPr lang="en-US" altLang="zh-CN" sz="2400" b="0" dirty="0">
                <a:solidFill>
                  <a:srgbClr val="448C27"/>
                </a:solidFill>
                <a:effectLst/>
                <a:latin typeface="+mj-lt"/>
              </a:rPr>
              <a:t>88</a:t>
            </a:r>
            <a:r>
              <a:rPr lang="en-US" altLang="zh-CN" sz="2400" b="0" dirty="0">
                <a:solidFill>
                  <a:srgbClr val="777777"/>
                </a:solidFill>
                <a:effectLst/>
                <a:latin typeface="+mj-lt"/>
              </a:rPr>
              <a:t>'],</a:t>
            </a:r>
            <a:r>
              <a:rPr lang="zh-CN" altLang="en-US" sz="2400" b="0" dirty="0">
                <a:solidFill>
                  <a:srgbClr val="333333"/>
                </a:solidFill>
                <a:effectLst/>
                <a:latin typeface="+mj-lt"/>
              </a:rPr>
              <a:t> </a:t>
            </a:r>
            <a:r>
              <a:rPr lang="en-US" altLang="zh-CN" sz="2400" b="0" dirty="0">
                <a:solidFill>
                  <a:srgbClr val="777777"/>
                </a:solidFill>
                <a:effectLst/>
                <a:latin typeface="+mj-lt"/>
              </a:rPr>
              <a:t>['</a:t>
            </a:r>
            <a:r>
              <a:rPr lang="zh-CN" altLang="en-US" sz="2400" b="0" dirty="0">
                <a:solidFill>
                  <a:srgbClr val="448C27"/>
                </a:solidFill>
                <a:effectLst/>
                <a:latin typeface="+mj-lt"/>
              </a:rPr>
              <a:t>李立</a:t>
            </a:r>
            <a:r>
              <a:rPr lang="en-US" altLang="zh-CN" sz="2400" b="0" dirty="0">
                <a:solidFill>
                  <a:srgbClr val="777777"/>
                </a:solidFill>
                <a:effectLst/>
                <a:latin typeface="+mj-lt"/>
              </a:rPr>
              <a:t>',</a:t>
            </a:r>
            <a:r>
              <a:rPr lang="zh-CN" altLang="en-US" sz="2400" b="0" dirty="0">
                <a:solidFill>
                  <a:srgbClr val="333333"/>
                </a:solidFill>
                <a:effectLst/>
                <a:latin typeface="+mj-lt"/>
              </a:rPr>
              <a:t> </a:t>
            </a:r>
            <a:r>
              <a:rPr lang="en-US" altLang="zh-CN" sz="2400" b="0" dirty="0">
                <a:solidFill>
                  <a:srgbClr val="777777"/>
                </a:solidFill>
                <a:effectLst/>
                <a:latin typeface="+mj-lt"/>
              </a:rPr>
              <a:t>'</a:t>
            </a:r>
            <a:r>
              <a:rPr lang="en-US" altLang="zh-CN" sz="2400" b="0" dirty="0">
                <a:solidFill>
                  <a:srgbClr val="448C27"/>
                </a:solidFill>
                <a:effectLst/>
                <a:latin typeface="+mj-lt"/>
              </a:rPr>
              <a:t>82</a:t>
            </a:r>
            <a:r>
              <a:rPr lang="en-US" altLang="zh-CN" sz="2400" b="0" dirty="0">
                <a:solidFill>
                  <a:srgbClr val="777777"/>
                </a:solidFill>
                <a:effectLst/>
                <a:latin typeface="+mj-lt"/>
              </a:rPr>
              <a:t>',</a:t>
            </a:r>
            <a:r>
              <a:rPr lang="zh-CN" altLang="en-US" sz="2400" b="0" dirty="0">
                <a:solidFill>
                  <a:srgbClr val="333333"/>
                </a:solidFill>
                <a:effectLst/>
                <a:latin typeface="+mj-lt"/>
              </a:rPr>
              <a:t> </a:t>
            </a:r>
            <a:r>
              <a:rPr lang="en-US" altLang="zh-CN" sz="2400" b="0" dirty="0">
                <a:solidFill>
                  <a:srgbClr val="777777"/>
                </a:solidFill>
                <a:effectLst/>
                <a:latin typeface="+mj-lt"/>
              </a:rPr>
              <a:t>'</a:t>
            </a:r>
            <a:r>
              <a:rPr lang="en-US" altLang="zh-CN" sz="2400" b="0" dirty="0">
                <a:solidFill>
                  <a:srgbClr val="448C27"/>
                </a:solidFill>
                <a:effectLst/>
                <a:latin typeface="+mj-lt"/>
              </a:rPr>
              <a:t>66</a:t>
            </a:r>
            <a:r>
              <a:rPr lang="en-US" altLang="zh-CN" sz="2400" b="0" dirty="0">
                <a:solidFill>
                  <a:srgbClr val="777777"/>
                </a:solidFill>
                <a:effectLst/>
                <a:latin typeface="+mj-lt"/>
              </a:rPr>
              <a:t>',</a:t>
            </a:r>
            <a:r>
              <a:rPr lang="zh-CN" altLang="en-US" sz="2400" b="0" dirty="0">
                <a:solidFill>
                  <a:srgbClr val="333333"/>
                </a:solidFill>
                <a:effectLst/>
                <a:latin typeface="+mj-lt"/>
              </a:rPr>
              <a:t> </a:t>
            </a:r>
            <a:r>
              <a:rPr lang="en-US" altLang="zh-CN" sz="2400" b="0" dirty="0">
                <a:solidFill>
                  <a:srgbClr val="777777"/>
                </a:solidFill>
                <a:effectLst/>
                <a:latin typeface="+mj-lt"/>
              </a:rPr>
              <a:t>'</a:t>
            </a:r>
            <a:r>
              <a:rPr lang="en-US" altLang="zh-CN" sz="2400" b="0" dirty="0">
                <a:solidFill>
                  <a:srgbClr val="448C27"/>
                </a:solidFill>
                <a:effectLst/>
                <a:latin typeface="+mj-lt"/>
              </a:rPr>
              <a:t>100</a:t>
            </a:r>
            <a:r>
              <a:rPr lang="en-US" altLang="zh-CN" sz="2400" b="0" dirty="0">
                <a:solidFill>
                  <a:srgbClr val="777777"/>
                </a:solidFill>
                <a:effectLst/>
                <a:latin typeface="+mj-lt"/>
              </a:rPr>
              <a:t>',</a:t>
            </a:r>
            <a:r>
              <a:rPr lang="zh-CN" altLang="en-US" sz="2400" b="0" dirty="0">
                <a:solidFill>
                  <a:srgbClr val="333333"/>
                </a:solidFill>
                <a:effectLst/>
                <a:latin typeface="+mj-lt"/>
              </a:rPr>
              <a:t> </a:t>
            </a:r>
            <a:r>
              <a:rPr lang="en-US" altLang="zh-CN" sz="2400" b="0" dirty="0">
                <a:solidFill>
                  <a:srgbClr val="777777"/>
                </a:solidFill>
                <a:effectLst/>
                <a:latin typeface="+mj-lt"/>
              </a:rPr>
              <a:t>'</a:t>
            </a:r>
            <a:r>
              <a:rPr lang="en-US" altLang="zh-CN" sz="2400" b="0" dirty="0">
                <a:solidFill>
                  <a:srgbClr val="448C27"/>
                </a:solidFill>
                <a:effectLst/>
                <a:latin typeface="+mj-lt"/>
              </a:rPr>
              <a:t>77</a:t>
            </a:r>
            <a:r>
              <a:rPr lang="en-US" altLang="zh-CN" sz="2400" b="0" dirty="0">
                <a:solidFill>
                  <a:srgbClr val="777777"/>
                </a:solidFill>
                <a:effectLst/>
                <a:latin typeface="+mj-lt"/>
              </a:rPr>
              <a:t>']]</a:t>
            </a:r>
            <a:endParaRPr lang="zh-CN" altLang="en-US" sz="2400" b="0" dirty="0">
              <a:solidFill>
                <a:srgbClr val="333333"/>
              </a:solidFill>
              <a:effectLst/>
              <a:latin typeface="+mj-lt"/>
            </a:endParaRPr>
          </a:p>
          <a:p>
            <a:pPr marL="0" indent="0">
              <a:lnSpc>
                <a:spcPct val="125000"/>
              </a:lnSpc>
              <a:buClr>
                <a:sysClr val="windowText" lastClr="000000"/>
              </a:buClr>
              <a:buNone/>
            </a:pPr>
            <a:endParaRPr lang="en-US" altLang="zh-CN" sz="2400" dirty="0">
              <a:solidFill>
                <a:sysClr val="windowText" lastClr="000000"/>
              </a:solidFill>
              <a:latin typeface="微软雅黑" panose="020B0503020204020204" pitchFamily="34" charset="-122"/>
              <a:ea typeface="微软雅黑" panose="020B0503020204020204" pitchFamily="34" charset="-122"/>
            </a:endParaRPr>
          </a:p>
          <a:p>
            <a:pPr>
              <a:lnSpc>
                <a:spcPct val="125000"/>
              </a:lnSpc>
              <a:buClr>
                <a:sysClr val="windowText" lastClr="000000"/>
              </a:buClr>
            </a:pPr>
            <a:r>
              <a:rPr lang="zh-CN" altLang="en-US" sz="2400" dirty="0">
                <a:solidFill>
                  <a:sysClr val="windowText" lastClr="000000"/>
                </a:solidFill>
                <a:latin typeface="微软雅黑" panose="020B0503020204020204" pitchFamily="34" charset="-122"/>
                <a:ea typeface="微软雅黑" panose="020B0503020204020204" pitchFamily="34" charset="-122"/>
              </a:rPr>
              <a:t>这个操作是将整个文件作为一个</a:t>
            </a:r>
            <a:r>
              <a:rPr lang="zh-CN" altLang="en-US" sz="2400" b="1" dirty="0">
                <a:solidFill>
                  <a:schemeClr val="accent2"/>
                </a:solidFill>
                <a:latin typeface="微软雅黑" panose="020B0503020204020204" pitchFamily="34" charset="-122"/>
                <a:ea typeface="微软雅黑" panose="020B0503020204020204" pitchFamily="34" charset="-122"/>
              </a:rPr>
              <a:t>嵌套列表</a:t>
            </a:r>
            <a:r>
              <a:rPr lang="zh-CN" altLang="en-US" sz="2400" dirty="0">
                <a:solidFill>
                  <a:sysClr val="windowText" lastClr="000000"/>
                </a:solidFill>
                <a:latin typeface="微软雅黑" panose="020B0503020204020204" pitchFamily="34" charset="-122"/>
                <a:ea typeface="微软雅黑" panose="020B0503020204020204" pitchFamily="34" charset="-122"/>
              </a:rPr>
              <a:t>，其中每个元素都是子列表。这样，对文件中数据的操作就变成了对这个列表的操作，可以通过索引和切片的方式对其进行访问和处理。</a:t>
            </a:r>
            <a:endParaRPr lang="zh-CN" altLang="en-US" sz="2400" dirty="0">
              <a:solidFill>
                <a:sysClr val="windowText" lastClr="0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7.3 </a:t>
            </a:r>
            <a:r>
              <a:rPr lang="zh-CN" altLang="en-US" dirty="0"/>
              <a:t>读文件统计成绩</a:t>
            </a:r>
            <a:endParaRPr lang="zh-CN" altLang="en-US" dirty="0"/>
          </a:p>
        </p:txBody>
      </p:sp>
      <p:sp>
        <p:nvSpPr>
          <p:cNvPr id="7" name="内容占位符 6"/>
          <p:cNvSpPr>
            <a:spLocks noGrp="1"/>
          </p:cNvSpPr>
          <p:nvPr>
            <p:ph sz="quarter" idx="14"/>
          </p:nvPr>
        </p:nvSpPr>
        <p:spPr/>
        <p:txBody>
          <a:bodyPr/>
          <a:lstStyle/>
          <a:p>
            <a:r>
              <a:rPr lang="zh-CN" altLang="en-US" dirty="0"/>
              <a:t>实例 </a:t>
            </a:r>
            <a:endParaRPr lang="zh-CN" altLang="en-US" dirty="0"/>
          </a:p>
        </p:txBody>
      </p:sp>
      <p:sp>
        <p:nvSpPr>
          <p:cNvPr id="3" name="内容占位符 1"/>
          <p:cNvSpPr txBox="1"/>
          <p:nvPr/>
        </p:nvSpPr>
        <p:spPr>
          <a:xfrm>
            <a:off x="688044" y="1185749"/>
            <a:ext cx="10815912" cy="2963464"/>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457200" indent="-457200">
              <a:lnSpc>
                <a:spcPct val="125000"/>
              </a:lnSpc>
              <a:buClr>
                <a:srgbClr val="0070C0"/>
              </a:buClr>
              <a:buFont typeface="+mj-lt"/>
              <a:buAutoNum type="arabicPeriod" startAt="2"/>
            </a:pPr>
            <a:r>
              <a:rPr lang="zh-CN" altLang="en-US" sz="2400" b="1" dirty="0">
                <a:solidFill>
                  <a:srgbClr val="0070C0"/>
                </a:solidFill>
                <a:latin typeface="微软雅黑" panose="020B0503020204020204" pitchFamily="34" charset="-122"/>
                <a:ea typeface="微软雅黑" panose="020B0503020204020204" pitchFamily="34" charset="-122"/>
              </a:rPr>
              <a:t>计算每位同学的总分附加到列表中各门课程成绩后面</a:t>
            </a:r>
            <a:endParaRPr lang="en-US" altLang="zh-CN" sz="2400" b="1" dirty="0">
              <a:solidFill>
                <a:srgbClr val="0070C0"/>
              </a:solidFill>
              <a:latin typeface="微软雅黑" panose="020B0503020204020204" pitchFamily="34" charset="-122"/>
              <a:ea typeface="微软雅黑" panose="020B0503020204020204" pitchFamily="34" charset="-122"/>
            </a:endParaRPr>
          </a:p>
          <a:p>
            <a:pPr>
              <a:lnSpc>
                <a:spcPct val="125000"/>
              </a:lnSpc>
              <a:buClr>
                <a:sysClr val="windowText" lastClr="000000"/>
              </a:buClr>
            </a:pPr>
            <a:r>
              <a:rPr lang="zh-CN" altLang="en-US" sz="2400" dirty="0">
                <a:solidFill>
                  <a:sysClr val="windowText" lastClr="000000"/>
                </a:solidFill>
                <a:latin typeface="微软雅黑" panose="020B0503020204020204" pitchFamily="34" charset="-122"/>
                <a:ea typeface="微软雅黑" panose="020B0503020204020204" pitchFamily="34" charset="-122"/>
              </a:rPr>
              <a:t>为每位同学增加</a:t>
            </a:r>
            <a:r>
              <a:rPr lang="zh-CN" altLang="en-US" sz="2400" b="1" dirty="0">
                <a:solidFill>
                  <a:schemeClr val="accent2"/>
                </a:solidFill>
                <a:latin typeface="微软雅黑" panose="020B0503020204020204" pitchFamily="34" charset="-122"/>
                <a:ea typeface="微软雅黑" panose="020B0503020204020204" pitchFamily="34" charset="-122"/>
              </a:rPr>
              <a:t>总成绩</a:t>
            </a:r>
            <a:r>
              <a:rPr lang="zh-CN" altLang="en-US" sz="2400" dirty="0">
                <a:solidFill>
                  <a:sysClr val="windowText" lastClr="000000"/>
                </a:solidFill>
                <a:latin typeface="微软雅黑" panose="020B0503020204020204" pitchFamily="34" charset="-122"/>
                <a:ea typeface="微软雅黑" panose="020B0503020204020204" pitchFamily="34" charset="-122"/>
              </a:rPr>
              <a:t>，可以将列表序号为 </a:t>
            </a:r>
            <a:r>
              <a:rPr lang="en-US" altLang="zh-CN" sz="2400" dirty="0">
                <a:solidFill>
                  <a:sysClr val="windowText" lastClr="000000"/>
                </a:solidFill>
                <a:latin typeface="微软雅黑" panose="020B0503020204020204" pitchFamily="34" charset="-122"/>
                <a:ea typeface="微软雅黑" panose="020B0503020204020204" pitchFamily="34" charset="-122"/>
              </a:rPr>
              <a:t>0 </a:t>
            </a:r>
            <a:r>
              <a:rPr lang="zh-CN" altLang="en-US" sz="2400" dirty="0">
                <a:solidFill>
                  <a:sysClr val="windowText" lastClr="000000"/>
                </a:solidFill>
                <a:latin typeface="微软雅黑" panose="020B0503020204020204" pitchFamily="34" charset="-122"/>
                <a:ea typeface="微软雅黑" panose="020B0503020204020204" pitchFamily="34" charset="-122"/>
              </a:rPr>
              <a:t>的元素去掉</a:t>
            </a:r>
            <a:endParaRPr lang="en-US" altLang="zh-CN" sz="2400" dirty="0">
              <a:solidFill>
                <a:sysClr val="windowText" lastClr="000000"/>
              </a:solidFill>
              <a:latin typeface="微软雅黑" panose="020B0503020204020204" pitchFamily="34" charset="-122"/>
              <a:ea typeface="微软雅黑" panose="020B0503020204020204" pitchFamily="34" charset="-122"/>
            </a:endParaRPr>
          </a:p>
          <a:p>
            <a:pPr>
              <a:lnSpc>
                <a:spcPct val="125000"/>
              </a:lnSpc>
              <a:buClr>
                <a:sysClr val="windowText" lastClr="000000"/>
              </a:buClr>
            </a:pPr>
            <a:r>
              <a:rPr lang="zh-CN" altLang="en-US" sz="2400" dirty="0">
                <a:solidFill>
                  <a:sysClr val="windowText" lastClr="000000"/>
                </a:solidFill>
                <a:latin typeface="微软雅黑" panose="020B0503020204020204" pitchFamily="34" charset="-122"/>
                <a:ea typeface="微软雅黑" panose="020B0503020204020204" pitchFamily="34" charset="-122"/>
              </a:rPr>
              <a:t>对列表剩余部分进行遍历，每次得到一位同学的成绩的列表 </a:t>
            </a:r>
            <a:r>
              <a:rPr lang="en-US" altLang="zh-CN" sz="2400" dirty="0" err="1">
                <a:solidFill>
                  <a:sysClr val="windowText" lastClr="000000"/>
                </a:solidFill>
                <a:latin typeface="微软雅黑" panose="020B0503020204020204" pitchFamily="34" charset="-122"/>
                <a:ea typeface="微软雅黑" panose="020B0503020204020204" pitchFamily="34" charset="-122"/>
              </a:rPr>
              <a:t>lst</a:t>
            </a:r>
            <a:r>
              <a:rPr lang="en-US" altLang="zh-CN" sz="2400" dirty="0">
                <a:solidFill>
                  <a:sysClr val="windowText" lastClr="000000"/>
                </a:solidFill>
                <a:latin typeface="微软雅黑" panose="020B0503020204020204" pitchFamily="34" charset="-122"/>
                <a:ea typeface="微软雅黑" panose="020B0503020204020204" pitchFamily="34" charset="-122"/>
              </a:rPr>
              <a:t> </a:t>
            </a:r>
            <a:r>
              <a:rPr lang="zh-CN" altLang="en-US" sz="2400" dirty="0">
                <a:solidFill>
                  <a:sysClr val="windowText" lastClr="000000"/>
                </a:solidFill>
                <a:latin typeface="微软雅黑" panose="020B0503020204020204" pitchFamily="34" charset="-122"/>
                <a:ea typeface="微软雅黑" panose="020B0503020204020204" pitchFamily="34" charset="-122"/>
              </a:rPr>
              <a:t>，</a:t>
            </a:r>
            <a:r>
              <a:rPr lang="zh-CN" altLang="en-US" sz="2400" b="1" dirty="0">
                <a:solidFill>
                  <a:schemeClr val="accent2"/>
                </a:solidFill>
                <a:latin typeface="微软雅黑" panose="020B0503020204020204" pitchFamily="34" charset="-122"/>
                <a:ea typeface="微软雅黑" panose="020B0503020204020204" pitchFamily="34" charset="-122"/>
              </a:rPr>
              <a:t>切片</a:t>
            </a:r>
            <a:r>
              <a:rPr lang="zh-CN" altLang="en-US" sz="2400" dirty="0">
                <a:solidFill>
                  <a:sysClr val="windowText" lastClr="000000"/>
                </a:solidFill>
                <a:latin typeface="微软雅黑" panose="020B0503020204020204" pitchFamily="34" charset="-122"/>
                <a:ea typeface="微软雅黑" panose="020B0503020204020204" pitchFamily="34" charset="-122"/>
              </a:rPr>
              <a:t> </a:t>
            </a:r>
            <a:r>
              <a:rPr lang="en-US" altLang="zh-CN" sz="2400" dirty="0" err="1">
                <a:solidFill>
                  <a:sysClr val="windowText" lastClr="000000"/>
                </a:solidFill>
                <a:latin typeface="微软雅黑" panose="020B0503020204020204" pitchFamily="34" charset="-122"/>
                <a:ea typeface="微软雅黑" panose="020B0503020204020204" pitchFamily="34" charset="-122"/>
              </a:rPr>
              <a:t>lst</a:t>
            </a:r>
            <a:r>
              <a:rPr lang="en-US" altLang="zh-CN" sz="2400" dirty="0">
                <a:solidFill>
                  <a:sysClr val="windowText" lastClr="000000"/>
                </a:solidFill>
                <a:latin typeface="微软雅黑" panose="020B0503020204020204" pitchFamily="34" charset="-122"/>
                <a:ea typeface="微软雅黑" panose="020B0503020204020204" pitchFamily="34" charset="-122"/>
              </a:rPr>
              <a:t>[1:] </a:t>
            </a:r>
            <a:r>
              <a:rPr lang="zh-CN" altLang="en-US" sz="2400" dirty="0">
                <a:solidFill>
                  <a:sysClr val="windowText" lastClr="000000"/>
                </a:solidFill>
                <a:latin typeface="微软雅黑" panose="020B0503020204020204" pitchFamily="34" charset="-122"/>
                <a:ea typeface="微软雅黑" panose="020B0503020204020204" pitchFamily="34" charset="-122"/>
              </a:rPr>
              <a:t>为各门课的成绩</a:t>
            </a:r>
            <a:endParaRPr lang="en-US" altLang="zh-CN" sz="2400" dirty="0">
              <a:solidFill>
                <a:sysClr val="windowText" lastClr="000000"/>
              </a:solidFill>
              <a:latin typeface="微软雅黑" panose="020B0503020204020204" pitchFamily="34" charset="-122"/>
              <a:ea typeface="微软雅黑" panose="020B0503020204020204" pitchFamily="34" charset="-122"/>
            </a:endParaRPr>
          </a:p>
          <a:p>
            <a:pPr>
              <a:lnSpc>
                <a:spcPct val="125000"/>
              </a:lnSpc>
              <a:buClr>
                <a:sysClr val="windowText" lastClr="000000"/>
              </a:buClr>
            </a:pPr>
            <a:r>
              <a:rPr lang="zh-CN" altLang="en-US" sz="2400" dirty="0">
                <a:solidFill>
                  <a:sysClr val="windowText" lastClr="000000"/>
                </a:solidFill>
                <a:latin typeface="微软雅黑" panose="020B0503020204020204" pitchFamily="34" charset="-122"/>
                <a:ea typeface="微软雅黑" panose="020B0503020204020204" pitchFamily="34" charset="-122"/>
              </a:rPr>
              <a:t>使用 </a:t>
            </a:r>
            <a:r>
              <a:rPr lang="en-US" altLang="zh-CN" sz="2400" b="1" dirty="0">
                <a:solidFill>
                  <a:schemeClr val="accent2"/>
                </a:solidFill>
                <a:latin typeface="微软雅黑" panose="020B0503020204020204" pitchFamily="34" charset="-122"/>
                <a:ea typeface="微软雅黑" panose="020B0503020204020204" pitchFamily="34" charset="-122"/>
              </a:rPr>
              <a:t>map()</a:t>
            </a:r>
            <a:r>
              <a:rPr lang="en-US" altLang="zh-CN" sz="2400" dirty="0">
                <a:solidFill>
                  <a:sysClr val="windowText" lastClr="000000"/>
                </a:solidFill>
                <a:latin typeface="微软雅黑" panose="020B0503020204020204" pitchFamily="34" charset="-122"/>
                <a:ea typeface="微软雅黑" panose="020B0503020204020204" pitchFamily="34" charset="-122"/>
              </a:rPr>
              <a:t> </a:t>
            </a:r>
            <a:r>
              <a:rPr lang="zh-CN" altLang="en-US" sz="2400" dirty="0">
                <a:solidFill>
                  <a:sysClr val="windowText" lastClr="000000"/>
                </a:solidFill>
                <a:latin typeface="微软雅黑" panose="020B0503020204020204" pitchFamily="34" charset="-122"/>
                <a:ea typeface="微软雅黑" panose="020B0503020204020204" pitchFamily="34" charset="-122"/>
              </a:rPr>
              <a:t>函数将每个元素都映射为</a:t>
            </a:r>
            <a:r>
              <a:rPr lang="zh-CN" altLang="en-US" sz="2400" b="1" dirty="0">
                <a:solidFill>
                  <a:schemeClr val="accent2"/>
                </a:solidFill>
                <a:latin typeface="微软雅黑" panose="020B0503020204020204" pitchFamily="34" charset="-122"/>
                <a:ea typeface="微软雅黑" panose="020B0503020204020204" pitchFamily="34" charset="-122"/>
              </a:rPr>
              <a:t>整数</a:t>
            </a:r>
            <a:r>
              <a:rPr lang="zh-CN" altLang="en-US" sz="2400" dirty="0">
                <a:solidFill>
                  <a:sysClr val="windowText" lastClr="000000"/>
                </a:solidFill>
                <a:latin typeface="微软雅黑" panose="020B0503020204020204" pitchFamily="34" charset="-122"/>
                <a:ea typeface="微软雅黑" panose="020B0503020204020204" pitchFamily="34" charset="-122"/>
              </a:rPr>
              <a:t>，再用 </a:t>
            </a:r>
            <a:r>
              <a:rPr lang="en-US" altLang="zh-CN" sz="2400" b="1" dirty="0">
                <a:solidFill>
                  <a:schemeClr val="accent2"/>
                </a:solidFill>
                <a:latin typeface="微软雅黑" panose="020B0503020204020204" pitchFamily="34" charset="-122"/>
                <a:ea typeface="微软雅黑" panose="020B0503020204020204" pitchFamily="34" charset="-122"/>
              </a:rPr>
              <a:t>sum() </a:t>
            </a:r>
            <a:r>
              <a:rPr lang="zh-CN" altLang="en-US" sz="2400" dirty="0">
                <a:solidFill>
                  <a:sysClr val="windowText" lastClr="000000"/>
                </a:solidFill>
                <a:latin typeface="微软雅黑" panose="020B0503020204020204" pitchFamily="34" charset="-122"/>
                <a:ea typeface="微软雅黑" panose="020B0503020204020204" pitchFamily="34" charset="-122"/>
              </a:rPr>
              <a:t>函数对其进行</a:t>
            </a:r>
            <a:r>
              <a:rPr lang="zh-CN" altLang="en-US" sz="2400" b="1" dirty="0">
                <a:solidFill>
                  <a:schemeClr val="accent2"/>
                </a:solidFill>
                <a:latin typeface="微软雅黑" panose="020B0503020204020204" pitchFamily="34" charset="-122"/>
                <a:ea typeface="微软雅黑" panose="020B0503020204020204" pitchFamily="34" charset="-122"/>
              </a:rPr>
              <a:t>求和</a:t>
            </a:r>
            <a:r>
              <a:rPr lang="zh-CN" altLang="en-US" sz="2400" dirty="0">
                <a:solidFill>
                  <a:sysClr val="windowText" lastClr="000000"/>
                </a:solidFill>
                <a:latin typeface="微软雅黑" panose="020B0503020204020204" pitchFamily="34" charset="-122"/>
                <a:ea typeface="微软雅黑" panose="020B0503020204020204" pitchFamily="34" charset="-122"/>
              </a:rPr>
              <a:t>。</a:t>
            </a:r>
            <a:endParaRPr lang="zh-CN" altLang="en-US" sz="2400" dirty="0">
              <a:solidFill>
                <a:sysClr val="windowText" lastClr="0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7.3 </a:t>
            </a:r>
            <a:r>
              <a:rPr lang="zh-CN" altLang="en-US" dirty="0"/>
              <a:t>读文件统计成绩</a:t>
            </a:r>
            <a:endParaRPr lang="zh-CN" altLang="en-US" dirty="0"/>
          </a:p>
        </p:txBody>
      </p:sp>
      <p:sp>
        <p:nvSpPr>
          <p:cNvPr id="7" name="内容占位符 6"/>
          <p:cNvSpPr>
            <a:spLocks noGrp="1"/>
          </p:cNvSpPr>
          <p:nvPr>
            <p:ph sz="quarter" idx="14"/>
          </p:nvPr>
        </p:nvSpPr>
        <p:spPr/>
        <p:txBody>
          <a:bodyPr/>
          <a:lstStyle/>
          <a:p>
            <a:r>
              <a:rPr lang="zh-CN" altLang="en-US" dirty="0"/>
              <a:t>实例 </a:t>
            </a:r>
            <a:endParaRPr lang="zh-CN" altLang="en-US" dirty="0"/>
          </a:p>
        </p:txBody>
      </p:sp>
      <p:sp>
        <p:nvSpPr>
          <p:cNvPr id="2" name="内容占位符 5"/>
          <p:cNvSpPr txBox="1"/>
          <p:nvPr/>
        </p:nvSpPr>
        <p:spPr>
          <a:xfrm>
            <a:off x="780061" y="1936955"/>
            <a:ext cx="10631877" cy="3540369"/>
          </a:xfrm>
          <a:prstGeom prst="roundRect">
            <a:avLst>
              <a:gd name="adj" fmla="val 14589"/>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dirty="0">
                <a:solidFill>
                  <a:srgbClr val="7A3E9D"/>
                </a:solidFill>
                <a:latin typeface="+mj-lt"/>
              </a:rPr>
              <a:t>def</a:t>
            </a:r>
            <a:r>
              <a:rPr lang="en-US" altLang="zh-CN" dirty="0">
                <a:solidFill>
                  <a:srgbClr val="333333"/>
                </a:solidFill>
                <a:latin typeface="+mj-lt"/>
              </a:rPr>
              <a:t> </a:t>
            </a:r>
            <a:r>
              <a:rPr lang="en-US" altLang="zh-CN" b="1" dirty="0">
                <a:solidFill>
                  <a:srgbClr val="AA3731"/>
                </a:solidFill>
                <a:latin typeface="+mj-lt"/>
              </a:rPr>
              <a:t>total</a:t>
            </a:r>
            <a:r>
              <a:rPr lang="en-US" altLang="zh-CN" dirty="0">
                <a:solidFill>
                  <a:srgbClr val="777777"/>
                </a:solidFill>
                <a:latin typeface="+mj-lt"/>
              </a:rPr>
              <a:t>(</a:t>
            </a:r>
            <a:r>
              <a:rPr lang="en-US" altLang="zh-CN" dirty="0" err="1">
                <a:solidFill>
                  <a:srgbClr val="7A3E9D"/>
                </a:solidFill>
                <a:latin typeface="+mj-lt"/>
              </a:rPr>
              <a:t>score_ls</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计算总分，</a:t>
            </a:r>
            <a:r>
              <a:rPr lang="en-US" altLang="zh-CN" dirty="0" err="1">
                <a:solidFill>
                  <a:srgbClr val="AAAAAA"/>
                </a:solidFill>
                <a:latin typeface="+mj-lt"/>
              </a:rPr>
              <a:t>score_ls</a:t>
            </a:r>
            <a:r>
              <a:rPr lang="en-US" altLang="zh-CN" dirty="0">
                <a:solidFill>
                  <a:srgbClr val="AAAAAA"/>
                </a:solidFill>
                <a:latin typeface="+mj-lt"/>
              </a:rPr>
              <a:t> </a:t>
            </a:r>
            <a:r>
              <a:rPr lang="zh-CN" altLang="en-US" dirty="0">
                <a:solidFill>
                  <a:srgbClr val="AAAAAA"/>
                </a:solidFill>
                <a:latin typeface="+mj-lt"/>
              </a:rPr>
              <a:t>为读文件获得的列表</a:t>
            </a:r>
            <a:endParaRPr lang="zh-CN" altLang="en-US" dirty="0">
              <a:solidFill>
                <a:srgbClr val="333333"/>
              </a:solidFill>
              <a:latin typeface="+mj-lt"/>
            </a:endParaRPr>
          </a:p>
          <a:p>
            <a:r>
              <a:rPr lang="zh-CN" altLang="en-US" dirty="0">
                <a:solidFill>
                  <a:srgbClr val="333333"/>
                </a:solidFill>
                <a:latin typeface="+mj-lt"/>
              </a:rPr>
              <a:t>    </a:t>
            </a:r>
            <a:r>
              <a:rPr lang="en-US" altLang="zh-CN" dirty="0" err="1">
                <a:solidFill>
                  <a:srgbClr val="7A3E9D"/>
                </a:solidFill>
                <a:latin typeface="+mj-lt"/>
              </a:rPr>
              <a:t>total_score</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创建空列表</a:t>
            </a:r>
            <a:endParaRPr lang="zh-CN" altLang="en-US" dirty="0">
              <a:solidFill>
                <a:srgbClr val="333333"/>
              </a:solidFill>
              <a:latin typeface="+mj-lt"/>
            </a:endParaRPr>
          </a:p>
          <a:p>
            <a:r>
              <a:rPr lang="zh-CN" altLang="en-US" dirty="0">
                <a:solidFill>
                  <a:srgbClr val="333333"/>
                </a:solidFill>
                <a:latin typeface="+mj-lt"/>
              </a:rPr>
              <a:t>    </a:t>
            </a:r>
            <a:r>
              <a:rPr lang="en-US" altLang="zh-CN" dirty="0" err="1">
                <a:solidFill>
                  <a:srgbClr val="7A3E9D"/>
                </a:solidFill>
                <a:latin typeface="+mj-lt"/>
              </a:rPr>
              <a:t>score_ls</a:t>
            </a:r>
            <a:r>
              <a:rPr lang="en-US" altLang="zh-CN" dirty="0">
                <a:solidFill>
                  <a:srgbClr val="777777"/>
                </a:solidFill>
                <a:latin typeface="+mj-lt"/>
              </a:rPr>
              <a:t>[</a:t>
            </a:r>
            <a:r>
              <a:rPr lang="en-US" altLang="zh-CN" dirty="0">
                <a:solidFill>
                  <a:srgbClr val="9C5D27"/>
                </a:solidFill>
                <a:latin typeface="+mj-lt"/>
              </a:rPr>
              <a:t>0</a:t>
            </a:r>
            <a:r>
              <a:rPr lang="en-US" altLang="zh-CN" dirty="0">
                <a:solidFill>
                  <a:srgbClr val="777777"/>
                </a:solidFill>
                <a:latin typeface="+mj-lt"/>
              </a:rPr>
              <a:t>].</a:t>
            </a:r>
            <a:r>
              <a:rPr lang="en-US" altLang="zh-CN" b="1" dirty="0">
                <a:solidFill>
                  <a:srgbClr val="AA3731"/>
                </a:solidFill>
                <a:latin typeface="+mj-lt"/>
              </a:rPr>
              <a:t>append</a:t>
            </a:r>
            <a:r>
              <a:rPr lang="en-US" altLang="zh-CN" dirty="0">
                <a:solidFill>
                  <a:srgbClr val="777777"/>
                </a:solidFill>
                <a:latin typeface="+mj-lt"/>
              </a:rPr>
              <a:t>('</a:t>
            </a:r>
            <a:r>
              <a:rPr lang="zh-CN" altLang="en-US" dirty="0">
                <a:solidFill>
                  <a:srgbClr val="448C27"/>
                </a:solidFill>
                <a:latin typeface="+mj-lt"/>
              </a:rPr>
              <a:t>总分</a:t>
            </a:r>
            <a:r>
              <a:rPr lang="en-US" altLang="zh-CN" dirty="0">
                <a:solidFill>
                  <a:srgbClr val="777777"/>
                </a:solidFill>
                <a:latin typeface="+mj-lt"/>
              </a:rPr>
              <a:t>')</a:t>
            </a:r>
            <a:r>
              <a:rPr lang="zh-CN" altLang="en-US" dirty="0">
                <a:solidFill>
                  <a:srgbClr val="333333"/>
                </a:solidFill>
                <a:latin typeface="+mj-lt"/>
              </a:rPr>
              <a:t>          </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先为标题行末尾增加一个元素 </a:t>
            </a:r>
            <a:r>
              <a:rPr lang="en-US" altLang="zh-CN" dirty="0">
                <a:solidFill>
                  <a:srgbClr val="AAAAAA"/>
                </a:solidFill>
                <a:latin typeface="+mj-lt"/>
              </a:rPr>
              <a:t>'</a:t>
            </a:r>
            <a:r>
              <a:rPr lang="zh-CN" altLang="en-US" dirty="0">
                <a:solidFill>
                  <a:srgbClr val="AAAAAA"/>
                </a:solidFill>
                <a:latin typeface="+mj-lt"/>
              </a:rPr>
              <a:t>总分</a:t>
            </a:r>
            <a:r>
              <a:rPr lang="en-US" altLang="zh-CN" dirty="0">
                <a:solidFill>
                  <a:srgbClr val="AAAAAA"/>
                </a:solidFill>
                <a:latin typeface="+mj-lt"/>
              </a:rPr>
              <a:t>'</a:t>
            </a:r>
            <a:endParaRPr lang="zh-CN" altLang="en-US" dirty="0">
              <a:solidFill>
                <a:srgbClr val="333333"/>
              </a:solidFill>
              <a:latin typeface="+mj-lt"/>
            </a:endParaRPr>
          </a:p>
          <a:p>
            <a:r>
              <a:rPr lang="zh-CN" altLang="en-US" dirty="0">
                <a:solidFill>
                  <a:srgbClr val="333333"/>
                </a:solidFill>
                <a:latin typeface="+mj-lt"/>
              </a:rPr>
              <a:t>    </a:t>
            </a:r>
            <a:r>
              <a:rPr lang="en-US" altLang="zh-CN" dirty="0">
                <a:solidFill>
                  <a:srgbClr val="4B69C6"/>
                </a:solidFill>
                <a:latin typeface="+mj-lt"/>
              </a:rPr>
              <a:t>for</a:t>
            </a:r>
            <a:r>
              <a:rPr lang="en-US" altLang="zh-CN" dirty="0">
                <a:solidFill>
                  <a:srgbClr val="333333"/>
                </a:solidFill>
                <a:latin typeface="+mj-lt"/>
              </a:rPr>
              <a:t> </a:t>
            </a:r>
            <a:r>
              <a:rPr lang="en-US" altLang="zh-CN" dirty="0" err="1">
                <a:solidFill>
                  <a:srgbClr val="7A3E9D"/>
                </a:solidFill>
                <a:latin typeface="+mj-lt"/>
              </a:rPr>
              <a:t>lst</a:t>
            </a:r>
            <a:r>
              <a:rPr lang="en-US" altLang="zh-CN" dirty="0">
                <a:solidFill>
                  <a:srgbClr val="333333"/>
                </a:solidFill>
                <a:latin typeface="+mj-lt"/>
              </a:rPr>
              <a:t> </a:t>
            </a:r>
            <a:r>
              <a:rPr lang="en-US" altLang="zh-CN" dirty="0">
                <a:solidFill>
                  <a:srgbClr val="4B69C6"/>
                </a:solidFill>
                <a:latin typeface="+mj-lt"/>
              </a:rPr>
              <a:t>in</a:t>
            </a:r>
            <a:r>
              <a:rPr lang="en-US" altLang="zh-CN" dirty="0">
                <a:solidFill>
                  <a:srgbClr val="333333"/>
                </a:solidFill>
                <a:latin typeface="+mj-lt"/>
              </a:rPr>
              <a:t> </a:t>
            </a:r>
            <a:r>
              <a:rPr lang="en-US" altLang="zh-CN" dirty="0" err="1">
                <a:solidFill>
                  <a:srgbClr val="7A3E9D"/>
                </a:solidFill>
                <a:latin typeface="+mj-lt"/>
              </a:rPr>
              <a:t>score_ls</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9C5D27"/>
                </a:solidFill>
                <a:latin typeface="+mj-lt"/>
              </a:rPr>
              <a:t>1</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遍历非标题行</a:t>
            </a:r>
            <a:endParaRPr lang="zh-CN" altLang="en-US" dirty="0">
              <a:solidFill>
                <a:srgbClr val="333333"/>
              </a:solidFill>
              <a:latin typeface="+mj-lt"/>
            </a:endParaRPr>
          </a:p>
          <a:p>
            <a:r>
              <a:rPr lang="zh-CN" altLang="en-US"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对成绩部分汇总，转为元素为字符串的列表后拼接到子列表 </a:t>
            </a:r>
            <a:r>
              <a:rPr lang="en-US" altLang="zh-CN" dirty="0" err="1">
                <a:solidFill>
                  <a:srgbClr val="AAAAAA"/>
                </a:solidFill>
                <a:latin typeface="+mj-lt"/>
              </a:rPr>
              <a:t>lst</a:t>
            </a:r>
            <a:r>
              <a:rPr lang="en-US" altLang="zh-CN" dirty="0">
                <a:solidFill>
                  <a:srgbClr val="AAAAAA"/>
                </a:solidFill>
                <a:latin typeface="+mj-lt"/>
              </a:rPr>
              <a:t> </a:t>
            </a:r>
            <a:r>
              <a:rPr lang="zh-CN" altLang="en-US" dirty="0">
                <a:solidFill>
                  <a:srgbClr val="AAAAAA"/>
                </a:solidFill>
                <a:latin typeface="+mj-lt"/>
              </a:rPr>
              <a:t>上</a:t>
            </a:r>
            <a:endParaRPr lang="zh-CN" altLang="en-US" dirty="0">
              <a:solidFill>
                <a:srgbClr val="333333"/>
              </a:solidFill>
              <a:latin typeface="+mj-lt"/>
            </a:endParaRPr>
          </a:p>
          <a:p>
            <a:r>
              <a:rPr lang="zh-CN" altLang="en-US" dirty="0">
                <a:solidFill>
                  <a:srgbClr val="333333"/>
                </a:solidFill>
                <a:latin typeface="+mj-lt"/>
              </a:rPr>
              <a:t>        </a:t>
            </a:r>
            <a:r>
              <a:rPr lang="en-US" altLang="zh-CN" dirty="0" err="1">
                <a:solidFill>
                  <a:srgbClr val="7A3E9D"/>
                </a:solidFill>
                <a:latin typeface="+mj-lt"/>
              </a:rPr>
              <a:t>total_score</a:t>
            </a:r>
            <a:r>
              <a:rPr lang="en-US" altLang="zh-CN" dirty="0" err="1">
                <a:solidFill>
                  <a:srgbClr val="777777"/>
                </a:solidFill>
                <a:latin typeface="+mj-lt"/>
              </a:rPr>
              <a:t>.</a:t>
            </a:r>
            <a:r>
              <a:rPr lang="en-US" altLang="zh-CN" b="1" dirty="0" err="1">
                <a:solidFill>
                  <a:srgbClr val="AA3731"/>
                </a:solidFill>
                <a:latin typeface="+mj-lt"/>
              </a:rPr>
              <a:t>append</a:t>
            </a:r>
            <a:r>
              <a:rPr lang="en-US" altLang="zh-CN" dirty="0">
                <a:solidFill>
                  <a:srgbClr val="777777"/>
                </a:solidFill>
                <a:latin typeface="+mj-lt"/>
              </a:rPr>
              <a:t>(</a:t>
            </a:r>
            <a:r>
              <a:rPr lang="en-US" altLang="zh-CN" dirty="0" err="1">
                <a:solidFill>
                  <a:srgbClr val="7A3E9D"/>
                </a:solidFill>
                <a:latin typeface="+mj-lt"/>
              </a:rPr>
              <a:t>lst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b="1" dirty="0">
                <a:solidFill>
                  <a:srgbClr val="7A3E9D"/>
                </a:solidFill>
                <a:latin typeface="+mj-lt"/>
              </a:rPr>
              <a:t>str</a:t>
            </a:r>
            <a:r>
              <a:rPr lang="en-US" altLang="zh-CN" dirty="0">
                <a:solidFill>
                  <a:srgbClr val="777777"/>
                </a:solidFill>
                <a:latin typeface="+mj-lt"/>
              </a:rPr>
              <a:t>(</a:t>
            </a:r>
            <a:r>
              <a:rPr lang="en-US" altLang="zh-CN" b="1" dirty="0">
                <a:solidFill>
                  <a:srgbClr val="AA3731"/>
                </a:solidFill>
                <a:latin typeface="+mj-lt"/>
              </a:rPr>
              <a:t>sum</a:t>
            </a:r>
            <a:r>
              <a:rPr lang="en-US" altLang="zh-CN" dirty="0">
                <a:solidFill>
                  <a:srgbClr val="777777"/>
                </a:solidFill>
                <a:latin typeface="+mj-lt"/>
              </a:rPr>
              <a:t>(</a:t>
            </a:r>
            <a:r>
              <a:rPr lang="en-US" altLang="zh-CN" b="1" dirty="0">
                <a:solidFill>
                  <a:srgbClr val="7A3E9D"/>
                </a:solidFill>
                <a:latin typeface="+mj-lt"/>
              </a:rPr>
              <a:t>map</a:t>
            </a:r>
            <a:r>
              <a:rPr lang="en-US" altLang="zh-CN" dirty="0">
                <a:solidFill>
                  <a:srgbClr val="777777"/>
                </a:solidFill>
                <a:latin typeface="+mj-lt"/>
              </a:rPr>
              <a:t>(</a:t>
            </a:r>
            <a:r>
              <a:rPr lang="en-US" altLang="zh-CN" b="1" dirty="0">
                <a:solidFill>
                  <a:srgbClr val="7A3E9D"/>
                </a:solidFill>
                <a:latin typeface="+mj-lt"/>
              </a:rPr>
              <a:t>int</a:t>
            </a:r>
            <a:r>
              <a:rPr lang="en-US" altLang="zh-CN" dirty="0">
                <a:solidFill>
                  <a:srgbClr val="777777"/>
                </a:solidFill>
                <a:latin typeface="+mj-lt"/>
              </a:rPr>
              <a:t>,</a:t>
            </a:r>
            <a:r>
              <a:rPr lang="en-US" altLang="zh-CN" dirty="0">
                <a:solidFill>
                  <a:srgbClr val="333333"/>
                </a:solidFill>
                <a:latin typeface="+mj-lt"/>
              </a:rPr>
              <a:t> </a:t>
            </a:r>
            <a:r>
              <a:rPr lang="en-US" altLang="zh-CN" dirty="0" err="1">
                <a:solidFill>
                  <a:srgbClr val="7A3E9D"/>
                </a:solidFill>
                <a:latin typeface="+mj-lt"/>
              </a:rPr>
              <a:t>lst</a:t>
            </a:r>
            <a:r>
              <a:rPr lang="en-US" altLang="zh-CN" dirty="0">
                <a:solidFill>
                  <a:srgbClr val="777777"/>
                </a:solidFill>
                <a:latin typeface="+mj-lt"/>
              </a:rPr>
              <a:t>[</a:t>
            </a:r>
            <a:r>
              <a:rPr lang="en-US" altLang="zh-CN" dirty="0">
                <a:solidFill>
                  <a:srgbClr val="9C5D27"/>
                </a:solidFill>
                <a:latin typeface="+mj-lt"/>
              </a:rPr>
              <a:t>1</a:t>
            </a:r>
            <a:r>
              <a:rPr lang="en-US" altLang="zh-CN" dirty="0">
                <a:solidFill>
                  <a:srgbClr val="777777"/>
                </a:solidFill>
                <a:latin typeface="+mj-lt"/>
              </a:rPr>
              <a:t>:])))])</a:t>
            </a:r>
            <a:r>
              <a:rPr lang="en-US" altLang="zh-CN" dirty="0">
                <a:solidFill>
                  <a:srgbClr val="333333"/>
                </a:solidFill>
                <a:latin typeface="+mj-lt"/>
              </a:rPr>
              <a:t> </a:t>
            </a:r>
            <a:endParaRPr lang="en-US" altLang="zh-CN" dirty="0">
              <a:solidFill>
                <a:srgbClr val="333333"/>
              </a:solidFill>
              <a:latin typeface="+mj-lt"/>
            </a:endParaRPr>
          </a:p>
          <a:p>
            <a:r>
              <a:rPr lang="en-US" altLang="zh-CN" dirty="0">
                <a:solidFill>
                  <a:srgbClr val="333333"/>
                </a:solidFill>
                <a:latin typeface="+mj-lt"/>
              </a:rPr>
              <a:t>    </a:t>
            </a:r>
            <a:r>
              <a:rPr lang="en-US" altLang="zh-CN" dirty="0">
                <a:solidFill>
                  <a:srgbClr val="4B69C6"/>
                </a:solidFill>
                <a:latin typeface="+mj-lt"/>
              </a:rPr>
              <a:t>return</a:t>
            </a:r>
            <a:r>
              <a:rPr lang="en-US" altLang="zh-CN" dirty="0">
                <a:solidFill>
                  <a:srgbClr val="333333"/>
                </a:solidFill>
                <a:latin typeface="+mj-lt"/>
              </a:rPr>
              <a:t> </a:t>
            </a:r>
            <a:r>
              <a:rPr lang="en-US" altLang="zh-CN" dirty="0">
                <a:solidFill>
                  <a:srgbClr val="777777"/>
                </a:solidFill>
                <a:latin typeface="+mj-lt"/>
              </a:rPr>
              <a:t>[</a:t>
            </a:r>
            <a:r>
              <a:rPr lang="en-US" altLang="zh-CN" dirty="0" err="1">
                <a:solidFill>
                  <a:srgbClr val="7A3E9D"/>
                </a:solidFill>
                <a:latin typeface="+mj-lt"/>
              </a:rPr>
              <a:t>score_ls</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9C5D27"/>
                </a:solidFill>
                <a:latin typeface="+mj-lt"/>
              </a:rPr>
              <a:t>0</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err="1">
                <a:solidFill>
                  <a:srgbClr val="7A3E9D"/>
                </a:solidFill>
                <a:latin typeface="+mj-lt"/>
              </a:rPr>
              <a:t>total_score</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返回列表</a:t>
            </a:r>
            <a:endParaRPr lang="zh-CN" altLang="en-US" dirty="0">
              <a:solidFill>
                <a:srgbClr val="333333"/>
              </a:solidFill>
              <a:latin typeface="+mj-lt"/>
            </a:endParaRPr>
          </a:p>
        </p:txBody>
      </p:sp>
      <p:sp>
        <p:nvSpPr>
          <p:cNvPr id="4" name="内容占位符 1"/>
          <p:cNvSpPr txBox="1"/>
          <p:nvPr/>
        </p:nvSpPr>
        <p:spPr>
          <a:xfrm>
            <a:off x="688044" y="1185749"/>
            <a:ext cx="10815912" cy="584775"/>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457200" indent="-457200">
              <a:lnSpc>
                <a:spcPct val="125000"/>
              </a:lnSpc>
              <a:buClr>
                <a:srgbClr val="0070C0"/>
              </a:buClr>
              <a:buFont typeface="+mj-lt"/>
              <a:buAutoNum type="arabicPeriod" startAt="2"/>
            </a:pPr>
            <a:r>
              <a:rPr lang="zh-CN" altLang="en-US" sz="2400" b="1" dirty="0">
                <a:solidFill>
                  <a:srgbClr val="0070C0"/>
                </a:solidFill>
                <a:latin typeface="微软雅黑" panose="020B0503020204020204" pitchFamily="34" charset="-122"/>
                <a:ea typeface="微软雅黑" panose="020B0503020204020204" pitchFamily="34" charset="-122"/>
              </a:rPr>
              <a:t>计算每位同学的总分附加到列表中各门课程成绩后面</a:t>
            </a:r>
            <a:endParaRPr lang="en-US" altLang="zh-CN" sz="2400" b="1" dirty="0">
              <a:solidFill>
                <a:srgbClr val="0070C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7.3 </a:t>
            </a:r>
            <a:r>
              <a:rPr lang="zh-CN" altLang="en-US" dirty="0"/>
              <a:t>读文件统计成绩</a:t>
            </a:r>
            <a:endParaRPr lang="zh-CN" altLang="en-US" dirty="0"/>
          </a:p>
        </p:txBody>
      </p:sp>
      <p:sp>
        <p:nvSpPr>
          <p:cNvPr id="7" name="内容占位符 6"/>
          <p:cNvSpPr>
            <a:spLocks noGrp="1"/>
          </p:cNvSpPr>
          <p:nvPr>
            <p:ph sz="quarter" idx="14"/>
          </p:nvPr>
        </p:nvSpPr>
        <p:spPr/>
        <p:txBody>
          <a:bodyPr/>
          <a:lstStyle/>
          <a:p>
            <a:r>
              <a:rPr lang="zh-CN" altLang="en-US" dirty="0"/>
              <a:t>实例 </a:t>
            </a:r>
            <a:endParaRPr lang="zh-CN" altLang="en-US" dirty="0"/>
          </a:p>
        </p:txBody>
      </p:sp>
      <p:sp>
        <p:nvSpPr>
          <p:cNvPr id="3" name="内容占位符 1"/>
          <p:cNvSpPr txBox="1"/>
          <p:nvPr/>
        </p:nvSpPr>
        <p:spPr>
          <a:xfrm>
            <a:off x="688044" y="1185749"/>
            <a:ext cx="10815912" cy="2963464"/>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457200" indent="-457200">
              <a:lnSpc>
                <a:spcPct val="125000"/>
              </a:lnSpc>
              <a:buClr>
                <a:srgbClr val="0070C0"/>
              </a:buClr>
              <a:buFont typeface="+mj-lt"/>
              <a:buAutoNum type="arabicPeriod" startAt="3"/>
            </a:pPr>
            <a:r>
              <a:rPr lang="zh-CN" altLang="en-US" sz="2400" b="1" dirty="0">
                <a:solidFill>
                  <a:srgbClr val="0070C0"/>
                </a:solidFill>
                <a:latin typeface="微软雅黑" panose="020B0503020204020204" pitchFamily="34" charset="-122"/>
                <a:ea typeface="微软雅黑" panose="020B0503020204020204" pitchFamily="34" charset="-122"/>
              </a:rPr>
              <a:t>根据每名同学的总分进行降序排序输出</a:t>
            </a:r>
            <a:endParaRPr lang="zh-CN" altLang="en-US" sz="2400" b="1" dirty="0">
              <a:solidFill>
                <a:srgbClr val="0070C0"/>
              </a:solidFill>
              <a:latin typeface="微软雅黑" panose="020B0503020204020204" pitchFamily="34" charset="-122"/>
              <a:ea typeface="微软雅黑" panose="020B0503020204020204" pitchFamily="34" charset="-122"/>
            </a:endParaRPr>
          </a:p>
          <a:p>
            <a:pPr>
              <a:lnSpc>
                <a:spcPct val="125000"/>
              </a:lnSpc>
              <a:buClr>
                <a:sysClr val="windowText" lastClr="000000"/>
              </a:buClr>
            </a:pPr>
            <a:r>
              <a:rPr lang="zh-CN" altLang="en-US" sz="2400" dirty="0">
                <a:solidFill>
                  <a:sysClr val="windowText" lastClr="000000"/>
                </a:solidFill>
                <a:latin typeface="微软雅黑" panose="020B0503020204020204" pitchFamily="34" charset="-122"/>
                <a:ea typeface="微软雅黑" panose="020B0503020204020204" pitchFamily="34" charset="-122"/>
              </a:rPr>
              <a:t>用 </a:t>
            </a:r>
            <a:r>
              <a:rPr lang="en-US" altLang="zh-CN" sz="2400" b="1" dirty="0">
                <a:solidFill>
                  <a:schemeClr val="accent2"/>
                </a:solidFill>
                <a:latin typeface="微软雅黑" panose="020B0503020204020204" pitchFamily="34" charset="-122"/>
                <a:ea typeface="微软雅黑" panose="020B0503020204020204" pitchFamily="34" charset="-122"/>
              </a:rPr>
              <a:t>sorted()</a:t>
            </a:r>
            <a:r>
              <a:rPr lang="en-US" altLang="zh-CN" sz="2400" dirty="0">
                <a:solidFill>
                  <a:sysClr val="windowText" lastClr="000000"/>
                </a:solidFill>
                <a:latin typeface="微软雅黑" panose="020B0503020204020204" pitchFamily="34" charset="-122"/>
                <a:ea typeface="微软雅黑" panose="020B0503020204020204" pitchFamily="34" charset="-122"/>
              </a:rPr>
              <a:t> </a:t>
            </a:r>
            <a:r>
              <a:rPr lang="zh-CN" altLang="en-US" sz="2400" dirty="0">
                <a:solidFill>
                  <a:sysClr val="windowText" lastClr="000000"/>
                </a:solidFill>
                <a:latin typeface="微软雅黑" panose="020B0503020204020204" pitchFamily="34" charset="-122"/>
                <a:ea typeface="微软雅黑" panose="020B0503020204020204" pitchFamily="34" charset="-122"/>
              </a:rPr>
              <a:t>对二维列表数据中的成绩进行排序，</a:t>
            </a:r>
            <a:r>
              <a:rPr lang="zh-CN" altLang="en-US" sz="2400" b="1" dirty="0">
                <a:solidFill>
                  <a:schemeClr val="accent2"/>
                </a:solidFill>
                <a:latin typeface="微软雅黑" panose="020B0503020204020204" pitchFamily="34" charset="-122"/>
                <a:ea typeface="微软雅黑" panose="020B0503020204020204" pitchFamily="34" charset="-122"/>
              </a:rPr>
              <a:t>略过标题行</a:t>
            </a:r>
            <a:r>
              <a:rPr lang="zh-CN" altLang="en-US" sz="2400" dirty="0">
                <a:solidFill>
                  <a:sysClr val="windowText" lastClr="000000"/>
                </a:solidFill>
                <a:latin typeface="微软雅黑" panose="020B0503020204020204" pitchFamily="34" charset="-122"/>
                <a:ea typeface="微软雅黑" panose="020B0503020204020204" pitchFamily="34" charset="-122"/>
              </a:rPr>
              <a:t>，数据排序关键字用</a:t>
            </a:r>
            <a:r>
              <a:rPr lang="zh-CN" altLang="en-US" sz="2400" b="1" dirty="0">
                <a:solidFill>
                  <a:schemeClr val="accent2"/>
                </a:solidFill>
                <a:latin typeface="微软雅黑" panose="020B0503020204020204" pitchFamily="34" charset="-122"/>
                <a:ea typeface="微软雅黑" panose="020B0503020204020204" pitchFamily="34" charset="-122"/>
              </a:rPr>
              <a:t>匿名函数</a:t>
            </a:r>
            <a:r>
              <a:rPr lang="zh-CN" altLang="en-US" sz="2400" dirty="0">
                <a:solidFill>
                  <a:sysClr val="windowText" lastClr="000000"/>
                </a:solidFill>
                <a:latin typeface="微软雅黑" panose="020B0503020204020204" pitchFamily="34" charset="-122"/>
                <a:ea typeface="微软雅黑" panose="020B0503020204020204" pitchFamily="34" charset="-122"/>
              </a:rPr>
              <a:t>，排序依据中列表</a:t>
            </a:r>
            <a:r>
              <a:rPr lang="zh-CN" altLang="en-US" sz="2400" b="1" dirty="0">
                <a:solidFill>
                  <a:schemeClr val="accent2"/>
                </a:solidFill>
                <a:latin typeface="微软雅黑" panose="020B0503020204020204" pitchFamily="34" charset="-122"/>
                <a:ea typeface="微软雅黑" panose="020B0503020204020204" pitchFamily="34" charset="-122"/>
              </a:rPr>
              <a:t>最后一个元素</a:t>
            </a:r>
            <a:r>
              <a:rPr lang="zh-CN" altLang="en-US" sz="2400" dirty="0">
                <a:solidFill>
                  <a:sysClr val="windowText" lastClr="000000"/>
                </a:solidFill>
                <a:latin typeface="微软雅黑" panose="020B0503020204020204" pitchFamily="34" charset="-122"/>
                <a:ea typeface="微软雅黑" panose="020B0503020204020204" pitchFamily="34" charset="-122"/>
              </a:rPr>
              <a:t>（序号为</a:t>
            </a:r>
            <a:r>
              <a:rPr lang="en-US" altLang="zh-CN" sz="2400" dirty="0">
                <a:solidFill>
                  <a:sysClr val="windowText" lastClr="000000"/>
                </a:solidFill>
                <a:latin typeface="微软雅黑" panose="020B0503020204020204" pitchFamily="34" charset="-122"/>
                <a:ea typeface="微软雅黑" panose="020B0503020204020204" pitchFamily="34" charset="-122"/>
              </a:rPr>
              <a:t>-1</a:t>
            </a:r>
            <a:r>
              <a:rPr lang="zh-CN" altLang="en-US" sz="2400" dirty="0">
                <a:solidFill>
                  <a:sysClr val="windowText" lastClr="000000"/>
                </a:solidFill>
                <a:latin typeface="微软雅黑" panose="020B0503020204020204" pitchFamily="34" charset="-122"/>
                <a:ea typeface="微软雅黑" panose="020B0503020204020204" pitchFamily="34" charset="-122"/>
              </a:rPr>
              <a:t>），</a:t>
            </a:r>
            <a:r>
              <a:rPr lang="zh-CN" altLang="en-US" sz="2400" b="1" dirty="0">
                <a:solidFill>
                  <a:schemeClr val="accent2"/>
                </a:solidFill>
                <a:latin typeface="微软雅黑" panose="020B0503020204020204" pitchFamily="34" charset="-122"/>
                <a:ea typeface="微软雅黑" panose="020B0503020204020204" pitchFamily="34" charset="-122"/>
              </a:rPr>
              <a:t>降序</a:t>
            </a:r>
            <a:r>
              <a:rPr lang="zh-CN" altLang="en-US" sz="2400" dirty="0">
                <a:solidFill>
                  <a:sysClr val="windowText" lastClr="000000"/>
                </a:solidFill>
                <a:latin typeface="微软雅黑" panose="020B0503020204020204" pitchFamily="34" charset="-122"/>
                <a:ea typeface="微软雅黑" panose="020B0503020204020204" pitchFamily="34" charset="-122"/>
              </a:rPr>
              <a:t>排序。</a:t>
            </a:r>
            <a:endParaRPr lang="zh-CN" altLang="en-US" sz="2400" dirty="0">
              <a:solidFill>
                <a:sysClr val="windowText" lastClr="000000"/>
              </a:solidFill>
              <a:latin typeface="微软雅黑" panose="020B0503020204020204" pitchFamily="34" charset="-122"/>
              <a:ea typeface="微软雅黑" panose="020B0503020204020204" pitchFamily="34" charset="-122"/>
            </a:endParaRPr>
          </a:p>
          <a:p>
            <a:pPr>
              <a:lnSpc>
                <a:spcPct val="125000"/>
              </a:lnSpc>
              <a:buClr>
                <a:sysClr val="windowText" lastClr="000000"/>
              </a:buClr>
            </a:pPr>
            <a:r>
              <a:rPr lang="zh-CN" altLang="en-US" sz="2400" dirty="0">
                <a:solidFill>
                  <a:sysClr val="windowText" lastClr="000000"/>
                </a:solidFill>
                <a:latin typeface="微软雅黑" panose="020B0503020204020204" pitchFamily="34" charset="-122"/>
                <a:ea typeface="微软雅黑" panose="020B0503020204020204" pitchFamily="34" charset="-122"/>
              </a:rPr>
              <a:t>将排序后的新列表与标题行列表再拼接到一起输出。</a:t>
            </a:r>
            <a:endParaRPr lang="zh-CN" altLang="en-US" sz="2400" dirty="0">
              <a:solidFill>
                <a:sysClr val="windowText" lastClr="0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7.3 </a:t>
            </a:r>
            <a:r>
              <a:rPr lang="zh-CN" altLang="en-US" dirty="0"/>
              <a:t>读文件统计成绩</a:t>
            </a:r>
            <a:endParaRPr lang="zh-CN" altLang="en-US" dirty="0"/>
          </a:p>
        </p:txBody>
      </p:sp>
      <p:sp>
        <p:nvSpPr>
          <p:cNvPr id="7" name="内容占位符 6"/>
          <p:cNvSpPr>
            <a:spLocks noGrp="1"/>
          </p:cNvSpPr>
          <p:nvPr>
            <p:ph sz="quarter" idx="14"/>
          </p:nvPr>
        </p:nvSpPr>
        <p:spPr/>
        <p:txBody>
          <a:bodyPr/>
          <a:lstStyle/>
          <a:p>
            <a:r>
              <a:rPr lang="zh-CN" altLang="en-US" dirty="0"/>
              <a:t>实例 </a:t>
            </a:r>
            <a:endParaRPr lang="zh-CN" altLang="en-US" dirty="0"/>
          </a:p>
        </p:txBody>
      </p:sp>
      <p:sp>
        <p:nvSpPr>
          <p:cNvPr id="2" name="内容占位符 5"/>
          <p:cNvSpPr txBox="1"/>
          <p:nvPr/>
        </p:nvSpPr>
        <p:spPr>
          <a:xfrm>
            <a:off x="780061" y="3628103"/>
            <a:ext cx="10631877" cy="2939844"/>
          </a:xfrm>
          <a:prstGeom prst="roundRect">
            <a:avLst>
              <a:gd name="adj" fmla="val 14589"/>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dirty="0">
                <a:solidFill>
                  <a:srgbClr val="7A3E9D"/>
                </a:solidFill>
                <a:latin typeface="+mj-lt"/>
              </a:rPr>
              <a:t>def</a:t>
            </a:r>
            <a:r>
              <a:rPr lang="en-US" altLang="zh-CN" dirty="0">
                <a:solidFill>
                  <a:srgbClr val="333333"/>
                </a:solidFill>
                <a:latin typeface="+mj-lt"/>
              </a:rPr>
              <a:t> </a:t>
            </a:r>
            <a:r>
              <a:rPr lang="en-US" altLang="zh-CN" b="1" dirty="0" err="1">
                <a:solidFill>
                  <a:srgbClr val="AA3731"/>
                </a:solidFill>
                <a:latin typeface="+mj-lt"/>
              </a:rPr>
              <a:t>sort_list</a:t>
            </a:r>
            <a:r>
              <a:rPr lang="en-US" altLang="zh-CN" dirty="0">
                <a:solidFill>
                  <a:srgbClr val="777777"/>
                </a:solidFill>
                <a:latin typeface="+mj-lt"/>
              </a:rPr>
              <a:t>(</a:t>
            </a:r>
            <a:r>
              <a:rPr lang="en-US" altLang="zh-CN" dirty="0" err="1">
                <a:solidFill>
                  <a:srgbClr val="7A3E9D"/>
                </a:solidFill>
                <a:latin typeface="+mj-lt"/>
              </a:rPr>
              <a:t>score_total</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n</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根据第 </a:t>
            </a:r>
            <a:r>
              <a:rPr lang="en-US" altLang="zh-CN" dirty="0">
                <a:solidFill>
                  <a:srgbClr val="AAAAAA"/>
                </a:solidFill>
                <a:latin typeface="+mj-lt"/>
              </a:rPr>
              <a:t>n </a:t>
            </a:r>
            <a:r>
              <a:rPr lang="zh-CN" altLang="en-US" dirty="0">
                <a:solidFill>
                  <a:srgbClr val="AAAAAA"/>
                </a:solidFill>
                <a:latin typeface="+mj-lt"/>
              </a:rPr>
              <a:t>项对嵌套列表降序排序</a:t>
            </a:r>
            <a:endParaRPr lang="zh-CN" altLang="en-US" dirty="0">
              <a:solidFill>
                <a:srgbClr val="333333"/>
              </a:solidFill>
              <a:latin typeface="+mj-lt"/>
            </a:endParaRPr>
          </a:p>
          <a:p>
            <a:r>
              <a:rPr lang="zh-CN" altLang="en-US" dirty="0">
                <a:solidFill>
                  <a:srgbClr val="333333"/>
                </a:solidFill>
                <a:latin typeface="+mj-lt"/>
              </a:rPr>
              <a:t>    </a:t>
            </a:r>
            <a:r>
              <a:rPr lang="en-US" altLang="zh-CN" dirty="0" err="1">
                <a:solidFill>
                  <a:srgbClr val="7A3E9D"/>
                </a:solidFill>
                <a:latin typeface="+mj-lt"/>
              </a:rPr>
              <a:t>title_ls</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err="1">
                <a:solidFill>
                  <a:srgbClr val="7A3E9D"/>
                </a:solidFill>
                <a:latin typeface="+mj-lt"/>
              </a:rPr>
              <a:t>score_total</a:t>
            </a:r>
            <a:r>
              <a:rPr lang="en-US" altLang="zh-CN" dirty="0">
                <a:solidFill>
                  <a:srgbClr val="777777"/>
                </a:solidFill>
                <a:latin typeface="+mj-lt"/>
              </a:rPr>
              <a:t>[</a:t>
            </a:r>
            <a:r>
              <a:rPr lang="en-US" altLang="zh-CN" dirty="0">
                <a:solidFill>
                  <a:srgbClr val="9C5D27"/>
                </a:solidFill>
                <a:latin typeface="+mj-lt"/>
              </a:rPr>
              <a:t>0</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标题不参与排序</a:t>
            </a:r>
            <a:endParaRPr lang="zh-CN" altLang="en-US" dirty="0">
              <a:solidFill>
                <a:srgbClr val="333333"/>
              </a:solidFill>
              <a:latin typeface="+mj-lt"/>
            </a:endParaRPr>
          </a:p>
          <a:p>
            <a:r>
              <a:rPr lang="zh-CN" altLang="en-US" dirty="0">
                <a:solidFill>
                  <a:srgbClr val="333333"/>
                </a:solidFill>
                <a:latin typeface="+mj-lt"/>
              </a:rPr>
              <a:t>    </a:t>
            </a:r>
            <a:r>
              <a:rPr lang="en-US" altLang="zh-CN" dirty="0" err="1">
                <a:solidFill>
                  <a:srgbClr val="7A3E9D"/>
                </a:solidFill>
                <a:latin typeface="+mj-lt"/>
              </a:rPr>
              <a:t>score_ls</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err="1">
                <a:solidFill>
                  <a:srgbClr val="7A3E9D"/>
                </a:solidFill>
                <a:latin typeface="+mj-lt"/>
              </a:rPr>
              <a:t>score_total</a:t>
            </a:r>
            <a:r>
              <a:rPr lang="en-US" altLang="zh-CN" dirty="0">
                <a:solidFill>
                  <a:srgbClr val="777777"/>
                </a:solidFill>
                <a:latin typeface="+mj-lt"/>
              </a:rPr>
              <a:t>[</a:t>
            </a:r>
            <a:r>
              <a:rPr lang="en-US" altLang="zh-CN" dirty="0">
                <a:solidFill>
                  <a:srgbClr val="9C5D27"/>
                </a:solidFill>
                <a:latin typeface="+mj-lt"/>
              </a:rPr>
              <a:t>1</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将成绩数据切分出来</a:t>
            </a:r>
            <a:endParaRPr lang="zh-CN" altLang="en-US" dirty="0">
              <a:solidFill>
                <a:srgbClr val="333333"/>
              </a:solidFill>
              <a:latin typeface="+mj-lt"/>
            </a:endParaRPr>
          </a:p>
          <a:p>
            <a:r>
              <a:rPr lang="zh-CN" altLang="en-US" dirty="0">
                <a:solidFill>
                  <a:srgbClr val="333333"/>
                </a:solidFill>
                <a:latin typeface="+mj-lt"/>
              </a:rPr>
              <a:t>    </a:t>
            </a:r>
            <a:r>
              <a:rPr lang="en-US" altLang="zh-CN" dirty="0" err="1">
                <a:solidFill>
                  <a:srgbClr val="7A3E9D"/>
                </a:solidFill>
                <a:latin typeface="+mj-lt"/>
              </a:rPr>
              <a:t>score_ls</a:t>
            </a:r>
            <a:r>
              <a:rPr lang="en-US" altLang="zh-CN" dirty="0" err="1">
                <a:solidFill>
                  <a:srgbClr val="777777"/>
                </a:solidFill>
                <a:latin typeface="+mj-lt"/>
              </a:rPr>
              <a:t>.</a:t>
            </a:r>
            <a:r>
              <a:rPr lang="en-US" altLang="zh-CN" b="1" dirty="0" err="1">
                <a:solidFill>
                  <a:srgbClr val="AA3731"/>
                </a:solidFill>
                <a:latin typeface="+mj-lt"/>
              </a:rPr>
              <a:t>sort</a:t>
            </a:r>
            <a:r>
              <a:rPr lang="en-US" altLang="zh-CN" dirty="0">
                <a:solidFill>
                  <a:srgbClr val="777777"/>
                </a:solidFill>
                <a:latin typeface="+mj-lt"/>
              </a:rPr>
              <a:t>(</a:t>
            </a:r>
            <a:r>
              <a:rPr lang="en-US" altLang="zh-CN" dirty="0">
                <a:solidFill>
                  <a:srgbClr val="7A3E9D"/>
                </a:solidFill>
                <a:latin typeface="+mj-lt"/>
              </a:rPr>
              <a:t>key</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lambda</a:t>
            </a:r>
            <a:r>
              <a:rPr lang="en-US" altLang="zh-CN" dirty="0">
                <a:solidFill>
                  <a:srgbClr val="333333"/>
                </a:solidFill>
                <a:latin typeface="+mj-lt"/>
              </a:rPr>
              <a:t> </a:t>
            </a:r>
            <a:r>
              <a:rPr lang="en-US" altLang="zh-CN" dirty="0">
                <a:solidFill>
                  <a:srgbClr val="7A3E9D"/>
                </a:solidFill>
                <a:latin typeface="+mj-lt"/>
              </a:rPr>
              <a:t>x</a:t>
            </a:r>
            <a:r>
              <a:rPr lang="en-US" altLang="zh-CN" dirty="0">
                <a:solidFill>
                  <a:srgbClr val="777777"/>
                </a:solidFill>
                <a:latin typeface="+mj-lt"/>
              </a:rPr>
              <a:t>:</a:t>
            </a:r>
            <a:r>
              <a:rPr lang="en-US" altLang="zh-CN" b="1" dirty="0">
                <a:solidFill>
                  <a:srgbClr val="7A3E9D"/>
                </a:solidFill>
                <a:latin typeface="+mj-lt"/>
              </a:rPr>
              <a:t>int</a:t>
            </a:r>
            <a:r>
              <a:rPr lang="en-US" altLang="zh-CN" dirty="0">
                <a:solidFill>
                  <a:srgbClr val="777777"/>
                </a:solidFill>
                <a:latin typeface="+mj-lt"/>
              </a:rPr>
              <a:t>(</a:t>
            </a:r>
            <a:r>
              <a:rPr lang="en-US" altLang="zh-CN" dirty="0">
                <a:solidFill>
                  <a:srgbClr val="7A3E9D"/>
                </a:solidFill>
                <a:latin typeface="+mj-lt"/>
              </a:rPr>
              <a:t>x</a:t>
            </a:r>
            <a:r>
              <a:rPr lang="en-US" altLang="zh-CN" dirty="0">
                <a:solidFill>
                  <a:srgbClr val="777777"/>
                </a:solidFill>
                <a:latin typeface="+mj-lt"/>
              </a:rPr>
              <a:t>[</a:t>
            </a:r>
            <a:r>
              <a:rPr lang="en-US" altLang="zh-CN" dirty="0">
                <a:solidFill>
                  <a:srgbClr val="7A3E9D"/>
                </a:solidFill>
                <a:latin typeface="+mj-lt"/>
              </a:rPr>
              <a:t>n</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reverse</a:t>
            </a:r>
            <a:r>
              <a:rPr lang="en-US" altLang="zh-CN" dirty="0">
                <a:solidFill>
                  <a:srgbClr val="777777"/>
                </a:solidFill>
                <a:latin typeface="+mj-lt"/>
              </a:rPr>
              <a:t>=</a:t>
            </a:r>
            <a:r>
              <a:rPr lang="en-US" altLang="zh-CN" dirty="0">
                <a:solidFill>
                  <a:srgbClr val="9C5D27"/>
                </a:solidFill>
                <a:latin typeface="+mj-lt"/>
              </a:rPr>
              <a:t>True</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转整数作排序依据，降序</a:t>
            </a:r>
            <a:endParaRPr lang="zh-CN" altLang="en-US" dirty="0">
              <a:solidFill>
                <a:srgbClr val="333333"/>
              </a:solidFill>
              <a:latin typeface="+mj-lt"/>
            </a:endParaRPr>
          </a:p>
          <a:p>
            <a:r>
              <a:rPr lang="zh-CN" altLang="en-US" dirty="0">
                <a:solidFill>
                  <a:srgbClr val="333333"/>
                </a:solidFill>
                <a:latin typeface="+mj-lt"/>
              </a:rPr>
              <a:t>    </a:t>
            </a:r>
            <a:r>
              <a:rPr lang="en-US" altLang="zh-CN" dirty="0" err="1">
                <a:solidFill>
                  <a:srgbClr val="7A3E9D"/>
                </a:solidFill>
                <a:latin typeface="+mj-lt"/>
              </a:rPr>
              <a:t>score_sort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err="1">
                <a:solidFill>
                  <a:srgbClr val="7A3E9D"/>
                </a:solidFill>
                <a:latin typeface="+mj-lt"/>
              </a:rPr>
              <a:t>title_ls</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err="1">
                <a:solidFill>
                  <a:srgbClr val="7A3E9D"/>
                </a:solidFill>
                <a:latin typeface="+mj-lt"/>
              </a:rPr>
              <a:t>score_ls</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与标题数据拼接</a:t>
            </a:r>
            <a:endParaRPr lang="zh-CN" altLang="en-US" dirty="0">
              <a:solidFill>
                <a:srgbClr val="333333"/>
              </a:solidFill>
              <a:latin typeface="+mj-lt"/>
            </a:endParaRPr>
          </a:p>
          <a:p>
            <a:r>
              <a:rPr lang="zh-CN" altLang="en-US" dirty="0">
                <a:solidFill>
                  <a:srgbClr val="333333"/>
                </a:solidFill>
                <a:latin typeface="+mj-lt"/>
              </a:rPr>
              <a:t>    </a:t>
            </a:r>
            <a:r>
              <a:rPr lang="en-US" altLang="zh-CN" dirty="0">
                <a:solidFill>
                  <a:srgbClr val="4B69C6"/>
                </a:solidFill>
                <a:latin typeface="+mj-lt"/>
              </a:rPr>
              <a:t>return</a:t>
            </a:r>
            <a:r>
              <a:rPr lang="en-US" altLang="zh-CN" dirty="0">
                <a:solidFill>
                  <a:srgbClr val="333333"/>
                </a:solidFill>
                <a:latin typeface="+mj-lt"/>
              </a:rPr>
              <a:t> </a:t>
            </a:r>
            <a:r>
              <a:rPr lang="en-US" altLang="zh-CN" dirty="0" err="1">
                <a:solidFill>
                  <a:srgbClr val="7A3E9D"/>
                </a:solidFill>
                <a:latin typeface="+mj-lt"/>
              </a:rPr>
              <a:t>score_sort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返回排序后的列表</a:t>
            </a:r>
            <a:endParaRPr lang="zh-CN" altLang="en-US" dirty="0">
              <a:solidFill>
                <a:srgbClr val="333333"/>
              </a:solidFill>
              <a:latin typeface="+mj-lt"/>
            </a:endParaRPr>
          </a:p>
        </p:txBody>
      </p:sp>
      <p:sp>
        <p:nvSpPr>
          <p:cNvPr id="3" name="内容占位符 1"/>
          <p:cNvSpPr txBox="1"/>
          <p:nvPr/>
        </p:nvSpPr>
        <p:spPr>
          <a:xfrm>
            <a:off x="688044" y="949777"/>
            <a:ext cx="10815912" cy="584775"/>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25000"/>
              </a:lnSpc>
              <a:buClr>
                <a:sysClr val="windowText" lastClr="000000"/>
              </a:buClr>
            </a:pPr>
            <a:r>
              <a:rPr lang="zh-CN" altLang="en-US" sz="2400" dirty="0">
                <a:solidFill>
                  <a:sysClr val="windowText" lastClr="000000"/>
                </a:solidFill>
                <a:latin typeface="微软雅黑" panose="020B0503020204020204" pitchFamily="34" charset="-122"/>
                <a:ea typeface="微软雅黑" panose="020B0503020204020204" pitchFamily="34" charset="-122"/>
              </a:rPr>
              <a:t>根据总分排序的关键语句是：</a:t>
            </a:r>
            <a:endParaRPr lang="zh-CN" altLang="en-US" sz="2400" dirty="0">
              <a:solidFill>
                <a:sysClr val="windowText" lastClr="000000"/>
              </a:solidFill>
              <a:latin typeface="微软雅黑" panose="020B0503020204020204" pitchFamily="34" charset="-122"/>
              <a:ea typeface="微软雅黑" panose="020B0503020204020204" pitchFamily="34" charset="-122"/>
            </a:endParaRPr>
          </a:p>
        </p:txBody>
      </p:sp>
      <p:sp>
        <p:nvSpPr>
          <p:cNvPr id="6" name="内容占位符 1"/>
          <p:cNvSpPr txBox="1"/>
          <p:nvPr/>
        </p:nvSpPr>
        <p:spPr>
          <a:xfrm>
            <a:off x="688043" y="2438400"/>
            <a:ext cx="10815912" cy="1006067"/>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25000"/>
              </a:lnSpc>
              <a:buClr>
                <a:sysClr val="windowText" lastClr="000000"/>
              </a:buClr>
            </a:pPr>
            <a:r>
              <a:rPr lang="zh-CN" altLang="en-US" sz="2400" dirty="0">
                <a:solidFill>
                  <a:sysClr val="windowText" lastClr="000000"/>
                </a:solidFill>
                <a:latin typeface="微软雅黑" panose="020B0503020204020204" pitchFamily="34" charset="-122"/>
                <a:ea typeface="微软雅黑" panose="020B0503020204020204" pitchFamily="34" charset="-122"/>
              </a:rPr>
              <a:t>考虑到标题行不能参与排序，需先切片将其去除，对剩余部分进行排序。可以定义为函数，将排序依据序号作为参数，使程序易于修改和重用。</a:t>
            </a:r>
            <a:endParaRPr lang="zh-CN" altLang="en-US" sz="2400" dirty="0">
              <a:solidFill>
                <a:sysClr val="windowText" lastClr="000000"/>
              </a:solidFill>
              <a:latin typeface="微软雅黑" panose="020B0503020204020204" pitchFamily="34" charset="-122"/>
              <a:ea typeface="微软雅黑" panose="020B0503020204020204" pitchFamily="34" charset="-122"/>
            </a:endParaRPr>
          </a:p>
        </p:txBody>
      </p:sp>
      <p:sp>
        <p:nvSpPr>
          <p:cNvPr id="8" name="内容占位符 5"/>
          <p:cNvSpPr txBox="1"/>
          <p:nvPr/>
        </p:nvSpPr>
        <p:spPr>
          <a:xfrm>
            <a:off x="780061" y="1578643"/>
            <a:ext cx="10631877" cy="676121"/>
          </a:xfrm>
          <a:prstGeom prst="roundRect">
            <a:avLst>
              <a:gd name="adj" fmla="val 14589"/>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dirty="0" err="1">
                <a:solidFill>
                  <a:srgbClr val="7A3E9D"/>
                </a:solidFill>
                <a:latin typeface="+mj-lt"/>
              </a:rPr>
              <a:t>score_ls</a:t>
            </a:r>
            <a:r>
              <a:rPr lang="en-US" altLang="zh-CN" dirty="0" err="1">
                <a:solidFill>
                  <a:srgbClr val="777777"/>
                </a:solidFill>
                <a:latin typeface="+mj-lt"/>
              </a:rPr>
              <a:t>.</a:t>
            </a:r>
            <a:r>
              <a:rPr lang="en-US" altLang="zh-CN" b="1" dirty="0" err="1">
                <a:solidFill>
                  <a:srgbClr val="AA3731"/>
                </a:solidFill>
                <a:latin typeface="+mj-lt"/>
              </a:rPr>
              <a:t>sort</a:t>
            </a:r>
            <a:r>
              <a:rPr lang="en-US" altLang="zh-CN" dirty="0">
                <a:solidFill>
                  <a:srgbClr val="777777"/>
                </a:solidFill>
                <a:latin typeface="+mj-lt"/>
              </a:rPr>
              <a:t>(</a:t>
            </a:r>
            <a:r>
              <a:rPr lang="en-US" altLang="zh-CN" dirty="0">
                <a:solidFill>
                  <a:srgbClr val="7A3E9D"/>
                </a:solidFill>
                <a:latin typeface="+mj-lt"/>
              </a:rPr>
              <a:t>key</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lambda</a:t>
            </a:r>
            <a:r>
              <a:rPr lang="en-US" altLang="zh-CN" dirty="0">
                <a:solidFill>
                  <a:srgbClr val="333333"/>
                </a:solidFill>
                <a:latin typeface="+mj-lt"/>
              </a:rPr>
              <a:t> </a:t>
            </a:r>
            <a:r>
              <a:rPr lang="en-US" altLang="zh-CN" dirty="0">
                <a:solidFill>
                  <a:srgbClr val="7A3E9D"/>
                </a:solidFill>
                <a:latin typeface="+mj-lt"/>
              </a:rPr>
              <a:t>x</a:t>
            </a:r>
            <a:r>
              <a:rPr lang="en-US" altLang="zh-CN" dirty="0">
                <a:solidFill>
                  <a:srgbClr val="777777"/>
                </a:solidFill>
                <a:latin typeface="+mj-lt"/>
              </a:rPr>
              <a:t>:</a:t>
            </a:r>
            <a:r>
              <a:rPr lang="en-US" altLang="zh-CN" b="1" dirty="0">
                <a:solidFill>
                  <a:srgbClr val="7A3E9D"/>
                </a:solidFill>
                <a:latin typeface="+mj-lt"/>
              </a:rPr>
              <a:t>int</a:t>
            </a:r>
            <a:r>
              <a:rPr lang="en-US" altLang="zh-CN" dirty="0">
                <a:solidFill>
                  <a:srgbClr val="777777"/>
                </a:solidFill>
                <a:latin typeface="+mj-lt"/>
              </a:rPr>
              <a:t>(</a:t>
            </a:r>
            <a:r>
              <a:rPr lang="en-US" altLang="zh-CN" dirty="0">
                <a:solidFill>
                  <a:srgbClr val="7A3E9D"/>
                </a:solidFill>
                <a:latin typeface="+mj-lt"/>
              </a:rPr>
              <a:t>x</a:t>
            </a:r>
            <a:r>
              <a:rPr lang="en-US" altLang="zh-CN" dirty="0">
                <a:solidFill>
                  <a:srgbClr val="777777"/>
                </a:solidFill>
                <a:latin typeface="+mj-lt"/>
              </a:rPr>
              <a:t>[</a:t>
            </a:r>
            <a:r>
              <a:rPr lang="en-US" altLang="zh-CN" dirty="0">
                <a:solidFill>
                  <a:srgbClr val="7A3E9D"/>
                </a:solidFill>
                <a:latin typeface="+mj-lt"/>
              </a:rPr>
              <a:t>n</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reverse</a:t>
            </a:r>
            <a:r>
              <a:rPr lang="en-US" altLang="zh-CN" dirty="0">
                <a:solidFill>
                  <a:srgbClr val="777777"/>
                </a:solidFill>
                <a:latin typeface="+mj-lt"/>
              </a:rPr>
              <a:t>=</a:t>
            </a:r>
            <a:r>
              <a:rPr lang="en-US" altLang="zh-CN" dirty="0">
                <a:solidFill>
                  <a:srgbClr val="9C5D27"/>
                </a:solidFill>
                <a:latin typeface="+mj-lt"/>
              </a:rPr>
              <a:t>True</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a:t>
            </a:r>
            <a:r>
              <a:rPr lang="zh-CN" altLang="en-US" dirty="0">
                <a:solidFill>
                  <a:srgbClr val="AAAAAA"/>
                </a:solidFill>
                <a:latin typeface="+mj-lt"/>
              </a:rPr>
              <a:t> </a:t>
            </a:r>
            <a:r>
              <a:rPr lang="en-US" altLang="zh-CN" dirty="0">
                <a:solidFill>
                  <a:srgbClr val="AAAAAA"/>
                </a:solidFill>
                <a:latin typeface="+mj-lt"/>
              </a:rPr>
              <a:t>n </a:t>
            </a:r>
            <a:r>
              <a:rPr lang="zh-CN" altLang="en-US" dirty="0">
                <a:solidFill>
                  <a:srgbClr val="AAAAAA"/>
                </a:solidFill>
                <a:latin typeface="+mj-lt"/>
              </a:rPr>
              <a:t>为总分序号，总分转整数降序</a:t>
            </a:r>
            <a:endParaRPr lang="zh-CN" altLang="en-US" dirty="0">
              <a:solidFill>
                <a:srgbClr val="333333"/>
              </a:solidFill>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2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7.3 </a:t>
            </a:r>
            <a:r>
              <a:rPr lang="zh-CN" altLang="en-US" dirty="0"/>
              <a:t>读文件统计成绩</a:t>
            </a:r>
            <a:endParaRPr lang="zh-CN" altLang="en-US" dirty="0"/>
          </a:p>
        </p:txBody>
      </p:sp>
      <p:sp>
        <p:nvSpPr>
          <p:cNvPr id="7" name="内容占位符 6"/>
          <p:cNvSpPr>
            <a:spLocks noGrp="1"/>
          </p:cNvSpPr>
          <p:nvPr>
            <p:ph sz="quarter" idx="14"/>
          </p:nvPr>
        </p:nvSpPr>
        <p:spPr/>
        <p:txBody>
          <a:bodyPr/>
          <a:lstStyle/>
          <a:p>
            <a:r>
              <a:rPr lang="zh-CN" altLang="en-US" dirty="0"/>
              <a:t>实例 </a:t>
            </a:r>
            <a:endParaRPr lang="zh-CN" altLang="en-US" dirty="0"/>
          </a:p>
        </p:txBody>
      </p:sp>
      <p:sp>
        <p:nvSpPr>
          <p:cNvPr id="3" name="内容占位符 1"/>
          <p:cNvSpPr txBox="1"/>
          <p:nvPr/>
        </p:nvSpPr>
        <p:spPr>
          <a:xfrm>
            <a:off x="688043" y="1004302"/>
            <a:ext cx="10815912" cy="4393607"/>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457200" marR="0" lvl="0" indent="-457200" algn="l" defTabSz="914400" rtl="0" eaLnBrk="1" fontAlgn="auto" latinLnBrk="0" hangingPunct="1">
              <a:lnSpc>
                <a:spcPct val="150000"/>
              </a:lnSpc>
              <a:spcBef>
                <a:spcPts val="0"/>
              </a:spcBef>
              <a:spcAft>
                <a:spcPts val="0"/>
              </a:spcAft>
              <a:buClrTx/>
              <a:buSzTx/>
              <a:buFont typeface="+mj-lt"/>
              <a:buAutoNum type="arabicPeriod" startAt="4"/>
              <a:defRPr/>
            </a:pPr>
            <a:r>
              <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将排序后的结果写入到新文件 “</a:t>
            </a:r>
            <a:r>
              <a:rPr kumimoji="0" lang="en-US" altLang="zh-CN"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score_total.csv” </a:t>
            </a:r>
            <a:r>
              <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中</a:t>
            </a:r>
            <a:endPar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150000"/>
              </a:lnSpc>
              <a:spcBef>
                <a:spcPts val="0"/>
              </a:spcBef>
              <a:spcAft>
                <a:spcPts val="0"/>
              </a:spcAft>
              <a:buClrTx/>
              <a:buSzTx/>
              <a:buFont typeface="Arial" panose="020B0604020202090204" pitchFamily="34" charset="0"/>
              <a:buChar char="•"/>
              <a:defRPr/>
            </a:pP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在将处理好的数据写回文件时，要注意创建文件对象模式要有</a:t>
            </a:r>
            <a:r>
              <a:rPr kumimoji="0" lang="zh-CN" altLang="en-US" sz="24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写权限</a:t>
            </a: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150000"/>
              </a:lnSpc>
              <a:spcBef>
                <a:spcPts val="0"/>
              </a:spcBef>
              <a:spcAft>
                <a:spcPts val="0"/>
              </a:spcAft>
              <a:buClrTx/>
              <a:buSzTx/>
              <a:buFont typeface="Arial" panose="020B0604020202090204" pitchFamily="34" charset="0"/>
              <a:buChar char="•"/>
              <a:defRPr/>
            </a:pP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用 </a:t>
            </a:r>
            <a:r>
              <a:rPr kumimoji="0" lang="en-US" altLang="zh-CN" sz="24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write() </a:t>
            </a: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写回数据时，原 </a:t>
            </a:r>
            <a:r>
              <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CSV </a:t>
            </a: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文件中的</a:t>
            </a:r>
            <a:r>
              <a:rPr kumimoji="0" lang="zh-CN" altLang="en-US" sz="24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分隔符</a:t>
            </a: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（逗号）需要重新加进去。</a:t>
            </a:r>
            <a:endPar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150000"/>
              </a:lnSpc>
              <a:spcBef>
                <a:spcPts val="0"/>
              </a:spcBef>
              <a:spcAft>
                <a:spcPts val="0"/>
              </a:spcAft>
              <a:buClrTx/>
              <a:buSzTx/>
              <a:buFont typeface="Arial" panose="020B0604020202090204" pitchFamily="34" charset="0"/>
              <a:buChar char="•"/>
              <a:defRPr/>
            </a:pP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用 </a:t>
            </a:r>
            <a:r>
              <a:rPr kumimoji="0" lang="en-US" altLang="zh-CN" sz="24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join() </a:t>
            </a: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函数，括号中以序列为参数，指定用</a:t>
            </a:r>
            <a:r>
              <a:rPr kumimoji="0" lang="zh-CN" altLang="en-US" sz="24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半角逗号“</a:t>
            </a:r>
            <a:r>
              <a:rPr kumimoji="0" lang="en-US" altLang="zh-CN" sz="24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a:t>
            </a:r>
            <a:r>
              <a:rPr kumimoji="0" lang="zh-CN" altLang="en-US" sz="24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作为连接符</a:t>
            </a: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，将序列中的各元素用逗号连接起来。</a:t>
            </a:r>
            <a:endPar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150000"/>
              </a:lnSpc>
              <a:spcBef>
                <a:spcPts val="0"/>
              </a:spcBef>
              <a:spcAft>
                <a:spcPts val="0"/>
              </a:spcAft>
              <a:buClrTx/>
              <a:buSzTx/>
              <a:buFont typeface="Arial" panose="020B0604020202090204" pitchFamily="34" charset="0"/>
              <a:buChar char="•"/>
              <a:defRPr/>
            </a:pP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行末的</a:t>
            </a:r>
            <a:r>
              <a:rPr kumimoji="0" lang="zh-CN" altLang="en-US" sz="24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换行符</a:t>
            </a: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也需要重新加入，以免所有数据写到一行中，换行符的添加可用</a:t>
            </a:r>
            <a:r>
              <a:rPr kumimoji="0" lang="zh-CN" altLang="en-US" sz="24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字符串连接</a:t>
            </a: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的方式，用“</a:t>
            </a:r>
            <a:r>
              <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将“</a:t>
            </a:r>
            <a:r>
              <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\n”</a:t>
            </a: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与列表中的元素连接起来。</a:t>
            </a:r>
            <a:endPar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7.3 </a:t>
            </a:r>
            <a:r>
              <a:rPr lang="zh-CN" altLang="en-US" dirty="0"/>
              <a:t>读文件统计成绩</a:t>
            </a:r>
            <a:endParaRPr lang="zh-CN" altLang="en-US" dirty="0"/>
          </a:p>
        </p:txBody>
      </p:sp>
      <p:sp>
        <p:nvSpPr>
          <p:cNvPr id="7" name="内容占位符 6"/>
          <p:cNvSpPr>
            <a:spLocks noGrp="1"/>
          </p:cNvSpPr>
          <p:nvPr>
            <p:ph sz="quarter" idx="14"/>
          </p:nvPr>
        </p:nvSpPr>
        <p:spPr/>
        <p:txBody>
          <a:bodyPr/>
          <a:lstStyle/>
          <a:p>
            <a:r>
              <a:rPr lang="zh-CN" altLang="en-US" dirty="0"/>
              <a:t>实例 </a:t>
            </a:r>
            <a:endParaRPr lang="zh-CN" altLang="en-US" dirty="0"/>
          </a:p>
        </p:txBody>
      </p:sp>
      <p:sp>
        <p:nvSpPr>
          <p:cNvPr id="2" name="内容占位符 5"/>
          <p:cNvSpPr txBox="1"/>
          <p:nvPr/>
        </p:nvSpPr>
        <p:spPr>
          <a:xfrm>
            <a:off x="780061" y="1997402"/>
            <a:ext cx="10631877" cy="2863196"/>
          </a:xfrm>
          <a:prstGeom prst="roundRect">
            <a:avLst>
              <a:gd name="adj" fmla="val 14589"/>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dirty="0">
                <a:solidFill>
                  <a:srgbClr val="7A3E9D"/>
                </a:solidFill>
                <a:latin typeface="+mj-lt"/>
              </a:rPr>
              <a:t>def</a:t>
            </a:r>
            <a:r>
              <a:rPr lang="en-US" altLang="zh-CN" dirty="0">
                <a:solidFill>
                  <a:srgbClr val="333333"/>
                </a:solidFill>
                <a:latin typeface="+mj-lt"/>
              </a:rPr>
              <a:t> </a:t>
            </a:r>
            <a:r>
              <a:rPr lang="en-US" altLang="zh-CN" b="1" dirty="0" err="1">
                <a:solidFill>
                  <a:srgbClr val="AA3731"/>
                </a:solidFill>
                <a:latin typeface="+mj-lt"/>
              </a:rPr>
              <a:t>write_file</a:t>
            </a:r>
            <a:r>
              <a:rPr lang="en-US" altLang="zh-CN" dirty="0">
                <a:solidFill>
                  <a:srgbClr val="777777"/>
                </a:solidFill>
                <a:latin typeface="+mj-lt"/>
              </a:rPr>
              <a:t>(</a:t>
            </a:r>
            <a:r>
              <a:rPr lang="en-US" altLang="zh-CN" dirty="0" err="1">
                <a:solidFill>
                  <a:srgbClr val="7A3E9D"/>
                </a:solidFill>
                <a:latin typeface="+mj-lt"/>
              </a:rPr>
              <a:t>score_sort</a:t>
            </a:r>
            <a:r>
              <a:rPr lang="en-US" altLang="zh-CN" dirty="0">
                <a:solidFill>
                  <a:srgbClr val="777777"/>
                </a:solidFill>
                <a:latin typeface="+mj-lt"/>
              </a:rPr>
              <a:t>,</a:t>
            </a:r>
            <a:r>
              <a:rPr lang="en-US" altLang="zh-CN" dirty="0">
                <a:solidFill>
                  <a:srgbClr val="333333"/>
                </a:solidFill>
                <a:latin typeface="+mj-lt"/>
              </a:rPr>
              <a:t> </a:t>
            </a:r>
            <a:r>
              <a:rPr lang="en-US" altLang="zh-CN" dirty="0" err="1">
                <a:solidFill>
                  <a:srgbClr val="7A3E9D"/>
                </a:solidFill>
                <a:latin typeface="+mj-lt"/>
              </a:rPr>
              <a:t>new_file</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将列表写入新文件</a:t>
            </a:r>
            <a:endParaRPr lang="zh-CN" altLang="en-US" dirty="0">
              <a:solidFill>
                <a:srgbClr val="333333"/>
              </a:solidFill>
              <a:latin typeface="+mj-lt"/>
            </a:endParaRPr>
          </a:p>
          <a:p>
            <a:r>
              <a:rPr lang="zh-CN" altLang="en-US" dirty="0">
                <a:solidFill>
                  <a:srgbClr val="333333"/>
                </a:solidFill>
                <a:latin typeface="+mj-lt"/>
              </a:rPr>
              <a:t>    </a:t>
            </a:r>
            <a:r>
              <a:rPr lang="en-US" altLang="zh-CN" dirty="0">
                <a:solidFill>
                  <a:srgbClr val="4B69C6"/>
                </a:solidFill>
                <a:latin typeface="+mj-lt"/>
              </a:rPr>
              <a:t>with</a:t>
            </a:r>
            <a:r>
              <a:rPr lang="en-US" altLang="zh-CN" dirty="0">
                <a:solidFill>
                  <a:srgbClr val="333333"/>
                </a:solidFill>
                <a:latin typeface="+mj-lt"/>
              </a:rPr>
              <a:t> </a:t>
            </a:r>
            <a:r>
              <a:rPr lang="en-US" altLang="zh-CN" b="1" dirty="0">
                <a:solidFill>
                  <a:srgbClr val="AA3731"/>
                </a:solidFill>
                <a:latin typeface="+mj-lt"/>
              </a:rPr>
              <a:t>open</a:t>
            </a:r>
            <a:r>
              <a:rPr lang="en-US" altLang="zh-CN" dirty="0">
                <a:solidFill>
                  <a:srgbClr val="777777"/>
                </a:solidFill>
                <a:latin typeface="+mj-lt"/>
              </a:rPr>
              <a:t>(</a:t>
            </a:r>
            <a:r>
              <a:rPr lang="en-US" altLang="zh-CN" dirty="0" err="1">
                <a:solidFill>
                  <a:srgbClr val="7A3E9D"/>
                </a:solidFill>
                <a:latin typeface="+mj-lt"/>
              </a:rPr>
              <a:t>new_file</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448C27"/>
                </a:solidFill>
                <a:latin typeface="+mj-lt"/>
              </a:rPr>
              <a:t>w</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encoding</a:t>
            </a:r>
            <a:r>
              <a:rPr lang="en-US" altLang="zh-CN" dirty="0">
                <a:solidFill>
                  <a:srgbClr val="777777"/>
                </a:solidFill>
                <a:latin typeface="+mj-lt"/>
              </a:rPr>
              <a:t>='</a:t>
            </a:r>
            <a:r>
              <a:rPr lang="en-US" altLang="zh-CN" dirty="0">
                <a:solidFill>
                  <a:srgbClr val="448C27"/>
                </a:solidFill>
                <a:latin typeface="+mj-lt"/>
              </a:rPr>
              <a:t>utf-8</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4B69C6"/>
                </a:solidFill>
                <a:latin typeface="+mj-lt"/>
              </a:rPr>
              <a:t>as</a:t>
            </a:r>
            <a:r>
              <a:rPr lang="en-US" altLang="zh-CN" dirty="0">
                <a:solidFill>
                  <a:srgbClr val="333333"/>
                </a:solidFill>
                <a:latin typeface="+mj-lt"/>
              </a:rPr>
              <a:t> </a:t>
            </a:r>
            <a:r>
              <a:rPr lang="en-US" altLang="zh-CN" dirty="0" err="1">
                <a:solidFill>
                  <a:srgbClr val="7A3E9D"/>
                </a:solidFill>
                <a:latin typeface="+mj-lt"/>
              </a:rPr>
              <a:t>fw</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'w' </a:t>
            </a:r>
            <a:r>
              <a:rPr lang="zh-CN" altLang="en-US" dirty="0">
                <a:solidFill>
                  <a:srgbClr val="AAAAAA"/>
                </a:solidFill>
                <a:latin typeface="+mj-lt"/>
              </a:rPr>
              <a:t>写权限</a:t>
            </a:r>
            <a:endParaRPr lang="zh-CN" altLang="en-US" dirty="0">
              <a:solidFill>
                <a:srgbClr val="333333"/>
              </a:solidFill>
              <a:latin typeface="+mj-lt"/>
            </a:endParaRPr>
          </a:p>
          <a:p>
            <a:r>
              <a:rPr lang="zh-CN" altLang="en-US" dirty="0">
                <a:solidFill>
                  <a:srgbClr val="333333"/>
                </a:solidFill>
                <a:latin typeface="+mj-lt"/>
              </a:rPr>
              <a:t>        </a:t>
            </a:r>
            <a:r>
              <a:rPr lang="en-US" altLang="zh-CN" dirty="0">
                <a:solidFill>
                  <a:srgbClr val="4B69C6"/>
                </a:solidFill>
                <a:latin typeface="+mj-lt"/>
              </a:rPr>
              <a:t>for</a:t>
            </a:r>
            <a:r>
              <a:rPr lang="en-US" altLang="zh-CN" dirty="0">
                <a:solidFill>
                  <a:srgbClr val="333333"/>
                </a:solidFill>
                <a:latin typeface="+mj-lt"/>
              </a:rPr>
              <a:t> </a:t>
            </a:r>
            <a:r>
              <a:rPr lang="en-US" altLang="zh-CN" dirty="0">
                <a:solidFill>
                  <a:srgbClr val="7A3E9D"/>
                </a:solidFill>
                <a:latin typeface="+mj-lt"/>
              </a:rPr>
              <a:t>x</a:t>
            </a:r>
            <a:r>
              <a:rPr lang="en-US" altLang="zh-CN" dirty="0">
                <a:solidFill>
                  <a:srgbClr val="333333"/>
                </a:solidFill>
                <a:latin typeface="+mj-lt"/>
              </a:rPr>
              <a:t> </a:t>
            </a:r>
            <a:r>
              <a:rPr lang="en-US" altLang="zh-CN" dirty="0">
                <a:solidFill>
                  <a:srgbClr val="4B69C6"/>
                </a:solidFill>
                <a:latin typeface="+mj-lt"/>
              </a:rPr>
              <a:t>in</a:t>
            </a:r>
            <a:r>
              <a:rPr lang="en-US" altLang="zh-CN" dirty="0">
                <a:solidFill>
                  <a:srgbClr val="333333"/>
                </a:solidFill>
                <a:latin typeface="+mj-lt"/>
              </a:rPr>
              <a:t> </a:t>
            </a:r>
            <a:r>
              <a:rPr lang="en-US" altLang="zh-CN" dirty="0" err="1">
                <a:solidFill>
                  <a:srgbClr val="7A3E9D"/>
                </a:solidFill>
                <a:latin typeface="+mj-lt"/>
              </a:rPr>
              <a:t>score_sort</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遍历列表，</a:t>
            </a:r>
            <a:r>
              <a:rPr lang="en-US" altLang="zh-CN" dirty="0">
                <a:solidFill>
                  <a:srgbClr val="AAAAAA"/>
                </a:solidFill>
                <a:latin typeface="+mj-lt"/>
              </a:rPr>
              <a:t>x </a:t>
            </a:r>
            <a:r>
              <a:rPr lang="zh-CN" altLang="en-US" dirty="0">
                <a:solidFill>
                  <a:srgbClr val="AAAAAA"/>
                </a:solidFill>
                <a:latin typeface="+mj-lt"/>
              </a:rPr>
              <a:t>为子列表</a:t>
            </a:r>
            <a:endParaRPr lang="zh-CN" altLang="en-US" dirty="0">
              <a:solidFill>
                <a:srgbClr val="333333"/>
              </a:solidFill>
              <a:latin typeface="+mj-lt"/>
            </a:endParaRPr>
          </a:p>
          <a:p>
            <a:r>
              <a:rPr lang="zh-CN" altLang="en-US" dirty="0">
                <a:solidFill>
                  <a:srgbClr val="333333"/>
                </a:solidFill>
                <a:latin typeface="+mj-lt"/>
              </a:rPr>
              <a:t>            </a:t>
            </a:r>
            <a:r>
              <a:rPr lang="en-US" altLang="zh-CN" dirty="0" err="1">
                <a:solidFill>
                  <a:srgbClr val="7A3E9D"/>
                </a:solidFill>
                <a:latin typeface="+mj-lt"/>
              </a:rPr>
              <a:t>fw</a:t>
            </a:r>
            <a:r>
              <a:rPr lang="en-US" altLang="zh-CN" dirty="0" err="1">
                <a:solidFill>
                  <a:srgbClr val="777777"/>
                </a:solidFill>
                <a:latin typeface="+mj-lt"/>
              </a:rPr>
              <a:t>.</a:t>
            </a:r>
            <a:r>
              <a:rPr lang="en-US" altLang="zh-CN" b="1" dirty="0" err="1">
                <a:solidFill>
                  <a:srgbClr val="AA3731"/>
                </a:solidFill>
                <a:latin typeface="+mj-lt"/>
              </a:rPr>
              <a:t>write</a:t>
            </a:r>
            <a:r>
              <a:rPr lang="en-US" altLang="zh-CN" dirty="0">
                <a:solidFill>
                  <a:srgbClr val="777777"/>
                </a:solidFill>
                <a:latin typeface="+mj-lt"/>
              </a:rPr>
              <a:t>('</a:t>
            </a:r>
            <a:r>
              <a:rPr lang="en-US" altLang="zh-CN" dirty="0">
                <a:solidFill>
                  <a:srgbClr val="448C27"/>
                </a:solidFill>
                <a:latin typeface="+mj-lt"/>
              </a:rPr>
              <a:t>,</a:t>
            </a:r>
            <a:r>
              <a:rPr lang="en-US" altLang="zh-CN" dirty="0">
                <a:solidFill>
                  <a:srgbClr val="777777"/>
                </a:solidFill>
                <a:latin typeface="+mj-lt"/>
              </a:rPr>
              <a:t>'.</a:t>
            </a:r>
            <a:r>
              <a:rPr lang="en-US" altLang="zh-CN" b="1" dirty="0">
                <a:solidFill>
                  <a:srgbClr val="AA3731"/>
                </a:solidFill>
                <a:latin typeface="+mj-lt"/>
              </a:rPr>
              <a:t>join</a:t>
            </a:r>
            <a:r>
              <a:rPr lang="en-US" altLang="zh-CN" dirty="0">
                <a:solidFill>
                  <a:srgbClr val="777777"/>
                </a:solidFill>
                <a:latin typeface="+mj-lt"/>
              </a:rPr>
              <a:t>(</a:t>
            </a:r>
            <a:r>
              <a:rPr lang="en-US" altLang="zh-CN" dirty="0">
                <a:solidFill>
                  <a:srgbClr val="7A3E9D"/>
                </a:solidFill>
                <a:latin typeface="+mj-lt"/>
              </a:rPr>
              <a:t>x</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'\n')</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拼接为字符串加 </a:t>
            </a:r>
            <a:r>
              <a:rPr lang="en-US" altLang="zh-CN" dirty="0">
                <a:solidFill>
                  <a:srgbClr val="AAAAAA"/>
                </a:solidFill>
                <a:latin typeface="+mj-lt"/>
              </a:rPr>
              <a:t>\n </a:t>
            </a:r>
            <a:endParaRPr lang="en-US" altLang="zh-CN" dirty="0">
              <a:solidFill>
                <a:srgbClr val="333333"/>
              </a:solidFill>
              <a:latin typeface="+mj-lt"/>
            </a:endParaRPr>
          </a:p>
          <a:p>
            <a:r>
              <a:rPr lang="en-US" altLang="zh-CN" dirty="0">
                <a:solidFill>
                  <a:srgbClr val="333333"/>
                </a:solidFill>
                <a:latin typeface="+mj-lt"/>
              </a:rPr>
              <a:t>    </a:t>
            </a:r>
            <a:r>
              <a:rPr lang="en-US" altLang="zh-CN" b="1" dirty="0">
                <a:solidFill>
                  <a:srgbClr val="AA3731"/>
                </a:solidFill>
                <a:latin typeface="+mj-lt"/>
              </a:rPr>
              <a:t>print</a:t>
            </a:r>
            <a:r>
              <a:rPr lang="en-US" altLang="zh-CN" dirty="0">
                <a:solidFill>
                  <a:srgbClr val="777777"/>
                </a:solidFill>
                <a:latin typeface="+mj-lt"/>
              </a:rPr>
              <a:t>('</a:t>
            </a:r>
            <a:r>
              <a:rPr lang="zh-CN" altLang="en-US" dirty="0">
                <a:solidFill>
                  <a:srgbClr val="448C27"/>
                </a:solidFill>
                <a:latin typeface="+mj-lt"/>
              </a:rPr>
              <a:t>文件写入完成</a:t>
            </a:r>
            <a:r>
              <a:rPr lang="en-US" altLang="zh-CN" dirty="0">
                <a:solidFill>
                  <a:srgbClr val="777777"/>
                </a:solidFill>
                <a:latin typeface="+mj-lt"/>
              </a:rPr>
              <a:t>')</a:t>
            </a:r>
            <a:r>
              <a:rPr lang="zh-CN" altLang="en-US" dirty="0">
                <a:solidFill>
                  <a:srgbClr val="333333"/>
                </a:solidFill>
                <a:latin typeface="+mj-lt"/>
              </a:rPr>
              <a:t>                               </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输出提示</a:t>
            </a:r>
            <a:endParaRPr lang="zh-CN" altLang="en-US" dirty="0">
              <a:solidFill>
                <a:srgbClr val="333333"/>
              </a:solidFill>
              <a:latin typeface="+mj-lt"/>
            </a:endParaRPr>
          </a:p>
        </p:txBody>
      </p:sp>
      <p:sp>
        <p:nvSpPr>
          <p:cNvPr id="4" name="内容占位符 1"/>
          <p:cNvSpPr txBox="1"/>
          <p:nvPr/>
        </p:nvSpPr>
        <p:spPr>
          <a:xfrm>
            <a:off x="688043" y="1004302"/>
            <a:ext cx="10815912" cy="696679"/>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457200" marR="0" lvl="0" indent="-457200" algn="l" defTabSz="914400" rtl="0" eaLnBrk="1" fontAlgn="auto" latinLnBrk="0" hangingPunct="1">
              <a:lnSpc>
                <a:spcPct val="150000"/>
              </a:lnSpc>
              <a:spcBef>
                <a:spcPts val="0"/>
              </a:spcBef>
              <a:spcAft>
                <a:spcPts val="0"/>
              </a:spcAft>
              <a:buClrTx/>
              <a:buSzTx/>
              <a:buFont typeface="+mj-lt"/>
              <a:buAutoNum type="arabicPeriod" startAt="4"/>
              <a:defRPr/>
            </a:pPr>
            <a:r>
              <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将排序后的结果写入到新文件 “</a:t>
            </a:r>
            <a:r>
              <a:rPr kumimoji="0" lang="en-US" altLang="zh-CN"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score_total.csv” </a:t>
            </a:r>
            <a:r>
              <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中</a:t>
            </a:r>
            <a:endPar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7.3 </a:t>
            </a:r>
            <a:r>
              <a:rPr lang="zh-CN" altLang="en-US" dirty="0"/>
              <a:t>读文件统计成绩</a:t>
            </a:r>
            <a:endParaRPr lang="zh-CN" altLang="en-US" dirty="0"/>
          </a:p>
        </p:txBody>
      </p:sp>
      <p:sp>
        <p:nvSpPr>
          <p:cNvPr id="7" name="内容占位符 6"/>
          <p:cNvSpPr>
            <a:spLocks noGrp="1"/>
          </p:cNvSpPr>
          <p:nvPr>
            <p:ph sz="quarter" idx="14"/>
          </p:nvPr>
        </p:nvSpPr>
        <p:spPr/>
        <p:txBody>
          <a:bodyPr/>
          <a:lstStyle/>
          <a:p>
            <a:r>
              <a:rPr lang="zh-CN" altLang="en-US" dirty="0"/>
              <a:t>实例 </a:t>
            </a:r>
            <a:endParaRPr lang="zh-CN" altLang="en-US" dirty="0"/>
          </a:p>
        </p:txBody>
      </p:sp>
      <p:sp>
        <p:nvSpPr>
          <p:cNvPr id="2" name="内容占位符 5"/>
          <p:cNvSpPr txBox="1"/>
          <p:nvPr/>
        </p:nvSpPr>
        <p:spPr>
          <a:xfrm>
            <a:off x="780061" y="2100544"/>
            <a:ext cx="10631877" cy="3766734"/>
          </a:xfrm>
          <a:prstGeom prst="roundRect">
            <a:avLst>
              <a:gd name="adj" fmla="val 14589"/>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dirty="0">
                <a:solidFill>
                  <a:srgbClr val="7A3E9D"/>
                </a:solidFill>
                <a:latin typeface="+mj-lt"/>
              </a:rPr>
              <a:t>def</a:t>
            </a:r>
            <a:r>
              <a:rPr lang="en-US" altLang="zh-CN" dirty="0">
                <a:solidFill>
                  <a:srgbClr val="333333"/>
                </a:solidFill>
                <a:latin typeface="+mj-lt"/>
              </a:rPr>
              <a:t> </a:t>
            </a:r>
            <a:r>
              <a:rPr lang="en-US" altLang="zh-CN" b="1" dirty="0" err="1">
                <a:solidFill>
                  <a:srgbClr val="AA3731"/>
                </a:solidFill>
                <a:latin typeface="+mj-lt"/>
              </a:rPr>
              <a:t>read_file</a:t>
            </a:r>
            <a:r>
              <a:rPr lang="en-US" altLang="zh-CN" dirty="0">
                <a:solidFill>
                  <a:srgbClr val="777777"/>
                </a:solidFill>
                <a:latin typeface="+mj-lt"/>
              </a:rPr>
              <a:t>(</a:t>
            </a:r>
            <a:r>
              <a:rPr lang="en-US" altLang="zh-CN" dirty="0">
                <a:solidFill>
                  <a:srgbClr val="7A3E9D"/>
                </a:solidFill>
                <a:latin typeface="+mj-lt"/>
              </a:rPr>
              <a:t>filename</a:t>
            </a:r>
            <a:r>
              <a:rPr lang="en-US" altLang="zh-CN" dirty="0">
                <a:solidFill>
                  <a:srgbClr val="777777"/>
                </a:solidFill>
                <a:latin typeface="+mj-lt"/>
              </a:rPr>
              <a:t>):</a:t>
            </a:r>
            <a:r>
              <a:rPr lang="en-US" altLang="zh-CN" dirty="0">
                <a:solidFill>
                  <a:srgbClr val="333333"/>
                </a:solidFill>
                <a:latin typeface="+mj-lt"/>
              </a:rPr>
              <a:t>                        </a:t>
            </a:r>
            <a:endParaRPr lang="en-US" altLang="zh-CN" dirty="0">
              <a:solidFill>
                <a:srgbClr val="333333"/>
              </a:solidFill>
              <a:latin typeface="+mj-lt"/>
            </a:endParaRPr>
          </a:p>
          <a:p>
            <a:r>
              <a:rPr lang="en-US" altLang="zh-CN" dirty="0">
                <a:solidFill>
                  <a:srgbClr val="333333"/>
                </a:solidFill>
                <a:latin typeface="+mj-lt"/>
              </a:rPr>
              <a:t>    </a:t>
            </a:r>
            <a:r>
              <a:rPr lang="en-US" altLang="zh-CN" dirty="0">
                <a:solidFill>
                  <a:srgbClr val="4B69C6"/>
                </a:solidFill>
                <a:latin typeface="+mj-lt"/>
              </a:rPr>
              <a:t>with</a:t>
            </a:r>
            <a:r>
              <a:rPr lang="en-US" altLang="zh-CN" dirty="0">
                <a:solidFill>
                  <a:srgbClr val="333333"/>
                </a:solidFill>
                <a:latin typeface="+mj-lt"/>
              </a:rPr>
              <a:t> </a:t>
            </a:r>
            <a:r>
              <a:rPr lang="en-US" altLang="zh-CN" b="1" dirty="0">
                <a:solidFill>
                  <a:srgbClr val="AA3731"/>
                </a:solidFill>
                <a:latin typeface="+mj-lt"/>
              </a:rPr>
              <a:t>open</a:t>
            </a:r>
            <a:r>
              <a:rPr lang="en-US" altLang="zh-CN" dirty="0">
                <a:solidFill>
                  <a:srgbClr val="777777"/>
                </a:solidFill>
                <a:latin typeface="+mj-lt"/>
              </a:rPr>
              <a:t>(</a:t>
            </a:r>
            <a:r>
              <a:rPr lang="en-US" altLang="zh-CN" dirty="0">
                <a:solidFill>
                  <a:srgbClr val="7A3E9D"/>
                </a:solidFill>
                <a:latin typeface="+mj-lt"/>
              </a:rPr>
              <a:t>filename</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448C27"/>
                </a:solidFill>
                <a:latin typeface="+mj-lt"/>
              </a:rPr>
              <a:t>r</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encoding</a:t>
            </a:r>
            <a:r>
              <a:rPr lang="en-US" altLang="zh-CN" dirty="0">
                <a:solidFill>
                  <a:srgbClr val="777777"/>
                </a:solidFill>
                <a:latin typeface="+mj-lt"/>
              </a:rPr>
              <a:t>='</a:t>
            </a:r>
            <a:r>
              <a:rPr lang="en-US" altLang="zh-CN" dirty="0">
                <a:solidFill>
                  <a:srgbClr val="448C27"/>
                </a:solidFill>
                <a:latin typeface="+mj-lt"/>
              </a:rPr>
              <a:t>utf-8</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4B69C6"/>
                </a:solidFill>
                <a:latin typeface="+mj-lt"/>
              </a:rPr>
              <a:t>as</a:t>
            </a:r>
            <a:r>
              <a:rPr lang="en-US" altLang="zh-CN" dirty="0">
                <a:solidFill>
                  <a:srgbClr val="333333"/>
                </a:solidFill>
                <a:latin typeface="+mj-lt"/>
              </a:rPr>
              <a:t> </a:t>
            </a:r>
            <a:r>
              <a:rPr lang="en-US" altLang="zh-CN" dirty="0" err="1">
                <a:solidFill>
                  <a:srgbClr val="7A3E9D"/>
                </a:solidFill>
                <a:latin typeface="+mj-lt"/>
              </a:rPr>
              <a:t>fr</a:t>
            </a:r>
            <a:r>
              <a:rPr lang="en-US" altLang="zh-CN" dirty="0">
                <a:solidFill>
                  <a:srgbClr val="777777"/>
                </a:solidFill>
                <a:latin typeface="+mj-lt"/>
              </a:rPr>
              <a:t>:</a:t>
            </a:r>
            <a:endParaRPr lang="en-US" altLang="zh-CN" dirty="0">
              <a:solidFill>
                <a:srgbClr val="333333"/>
              </a:solidFill>
              <a:latin typeface="+mj-lt"/>
            </a:endParaRPr>
          </a:p>
          <a:p>
            <a:r>
              <a:rPr lang="en-US" altLang="zh-CN" dirty="0">
                <a:solidFill>
                  <a:srgbClr val="333333"/>
                </a:solidFill>
                <a:latin typeface="+mj-lt"/>
              </a:rPr>
              <a:t>        </a:t>
            </a:r>
            <a:r>
              <a:rPr lang="en-US" altLang="zh-CN" dirty="0">
                <a:solidFill>
                  <a:srgbClr val="4B69C6"/>
                </a:solidFill>
                <a:latin typeface="+mj-lt"/>
              </a:rPr>
              <a:t>return</a:t>
            </a:r>
            <a:r>
              <a:rPr lang="en-US" altLang="zh-CN" dirty="0">
                <a:solidFill>
                  <a:srgbClr val="333333"/>
                </a:solidFill>
                <a:latin typeface="+mj-lt"/>
              </a:rPr>
              <a:t> </a:t>
            </a:r>
            <a:r>
              <a:rPr lang="en-US" altLang="zh-CN" dirty="0">
                <a:solidFill>
                  <a:srgbClr val="777777"/>
                </a:solidFill>
                <a:latin typeface="+mj-lt"/>
              </a:rPr>
              <a:t>[</a:t>
            </a:r>
            <a:r>
              <a:rPr lang="en-US" altLang="zh-CN" dirty="0" err="1">
                <a:solidFill>
                  <a:srgbClr val="7A3E9D"/>
                </a:solidFill>
                <a:latin typeface="+mj-lt"/>
              </a:rPr>
              <a:t>line</a:t>
            </a:r>
            <a:r>
              <a:rPr lang="en-US" altLang="zh-CN" dirty="0" err="1">
                <a:solidFill>
                  <a:srgbClr val="777777"/>
                </a:solidFill>
                <a:latin typeface="+mj-lt"/>
              </a:rPr>
              <a:t>.</a:t>
            </a:r>
            <a:r>
              <a:rPr lang="en-US" altLang="zh-CN" b="1" dirty="0" err="1">
                <a:solidFill>
                  <a:srgbClr val="AA3731"/>
                </a:solidFill>
                <a:latin typeface="+mj-lt"/>
              </a:rPr>
              <a:t>strip</a:t>
            </a:r>
            <a:r>
              <a:rPr lang="en-US" altLang="zh-CN" dirty="0">
                <a:solidFill>
                  <a:srgbClr val="777777"/>
                </a:solidFill>
                <a:latin typeface="+mj-lt"/>
              </a:rPr>
              <a:t>().</a:t>
            </a:r>
            <a:r>
              <a:rPr lang="en-US" altLang="zh-CN" b="1" dirty="0">
                <a:solidFill>
                  <a:srgbClr val="AA3731"/>
                </a:solidFill>
                <a:latin typeface="+mj-lt"/>
              </a:rPr>
              <a:t>split</a:t>
            </a:r>
            <a:r>
              <a:rPr lang="en-US" altLang="zh-CN" dirty="0">
                <a:solidFill>
                  <a:srgbClr val="777777"/>
                </a:solidFill>
                <a:latin typeface="+mj-lt"/>
              </a:rPr>
              <a:t>('</a:t>
            </a:r>
            <a:r>
              <a:rPr lang="en-US" altLang="zh-CN" dirty="0">
                <a:solidFill>
                  <a:srgbClr val="448C27"/>
                </a:solidFill>
                <a:latin typeface="+mj-lt"/>
              </a:rPr>
              <a:t>,</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4B69C6"/>
                </a:solidFill>
                <a:latin typeface="+mj-lt"/>
              </a:rPr>
              <a:t>for</a:t>
            </a:r>
            <a:r>
              <a:rPr lang="en-US" altLang="zh-CN" dirty="0">
                <a:solidFill>
                  <a:srgbClr val="333333"/>
                </a:solidFill>
                <a:latin typeface="+mj-lt"/>
              </a:rPr>
              <a:t> </a:t>
            </a:r>
            <a:r>
              <a:rPr lang="en-US" altLang="zh-CN" dirty="0">
                <a:solidFill>
                  <a:srgbClr val="7A3E9D"/>
                </a:solidFill>
                <a:latin typeface="+mj-lt"/>
              </a:rPr>
              <a:t>line</a:t>
            </a:r>
            <a:r>
              <a:rPr lang="en-US" altLang="zh-CN" dirty="0">
                <a:solidFill>
                  <a:srgbClr val="333333"/>
                </a:solidFill>
                <a:latin typeface="+mj-lt"/>
              </a:rPr>
              <a:t> </a:t>
            </a:r>
            <a:r>
              <a:rPr lang="en-US" altLang="zh-CN" dirty="0">
                <a:solidFill>
                  <a:srgbClr val="4B69C6"/>
                </a:solidFill>
                <a:latin typeface="+mj-lt"/>
              </a:rPr>
              <a:t>in</a:t>
            </a:r>
            <a:r>
              <a:rPr lang="en-US" altLang="zh-CN" dirty="0">
                <a:solidFill>
                  <a:srgbClr val="333333"/>
                </a:solidFill>
                <a:latin typeface="+mj-lt"/>
              </a:rPr>
              <a:t> </a:t>
            </a:r>
            <a:r>
              <a:rPr lang="en-US" altLang="zh-CN" dirty="0" err="1">
                <a:solidFill>
                  <a:srgbClr val="7A3E9D"/>
                </a:solidFill>
                <a:latin typeface="+mj-lt"/>
              </a:rPr>
              <a:t>fr</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返回嵌套列表</a:t>
            </a:r>
            <a:endParaRPr lang="zh-CN" altLang="en-US" dirty="0">
              <a:solidFill>
                <a:srgbClr val="333333"/>
              </a:solidFill>
              <a:latin typeface="+mj-lt"/>
            </a:endParaRPr>
          </a:p>
          <a:p>
            <a:r>
              <a:rPr lang="zh-CN" altLang="en-US" dirty="0">
                <a:solidFill>
                  <a:srgbClr val="333333"/>
                </a:solidFill>
                <a:latin typeface="+mj-lt"/>
              </a:rPr>
              <a:t>    </a:t>
            </a:r>
            <a:endParaRPr lang="zh-CN" altLang="en-US" dirty="0">
              <a:solidFill>
                <a:srgbClr val="333333"/>
              </a:solidFill>
              <a:latin typeface="+mj-lt"/>
            </a:endParaRPr>
          </a:p>
          <a:p>
            <a:r>
              <a:rPr lang="en-US" altLang="zh-CN" dirty="0">
                <a:solidFill>
                  <a:srgbClr val="7A3E9D"/>
                </a:solidFill>
                <a:latin typeface="+mj-lt"/>
              </a:rPr>
              <a:t>def</a:t>
            </a:r>
            <a:r>
              <a:rPr lang="en-US" altLang="zh-CN" dirty="0">
                <a:solidFill>
                  <a:srgbClr val="333333"/>
                </a:solidFill>
                <a:latin typeface="+mj-lt"/>
              </a:rPr>
              <a:t> </a:t>
            </a:r>
            <a:r>
              <a:rPr lang="en-US" altLang="zh-CN" b="1" dirty="0" err="1">
                <a:solidFill>
                  <a:srgbClr val="AA3731"/>
                </a:solidFill>
                <a:latin typeface="+mj-lt"/>
              </a:rPr>
              <a:t>write_file</a:t>
            </a:r>
            <a:r>
              <a:rPr lang="en-US" altLang="zh-CN" dirty="0">
                <a:solidFill>
                  <a:srgbClr val="777777"/>
                </a:solidFill>
                <a:latin typeface="+mj-lt"/>
              </a:rPr>
              <a:t>(</a:t>
            </a:r>
            <a:r>
              <a:rPr lang="en-US" altLang="zh-CN" dirty="0" err="1">
                <a:solidFill>
                  <a:srgbClr val="7A3E9D"/>
                </a:solidFill>
                <a:latin typeface="+mj-lt"/>
              </a:rPr>
              <a:t>score_sort</a:t>
            </a:r>
            <a:r>
              <a:rPr lang="en-US" altLang="zh-CN" dirty="0">
                <a:solidFill>
                  <a:srgbClr val="777777"/>
                </a:solidFill>
                <a:latin typeface="+mj-lt"/>
              </a:rPr>
              <a:t>,</a:t>
            </a:r>
            <a:r>
              <a:rPr lang="en-US" altLang="zh-CN" dirty="0">
                <a:solidFill>
                  <a:srgbClr val="333333"/>
                </a:solidFill>
                <a:latin typeface="+mj-lt"/>
              </a:rPr>
              <a:t> </a:t>
            </a:r>
            <a:r>
              <a:rPr lang="en-US" altLang="zh-CN" dirty="0" err="1">
                <a:solidFill>
                  <a:srgbClr val="7A3E9D"/>
                </a:solidFill>
                <a:latin typeface="+mj-lt"/>
              </a:rPr>
              <a:t>new_file</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列表写入文件</a:t>
            </a:r>
            <a:endParaRPr lang="zh-CN" altLang="en-US" dirty="0">
              <a:solidFill>
                <a:srgbClr val="333333"/>
              </a:solidFill>
              <a:latin typeface="+mj-lt"/>
            </a:endParaRPr>
          </a:p>
          <a:p>
            <a:r>
              <a:rPr lang="zh-CN" altLang="en-US" dirty="0">
                <a:solidFill>
                  <a:srgbClr val="333333"/>
                </a:solidFill>
                <a:latin typeface="+mj-lt"/>
              </a:rPr>
              <a:t>    </a:t>
            </a:r>
            <a:r>
              <a:rPr lang="en-US" altLang="zh-CN" dirty="0">
                <a:solidFill>
                  <a:srgbClr val="4B69C6"/>
                </a:solidFill>
                <a:latin typeface="+mj-lt"/>
              </a:rPr>
              <a:t>with</a:t>
            </a:r>
            <a:r>
              <a:rPr lang="en-US" altLang="zh-CN" dirty="0">
                <a:solidFill>
                  <a:srgbClr val="333333"/>
                </a:solidFill>
                <a:latin typeface="+mj-lt"/>
              </a:rPr>
              <a:t> </a:t>
            </a:r>
            <a:r>
              <a:rPr lang="en-US" altLang="zh-CN" b="1" dirty="0">
                <a:solidFill>
                  <a:srgbClr val="AA3731"/>
                </a:solidFill>
                <a:latin typeface="+mj-lt"/>
              </a:rPr>
              <a:t>open</a:t>
            </a:r>
            <a:r>
              <a:rPr lang="en-US" altLang="zh-CN" dirty="0">
                <a:solidFill>
                  <a:srgbClr val="777777"/>
                </a:solidFill>
                <a:latin typeface="+mj-lt"/>
              </a:rPr>
              <a:t>(</a:t>
            </a:r>
            <a:r>
              <a:rPr lang="en-US" altLang="zh-CN" dirty="0" err="1">
                <a:solidFill>
                  <a:srgbClr val="7A3E9D"/>
                </a:solidFill>
                <a:latin typeface="+mj-lt"/>
              </a:rPr>
              <a:t>new_file</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448C27"/>
                </a:solidFill>
                <a:latin typeface="+mj-lt"/>
              </a:rPr>
              <a:t>w</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encoding</a:t>
            </a:r>
            <a:r>
              <a:rPr lang="en-US" altLang="zh-CN" dirty="0">
                <a:solidFill>
                  <a:srgbClr val="777777"/>
                </a:solidFill>
                <a:latin typeface="+mj-lt"/>
              </a:rPr>
              <a:t>='</a:t>
            </a:r>
            <a:r>
              <a:rPr lang="en-US" altLang="zh-CN" dirty="0">
                <a:solidFill>
                  <a:srgbClr val="448C27"/>
                </a:solidFill>
                <a:latin typeface="+mj-lt"/>
              </a:rPr>
              <a:t>utf-8</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4B69C6"/>
                </a:solidFill>
                <a:latin typeface="+mj-lt"/>
              </a:rPr>
              <a:t>as</a:t>
            </a:r>
            <a:r>
              <a:rPr lang="en-US" altLang="zh-CN" dirty="0">
                <a:solidFill>
                  <a:srgbClr val="333333"/>
                </a:solidFill>
                <a:latin typeface="+mj-lt"/>
              </a:rPr>
              <a:t> </a:t>
            </a:r>
            <a:r>
              <a:rPr lang="en-US" altLang="zh-CN" dirty="0" err="1">
                <a:solidFill>
                  <a:srgbClr val="7A3E9D"/>
                </a:solidFill>
                <a:latin typeface="+mj-lt"/>
              </a:rPr>
              <a:t>fw</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'w' </a:t>
            </a:r>
            <a:r>
              <a:rPr lang="zh-CN" altLang="en-US" dirty="0">
                <a:solidFill>
                  <a:srgbClr val="AAAAAA"/>
                </a:solidFill>
                <a:latin typeface="+mj-lt"/>
              </a:rPr>
              <a:t>写权限</a:t>
            </a:r>
            <a:endParaRPr lang="zh-CN" altLang="en-US" dirty="0">
              <a:solidFill>
                <a:srgbClr val="333333"/>
              </a:solidFill>
              <a:latin typeface="+mj-lt"/>
            </a:endParaRPr>
          </a:p>
          <a:p>
            <a:r>
              <a:rPr lang="zh-CN" altLang="en-US" dirty="0">
                <a:solidFill>
                  <a:srgbClr val="333333"/>
                </a:solidFill>
                <a:latin typeface="+mj-lt"/>
              </a:rPr>
              <a:t>        </a:t>
            </a:r>
            <a:r>
              <a:rPr lang="en-US" altLang="zh-CN" dirty="0">
                <a:solidFill>
                  <a:srgbClr val="777777"/>
                </a:solidFill>
                <a:latin typeface="+mj-lt"/>
              </a:rPr>
              <a:t>[</a:t>
            </a:r>
            <a:r>
              <a:rPr lang="en-US" altLang="zh-CN" dirty="0" err="1">
                <a:solidFill>
                  <a:srgbClr val="7A3E9D"/>
                </a:solidFill>
                <a:latin typeface="+mj-lt"/>
              </a:rPr>
              <a:t>fw</a:t>
            </a:r>
            <a:r>
              <a:rPr lang="en-US" altLang="zh-CN" dirty="0" err="1">
                <a:solidFill>
                  <a:srgbClr val="777777"/>
                </a:solidFill>
                <a:latin typeface="+mj-lt"/>
              </a:rPr>
              <a:t>.</a:t>
            </a:r>
            <a:r>
              <a:rPr lang="en-US" altLang="zh-CN" b="1" dirty="0" err="1">
                <a:solidFill>
                  <a:srgbClr val="AA3731"/>
                </a:solidFill>
                <a:latin typeface="+mj-lt"/>
              </a:rPr>
              <a:t>write</a:t>
            </a:r>
            <a:r>
              <a:rPr lang="en-US" altLang="zh-CN" dirty="0">
                <a:solidFill>
                  <a:srgbClr val="777777"/>
                </a:solidFill>
                <a:latin typeface="+mj-lt"/>
              </a:rPr>
              <a:t>('</a:t>
            </a:r>
            <a:r>
              <a:rPr lang="en-US" altLang="zh-CN" dirty="0">
                <a:solidFill>
                  <a:srgbClr val="448C27"/>
                </a:solidFill>
                <a:latin typeface="+mj-lt"/>
              </a:rPr>
              <a:t>,</a:t>
            </a:r>
            <a:r>
              <a:rPr lang="en-US" altLang="zh-CN" dirty="0">
                <a:solidFill>
                  <a:srgbClr val="777777"/>
                </a:solidFill>
                <a:latin typeface="+mj-lt"/>
              </a:rPr>
              <a:t>'.</a:t>
            </a:r>
            <a:r>
              <a:rPr lang="en-US" altLang="zh-CN" b="1" dirty="0">
                <a:solidFill>
                  <a:srgbClr val="AA3731"/>
                </a:solidFill>
                <a:latin typeface="+mj-lt"/>
              </a:rPr>
              <a:t>join</a:t>
            </a:r>
            <a:r>
              <a:rPr lang="en-US" altLang="zh-CN" dirty="0">
                <a:solidFill>
                  <a:srgbClr val="777777"/>
                </a:solidFill>
                <a:latin typeface="+mj-lt"/>
              </a:rPr>
              <a:t>(</a:t>
            </a:r>
            <a:r>
              <a:rPr lang="en-US" altLang="zh-CN" dirty="0">
                <a:solidFill>
                  <a:srgbClr val="7A3E9D"/>
                </a:solidFill>
                <a:latin typeface="+mj-lt"/>
              </a:rPr>
              <a:t>x</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'\n')</a:t>
            </a:r>
            <a:r>
              <a:rPr lang="en-US" altLang="zh-CN" dirty="0">
                <a:solidFill>
                  <a:srgbClr val="333333"/>
                </a:solidFill>
                <a:latin typeface="+mj-lt"/>
              </a:rPr>
              <a:t>  </a:t>
            </a:r>
            <a:r>
              <a:rPr lang="en-US" altLang="zh-CN" dirty="0">
                <a:solidFill>
                  <a:srgbClr val="4B69C6"/>
                </a:solidFill>
                <a:latin typeface="+mj-lt"/>
              </a:rPr>
              <a:t>for</a:t>
            </a:r>
            <a:r>
              <a:rPr lang="en-US" altLang="zh-CN" dirty="0">
                <a:solidFill>
                  <a:srgbClr val="333333"/>
                </a:solidFill>
                <a:latin typeface="+mj-lt"/>
              </a:rPr>
              <a:t> </a:t>
            </a:r>
            <a:r>
              <a:rPr lang="en-US" altLang="zh-CN" dirty="0">
                <a:solidFill>
                  <a:srgbClr val="7A3E9D"/>
                </a:solidFill>
                <a:latin typeface="+mj-lt"/>
              </a:rPr>
              <a:t>x</a:t>
            </a:r>
            <a:r>
              <a:rPr lang="en-US" altLang="zh-CN" dirty="0">
                <a:solidFill>
                  <a:srgbClr val="333333"/>
                </a:solidFill>
                <a:latin typeface="+mj-lt"/>
              </a:rPr>
              <a:t> </a:t>
            </a:r>
            <a:r>
              <a:rPr lang="en-US" altLang="zh-CN" dirty="0">
                <a:solidFill>
                  <a:srgbClr val="4B69C6"/>
                </a:solidFill>
                <a:latin typeface="+mj-lt"/>
              </a:rPr>
              <a:t>in</a:t>
            </a:r>
            <a:r>
              <a:rPr lang="en-US" altLang="zh-CN" dirty="0">
                <a:solidFill>
                  <a:srgbClr val="333333"/>
                </a:solidFill>
                <a:latin typeface="+mj-lt"/>
              </a:rPr>
              <a:t> </a:t>
            </a:r>
            <a:r>
              <a:rPr lang="en-US" altLang="zh-CN" dirty="0" err="1">
                <a:solidFill>
                  <a:srgbClr val="7A3E9D"/>
                </a:solidFill>
                <a:latin typeface="+mj-lt"/>
              </a:rPr>
              <a:t>score_sort</a:t>
            </a:r>
            <a:r>
              <a:rPr lang="en-US" altLang="zh-CN" dirty="0">
                <a:solidFill>
                  <a:srgbClr val="777777"/>
                </a:solidFill>
                <a:latin typeface="+mj-lt"/>
              </a:rPr>
              <a:t>]</a:t>
            </a:r>
            <a:endParaRPr lang="en-US" altLang="zh-CN" dirty="0">
              <a:solidFill>
                <a:srgbClr val="333333"/>
              </a:solidFill>
              <a:latin typeface="+mj-lt"/>
            </a:endParaRPr>
          </a:p>
        </p:txBody>
      </p:sp>
      <p:sp>
        <p:nvSpPr>
          <p:cNvPr id="3" name="内容占位符 1"/>
          <p:cNvSpPr txBox="1"/>
          <p:nvPr/>
        </p:nvSpPr>
        <p:spPr>
          <a:xfrm>
            <a:off x="688043" y="1301158"/>
            <a:ext cx="10815912" cy="584775"/>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25000"/>
              </a:lnSpc>
              <a:buClr>
                <a:sysClr val="windowText" lastClr="000000"/>
              </a:buClr>
            </a:pPr>
            <a:r>
              <a:rPr lang="zh-CN" altLang="en-US" sz="2400" dirty="0">
                <a:solidFill>
                  <a:sysClr val="windowText" lastClr="000000"/>
                </a:solidFill>
                <a:latin typeface="微软雅黑" panose="020B0503020204020204" pitchFamily="34" charset="-122"/>
                <a:ea typeface="微软雅黑" panose="020B0503020204020204" pitchFamily="34" charset="-122"/>
              </a:rPr>
              <a:t>读写文件函数也可以应用</a:t>
            </a:r>
            <a:r>
              <a:rPr lang="zh-CN" altLang="en-US" sz="2400" b="1" dirty="0">
                <a:solidFill>
                  <a:schemeClr val="accent2"/>
                </a:solidFill>
                <a:latin typeface="微软雅黑" panose="020B0503020204020204" pitchFamily="34" charset="-122"/>
                <a:ea typeface="微软雅黑" panose="020B0503020204020204" pitchFamily="34" charset="-122"/>
              </a:rPr>
              <a:t>列表推导式</a:t>
            </a:r>
            <a:r>
              <a:rPr lang="zh-CN" altLang="en-US" sz="2400" dirty="0">
                <a:solidFill>
                  <a:sysClr val="windowText" lastClr="000000"/>
                </a:solidFill>
                <a:latin typeface="微软雅黑" panose="020B0503020204020204" pitchFamily="34" charset="-122"/>
                <a:ea typeface="微软雅黑" panose="020B0503020204020204" pitchFamily="34" charset="-122"/>
              </a:rPr>
              <a:t>实现：</a:t>
            </a:r>
            <a:endParaRPr lang="zh-CN" altLang="en-US" sz="2400" dirty="0">
              <a:solidFill>
                <a:sysClr val="windowText" lastClr="00000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7.3 </a:t>
            </a:r>
            <a:r>
              <a:rPr lang="zh-CN" altLang="en-US" dirty="0"/>
              <a:t>读文件统计成绩</a:t>
            </a:r>
            <a:endParaRPr lang="zh-CN" altLang="en-US" dirty="0"/>
          </a:p>
        </p:txBody>
      </p:sp>
      <p:sp>
        <p:nvSpPr>
          <p:cNvPr id="7" name="内容占位符 6"/>
          <p:cNvSpPr>
            <a:spLocks noGrp="1"/>
          </p:cNvSpPr>
          <p:nvPr>
            <p:ph sz="quarter" idx="14"/>
          </p:nvPr>
        </p:nvSpPr>
        <p:spPr/>
        <p:txBody>
          <a:bodyPr/>
          <a:lstStyle/>
          <a:p>
            <a:r>
              <a:rPr lang="zh-CN" altLang="en-US" dirty="0"/>
              <a:t>实例 </a:t>
            </a:r>
            <a:endParaRPr lang="zh-CN" altLang="en-US" dirty="0"/>
          </a:p>
        </p:txBody>
      </p:sp>
      <p:sp>
        <p:nvSpPr>
          <p:cNvPr id="3" name="内容占位符 1"/>
          <p:cNvSpPr txBox="1"/>
          <p:nvPr/>
        </p:nvSpPr>
        <p:spPr>
          <a:xfrm>
            <a:off x="688043" y="1004303"/>
            <a:ext cx="10815912" cy="3036756"/>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457200" marR="0" lvl="0" indent="-457200" algn="l" defTabSz="914400" rtl="0" eaLnBrk="1" fontAlgn="auto" latinLnBrk="0" hangingPunct="1">
              <a:lnSpc>
                <a:spcPct val="150000"/>
              </a:lnSpc>
              <a:spcBef>
                <a:spcPts val="0"/>
              </a:spcBef>
              <a:spcAft>
                <a:spcPts val="0"/>
              </a:spcAft>
              <a:buClrTx/>
              <a:buSzTx/>
              <a:buFont typeface="+mj-lt"/>
              <a:buAutoNum type="arabicPeriod" startAt="5"/>
              <a:defRPr/>
            </a:pPr>
            <a:r>
              <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代码优化</a:t>
            </a:r>
            <a:endParaRPr kumimoji="0" lang="zh-CN" altLang="en-US" sz="24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150000"/>
              </a:lnSpc>
              <a:spcBef>
                <a:spcPts val="0"/>
              </a:spcBef>
              <a:spcAft>
                <a:spcPts val="0"/>
              </a:spcAft>
              <a:buClrTx/>
              <a:buSzTx/>
              <a:buFont typeface="Arial" panose="020B0604020202090204" pitchFamily="34" charset="0"/>
              <a:buChar char="•"/>
              <a:defRPr/>
            </a:pP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将不同处理用</a:t>
            </a:r>
            <a:r>
              <a:rPr kumimoji="0" lang="zh-CN" altLang="en-US" sz="24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独立函数</a:t>
            </a: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实现，每段代码都只实现一个功能，容易实现和调试，避免读写模式设置错误或指针位置错误导致出错的问题。</a:t>
            </a:r>
            <a:endPar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150000"/>
              </a:lnSpc>
              <a:spcBef>
                <a:spcPts val="0"/>
              </a:spcBef>
              <a:spcAft>
                <a:spcPts val="0"/>
              </a:spcAft>
              <a:buClrTx/>
              <a:buSzTx/>
              <a:buFont typeface="Arial" panose="020B0604020202090204" pitchFamily="34" charset="0"/>
              <a:buChar char="•"/>
              <a:defRPr/>
            </a:pP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列表是可变数据类型，在函数中可以用列表的 </a:t>
            </a:r>
            <a:r>
              <a:rPr kumimoji="0" lang="en-US" altLang="zh-CN" sz="24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append()</a:t>
            </a:r>
            <a:r>
              <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方法直接对列表进行修改，可减少函数参数与返回值的使用。</a:t>
            </a:r>
            <a:endPar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 name="内容占位符 5"/>
          <p:cNvSpPr txBox="1"/>
          <p:nvPr/>
        </p:nvSpPr>
        <p:spPr>
          <a:xfrm>
            <a:off x="780060" y="4041059"/>
            <a:ext cx="10631877" cy="2485901"/>
          </a:xfrm>
          <a:prstGeom prst="roundRect">
            <a:avLst>
              <a:gd name="adj" fmla="val 16962"/>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dirty="0">
                <a:solidFill>
                  <a:srgbClr val="7A3E9D"/>
                </a:solidFill>
                <a:latin typeface="+mj-lt"/>
              </a:rPr>
              <a:t>def</a:t>
            </a:r>
            <a:r>
              <a:rPr lang="en-US" altLang="zh-CN" dirty="0">
                <a:solidFill>
                  <a:srgbClr val="333333"/>
                </a:solidFill>
                <a:latin typeface="+mj-lt"/>
              </a:rPr>
              <a:t> </a:t>
            </a:r>
            <a:r>
              <a:rPr lang="en-US" altLang="zh-CN" b="1" dirty="0" err="1">
                <a:solidFill>
                  <a:srgbClr val="AA3731"/>
                </a:solidFill>
                <a:latin typeface="+mj-lt"/>
              </a:rPr>
              <a:t>read_file</a:t>
            </a:r>
            <a:r>
              <a:rPr lang="en-US" altLang="zh-CN" dirty="0">
                <a:solidFill>
                  <a:srgbClr val="777777"/>
                </a:solidFill>
                <a:latin typeface="+mj-lt"/>
              </a:rPr>
              <a:t>(</a:t>
            </a:r>
            <a:r>
              <a:rPr lang="en-US" altLang="zh-CN" dirty="0">
                <a:solidFill>
                  <a:srgbClr val="7A3E9D"/>
                </a:solidFill>
                <a:latin typeface="+mj-lt"/>
              </a:rPr>
              <a:t>filename</a:t>
            </a:r>
            <a:r>
              <a:rPr lang="en-US" altLang="zh-CN" dirty="0">
                <a:solidFill>
                  <a:srgbClr val="777777"/>
                </a:solidFill>
                <a:latin typeface="+mj-lt"/>
              </a:rPr>
              <a:t>):</a:t>
            </a:r>
            <a:r>
              <a:rPr lang="en-US" altLang="zh-CN" dirty="0">
                <a:solidFill>
                  <a:srgbClr val="333333"/>
                </a:solidFill>
                <a:latin typeface="+mj-lt"/>
              </a:rPr>
              <a:t> </a:t>
            </a:r>
            <a:endParaRPr lang="en-US" altLang="zh-CN" dirty="0">
              <a:solidFill>
                <a:srgbClr val="333333"/>
              </a:solidFill>
              <a:latin typeface="+mj-lt"/>
            </a:endParaRPr>
          </a:p>
          <a:p>
            <a:r>
              <a:rPr lang="en-US" altLang="zh-CN" dirty="0">
                <a:solidFill>
                  <a:srgbClr val="333333"/>
                </a:solidFill>
                <a:latin typeface="+mj-lt"/>
              </a:rPr>
              <a:t>    </a:t>
            </a:r>
            <a:r>
              <a:rPr lang="en-US" altLang="zh-CN" dirty="0">
                <a:solidFill>
                  <a:srgbClr val="777777"/>
                </a:solidFill>
                <a:latin typeface="+mj-lt"/>
              </a:rPr>
              <a:t>"""</a:t>
            </a:r>
            <a:r>
              <a:rPr lang="zh-CN" altLang="en-US" dirty="0">
                <a:solidFill>
                  <a:srgbClr val="448C27"/>
                </a:solidFill>
                <a:latin typeface="+mj-lt"/>
              </a:rPr>
              <a:t>读取文件中的数据，逐行切分为子列表，返回嵌套列表</a:t>
            </a:r>
            <a:r>
              <a:rPr lang="en-US" altLang="zh-CN" dirty="0">
                <a:solidFill>
                  <a:srgbClr val="777777"/>
                </a:solidFill>
                <a:latin typeface="+mj-lt"/>
              </a:rPr>
              <a:t>"""</a:t>
            </a:r>
            <a:endParaRPr lang="zh-CN" altLang="en-US" dirty="0">
              <a:solidFill>
                <a:srgbClr val="333333"/>
              </a:solidFill>
              <a:latin typeface="+mj-lt"/>
            </a:endParaRPr>
          </a:p>
          <a:p>
            <a:r>
              <a:rPr lang="zh-CN" altLang="en-US" dirty="0">
                <a:solidFill>
                  <a:srgbClr val="333333"/>
                </a:solidFill>
                <a:latin typeface="+mj-lt"/>
              </a:rPr>
              <a:t>    </a:t>
            </a:r>
            <a:r>
              <a:rPr lang="en-US" altLang="zh-CN" dirty="0">
                <a:solidFill>
                  <a:srgbClr val="4B69C6"/>
                </a:solidFill>
                <a:latin typeface="+mj-lt"/>
              </a:rPr>
              <a:t>with</a:t>
            </a:r>
            <a:r>
              <a:rPr lang="en-US" altLang="zh-CN" dirty="0">
                <a:solidFill>
                  <a:srgbClr val="333333"/>
                </a:solidFill>
                <a:latin typeface="+mj-lt"/>
              </a:rPr>
              <a:t> </a:t>
            </a:r>
            <a:r>
              <a:rPr lang="en-US" altLang="zh-CN" b="1" dirty="0">
                <a:solidFill>
                  <a:srgbClr val="AA3731"/>
                </a:solidFill>
                <a:latin typeface="+mj-lt"/>
              </a:rPr>
              <a:t>open</a:t>
            </a:r>
            <a:r>
              <a:rPr lang="en-US" altLang="zh-CN" dirty="0">
                <a:solidFill>
                  <a:srgbClr val="777777"/>
                </a:solidFill>
                <a:latin typeface="+mj-lt"/>
              </a:rPr>
              <a:t>(</a:t>
            </a:r>
            <a:r>
              <a:rPr lang="en-US" altLang="zh-CN" dirty="0">
                <a:solidFill>
                  <a:srgbClr val="7A3E9D"/>
                </a:solidFill>
                <a:latin typeface="+mj-lt"/>
              </a:rPr>
              <a:t>filename</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448C27"/>
                </a:solidFill>
                <a:latin typeface="+mj-lt"/>
              </a:rPr>
              <a:t>r</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encoding</a:t>
            </a:r>
            <a:r>
              <a:rPr lang="en-US" altLang="zh-CN" dirty="0">
                <a:solidFill>
                  <a:srgbClr val="777777"/>
                </a:solidFill>
                <a:latin typeface="+mj-lt"/>
              </a:rPr>
              <a:t>='</a:t>
            </a:r>
            <a:r>
              <a:rPr lang="en-US" altLang="zh-CN" dirty="0">
                <a:solidFill>
                  <a:srgbClr val="448C27"/>
                </a:solidFill>
                <a:latin typeface="+mj-lt"/>
              </a:rPr>
              <a:t>utf-8</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4B69C6"/>
                </a:solidFill>
                <a:latin typeface="+mj-lt"/>
              </a:rPr>
              <a:t>as</a:t>
            </a:r>
            <a:r>
              <a:rPr lang="en-US" altLang="zh-CN" dirty="0">
                <a:solidFill>
                  <a:srgbClr val="333333"/>
                </a:solidFill>
                <a:latin typeface="+mj-lt"/>
              </a:rPr>
              <a:t> </a:t>
            </a:r>
            <a:r>
              <a:rPr lang="en-US" altLang="zh-CN" dirty="0" err="1">
                <a:solidFill>
                  <a:srgbClr val="7A3E9D"/>
                </a:solidFill>
                <a:latin typeface="+mj-lt"/>
              </a:rPr>
              <a:t>fr</a:t>
            </a:r>
            <a:r>
              <a:rPr lang="en-US" altLang="zh-CN" dirty="0">
                <a:solidFill>
                  <a:srgbClr val="777777"/>
                </a:solidFill>
                <a:latin typeface="+mj-lt"/>
              </a:rPr>
              <a:t>:</a:t>
            </a:r>
            <a:r>
              <a:rPr lang="en-US" altLang="zh-CN" dirty="0">
                <a:solidFill>
                  <a:srgbClr val="333333"/>
                </a:solidFill>
                <a:latin typeface="+mj-lt"/>
              </a:rPr>
              <a:t> </a:t>
            </a:r>
            <a:endParaRPr lang="en-US" altLang="zh-CN" dirty="0">
              <a:solidFill>
                <a:srgbClr val="333333"/>
              </a:solidFill>
              <a:latin typeface="+mj-lt"/>
            </a:endParaRPr>
          </a:p>
          <a:p>
            <a:r>
              <a:rPr lang="en-US" altLang="zh-CN" dirty="0">
                <a:solidFill>
                  <a:srgbClr val="333333"/>
                </a:solidFill>
                <a:latin typeface="+mj-lt"/>
              </a:rPr>
              <a:t>        </a:t>
            </a:r>
            <a:r>
              <a:rPr lang="en-US" altLang="zh-CN" dirty="0" err="1">
                <a:solidFill>
                  <a:srgbClr val="7A3E9D"/>
                </a:solidFill>
                <a:latin typeface="+mj-lt"/>
              </a:rPr>
              <a:t>score_ls</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err="1">
                <a:solidFill>
                  <a:srgbClr val="7A3E9D"/>
                </a:solidFill>
                <a:latin typeface="+mj-lt"/>
              </a:rPr>
              <a:t>line</a:t>
            </a:r>
            <a:r>
              <a:rPr lang="en-US" altLang="zh-CN" dirty="0" err="1">
                <a:solidFill>
                  <a:srgbClr val="777777"/>
                </a:solidFill>
                <a:latin typeface="+mj-lt"/>
              </a:rPr>
              <a:t>.</a:t>
            </a:r>
            <a:r>
              <a:rPr lang="en-US" altLang="zh-CN" b="1" dirty="0" err="1">
                <a:solidFill>
                  <a:srgbClr val="AA3731"/>
                </a:solidFill>
                <a:latin typeface="+mj-lt"/>
              </a:rPr>
              <a:t>strip</a:t>
            </a:r>
            <a:r>
              <a:rPr lang="en-US" altLang="zh-CN" dirty="0">
                <a:solidFill>
                  <a:srgbClr val="777777"/>
                </a:solidFill>
                <a:latin typeface="+mj-lt"/>
              </a:rPr>
              <a:t>().</a:t>
            </a:r>
            <a:r>
              <a:rPr lang="en-US" altLang="zh-CN" b="1" dirty="0">
                <a:solidFill>
                  <a:srgbClr val="AA3731"/>
                </a:solidFill>
                <a:latin typeface="+mj-lt"/>
              </a:rPr>
              <a:t>split</a:t>
            </a:r>
            <a:r>
              <a:rPr lang="en-US" altLang="zh-CN" dirty="0">
                <a:solidFill>
                  <a:srgbClr val="777777"/>
                </a:solidFill>
                <a:latin typeface="+mj-lt"/>
              </a:rPr>
              <a:t>('</a:t>
            </a:r>
            <a:r>
              <a:rPr lang="en-US" altLang="zh-CN" dirty="0">
                <a:solidFill>
                  <a:srgbClr val="448C27"/>
                </a:solidFill>
                <a:latin typeface="+mj-lt"/>
              </a:rPr>
              <a:t>,</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4B69C6"/>
                </a:solidFill>
                <a:latin typeface="+mj-lt"/>
              </a:rPr>
              <a:t>for</a:t>
            </a:r>
            <a:r>
              <a:rPr lang="en-US" altLang="zh-CN" dirty="0">
                <a:solidFill>
                  <a:srgbClr val="333333"/>
                </a:solidFill>
                <a:latin typeface="+mj-lt"/>
              </a:rPr>
              <a:t> </a:t>
            </a:r>
            <a:r>
              <a:rPr lang="en-US" altLang="zh-CN" dirty="0">
                <a:solidFill>
                  <a:srgbClr val="7A3E9D"/>
                </a:solidFill>
                <a:latin typeface="+mj-lt"/>
              </a:rPr>
              <a:t>line</a:t>
            </a:r>
            <a:r>
              <a:rPr lang="en-US" altLang="zh-CN" dirty="0">
                <a:solidFill>
                  <a:srgbClr val="333333"/>
                </a:solidFill>
                <a:latin typeface="+mj-lt"/>
              </a:rPr>
              <a:t> </a:t>
            </a:r>
            <a:r>
              <a:rPr lang="en-US" altLang="zh-CN" dirty="0">
                <a:solidFill>
                  <a:srgbClr val="4B69C6"/>
                </a:solidFill>
                <a:latin typeface="+mj-lt"/>
              </a:rPr>
              <a:t>in</a:t>
            </a:r>
            <a:r>
              <a:rPr lang="en-US" altLang="zh-CN" dirty="0">
                <a:solidFill>
                  <a:srgbClr val="333333"/>
                </a:solidFill>
                <a:latin typeface="+mj-lt"/>
              </a:rPr>
              <a:t> </a:t>
            </a:r>
            <a:r>
              <a:rPr lang="en-US" altLang="zh-CN" dirty="0" err="1">
                <a:solidFill>
                  <a:srgbClr val="7A3E9D"/>
                </a:solidFill>
                <a:latin typeface="+mj-lt"/>
              </a:rPr>
              <a:t>fr</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用推导式生成嵌套列表</a:t>
            </a:r>
            <a:endParaRPr lang="zh-CN" altLang="en-US" dirty="0">
              <a:solidFill>
                <a:srgbClr val="333333"/>
              </a:solidFill>
              <a:latin typeface="+mj-lt"/>
            </a:endParaRPr>
          </a:p>
          <a:p>
            <a:r>
              <a:rPr lang="zh-CN" altLang="en-US" dirty="0">
                <a:solidFill>
                  <a:srgbClr val="333333"/>
                </a:solidFill>
                <a:latin typeface="+mj-lt"/>
              </a:rPr>
              <a:t>    </a:t>
            </a:r>
            <a:r>
              <a:rPr lang="en-US" altLang="zh-CN" dirty="0">
                <a:solidFill>
                  <a:srgbClr val="4B69C6"/>
                </a:solidFill>
                <a:latin typeface="+mj-lt"/>
              </a:rPr>
              <a:t>return</a:t>
            </a:r>
            <a:r>
              <a:rPr lang="en-US" altLang="zh-CN" dirty="0">
                <a:solidFill>
                  <a:srgbClr val="333333"/>
                </a:solidFill>
                <a:latin typeface="+mj-lt"/>
              </a:rPr>
              <a:t> </a:t>
            </a:r>
            <a:r>
              <a:rPr lang="en-US" altLang="zh-CN" dirty="0" err="1">
                <a:solidFill>
                  <a:srgbClr val="7A3E9D"/>
                </a:solidFill>
                <a:latin typeface="+mj-lt"/>
              </a:rPr>
              <a:t>score_ls</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返回成绩列表</a:t>
            </a:r>
            <a:endParaRPr lang="zh-CN" altLang="en-US" dirty="0">
              <a:solidFill>
                <a:srgbClr val="333333"/>
              </a:solidFill>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7.3 </a:t>
            </a:r>
            <a:r>
              <a:rPr lang="zh-CN" altLang="en-US" dirty="0"/>
              <a:t>读文件统计成绩</a:t>
            </a:r>
            <a:endParaRPr lang="zh-CN" altLang="en-US" dirty="0"/>
          </a:p>
        </p:txBody>
      </p:sp>
      <p:sp>
        <p:nvSpPr>
          <p:cNvPr id="7" name="内容占位符 6"/>
          <p:cNvSpPr>
            <a:spLocks noGrp="1"/>
          </p:cNvSpPr>
          <p:nvPr>
            <p:ph sz="quarter" idx="14"/>
          </p:nvPr>
        </p:nvSpPr>
        <p:spPr/>
        <p:txBody>
          <a:bodyPr/>
          <a:lstStyle/>
          <a:p>
            <a:r>
              <a:rPr lang="zh-CN" altLang="en-US" dirty="0"/>
              <a:t>实例 </a:t>
            </a:r>
            <a:endParaRPr lang="zh-CN" altLang="en-US" dirty="0"/>
          </a:p>
        </p:txBody>
      </p:sp>
      <p:sp>
        <p:nvSpPr>
          <p:cNvPr id="2" name="内容占位符 5"/>
          <p:cNvSpPr txBox="1"/>
          <p:nvPr/>
        </p:nvSpPr>
        <p:spPr>
          <a:xfrm>
            <a:off x="780060" y="904568"/>
            <a:ext cx="10631877" cy="5810863"/>
          </a:xfrm>
          <a:prstGeom prst="roundRect">
            <a:avLst>
              <a:gd name="adj" fmla="val 10434"/>
            </a:avLst>
          </a:prstGeom>
          <a:solidFill>
            <a:schemeClr val="bg1">
              <a:lumMod val="95000"/>
            </a:schemeClr>
          </a:solidFill>
          <a:ln>
            <a:noFill/>
          </a:ln>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dirty="0">
                <a:solidFill>
                  <a:srgbClr val="7A3E9D"/>
                </a:solidFill>
                <a:latin typeface="+mj-lt"/>
              </a:rPr>
              <a:t>def</a:t>
            </a:r>
            <a:r>
              <a:rPr lang="en-US" altLang="zh-CN" dirty="0">
                <a:solidFill>
                  <a:srgbClr val="333333"/>
                </a:solidFill>
                <a:latin typeface="+mj-lt"/>
              </a:rPr>
              <a:t> </a:t>
            </a:r>
            <a:r>
              <a:rPr lang="en-US" altLang="zh-CN" b="1" dirty="0">
                <a:solidFill>
                  <a:srgbClr val="AA3731"/>
                </a:solidFill>
                <a:latin typeface="+mj-lt"/>
              </a:rPr>
              <a:t>total</a:t>
            </a:r>
            <a:r>
              <a:rPr lang="en-US" altLang="zh-CN" dirty="0">
                <a:solidFill>
                  <a:srgbClr val="777777"/>
                </a:solidFill>
                <a:latin typeface="+mj-lt"/>
              </a:rPr>
              <a:t>(</a:t>
            </a:r>
            <a:r>
              <a:rPr lang="en-US" altLang="zh-CN" dirty="0" err="1">
                <a:solidFill>
                  <a:srgbClr val="7A3E9D"/>
                </a:solidFill>
                <a:latin typeface="+mj-lt"/>
              </a:rPr>
              <a:t>score_ls</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计算总分，</a:t>
            </a:r>
            <a:r>
              <a:rPr lang="en-US" altLang="zh-CN" dirty="0" err="1">
                <a:solidFill>
                  <a:srgbClr val="AAAAAA"/>
                </a:solidFill>
                <a:latin typeface="+mj-lt"/>
              </a:rPr>
              <a:t>score_ls</a:t>
            </a:r>
            <a:r>
              <a:rPr lang="zh-CN" altLang="en-US" dirty="0">
                <a:solidFill>
                  <a:srgbClr val="AAAAAA"/>
                </a:solidFill>
                <a:latin typeface="+mj-lt"/>
              </a:rPr>
              <a:t>为读文件获得的列表</a:t>
            </a:r>
            <a:endParaRPr lang="zh-CN" altLang="en-US" dirty="0">
              <a:solidFill>
                <a:srgbClr val="333333"/>
              </a:solidFill>
              <a:latin typeface="+mj-lt"/>
            </a:endParaRPr>
          </a:p>
          <a:p>
            <a:r>
              <a:rPr lang="zh-CN" altLang="en-US" dirty="0">
                <a:solidFill>
                  <a:srgbClr val="333333"/>
                </a:solidFill>
                <a:latin typeface="+mj-lt"/>
              </a:rPr>
              <a:t>    </a:t>
            </a:r>
            <a:r>
              <a:rPr lang="en-US" altLang="zh-CN" dirty="0" err="1">
                <a:solidFill>
                  <a:srgbClr val="7A3E9D"/>
                </a:solidFill>
                <a:latin typeface="+mj-lt"/>
              </a:rPr>
              <a:t>total_score</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创建空列表</a:t>
            </a:r>
            <a:endParaRPr lang="zh-CN" altLang="en-US" dirty="0">
              <a:solidFill>
                <a:srgbClr val="333333"/>
              </a:solidFill>
              <a:latin typeface="+mj-lt"/>
            </a:endParaRPr>
          </a:p>
          <a:p>
            <a:r>
              <a:rPr lang="zh-CN" altLang="en-US" dirty="0">
                <a:solidFill>
                  <a:srgbClr val="333333"/>
                </a:solidFill>
                <a:latin typeface="+mj-lt"/>
              </a:rPr>
              <a:t>    </a:t>
            </a:r>
            <a:r>
              <a:rPr lang="en-US" altLang="zh-CN" dirty="0" err="1">
                <a:solidFill>
                  <a:srgbClr val="7A3E9D"/>
                </a:solidFill>
                <a:latin typeface="+mj-lt"/>
              </a:rPr>
              <a:t>score_ls</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9C5D27"/>
                </a:solidFill>
                <a:latin typeface="+mj-lt"/>
              </a:rPr>
              <a:t>0</a:t>
            </a:r>
            <a:r>
              <a:rPr lang="en-US" altLang="zh-CN" dirty="0">
                <a:solidFill>
                  <a:srgbClr val="777777"/>
                </a:solidFill>
                <a:latin typeface="+mj-lt"/>
              </a:rPr>
              <a:t>].</a:t>
            </a:r>
            <a:r>
              <a:rPr lang="en-US" altLang="zh-CN" b="1" dirty="0">
                <a:solidFill>
                  <a:srgbClr val="AA3731"/>
                </a:solidFill>
                <a:latin typeface="+mj-lt"/>
              </a:rPr>
              <a:t>append</a:t>
            </a:r>
            <a:r>
              <a:rPr lang="en-US" altLang="zh-CN" dirty="0">
                <a:solidFill>
                  <a:srgbClr val="777777"/>
                </a:solidFill>
                <a:latin typeface="+mj-lt"/>
              </a:rPr>
              <a:t>('</a:t>
            </a:r>
            <a:r>
              <a:rPr lang="zh-CN" altLang="en-US" dirty="0">
                <a:solidFill>
                  <a:srgbClr val="448C27"/>
                </a:solidFill>
                <a:latin typeface="+mj-lt"/>
              </a:rPr>
              <a:t>总分</a:t>
            </a:r>
            <a:r>
              <a:rPr lang="en-US" altLang="zh-CN" dirty="0">
                <a:solidFill>
                  <a:srgbClr val="777777"/>
                </a:solidFill>
                <a:latin typeface="+mj-lt"/>
              </a:rPr>
              <a:t>')</a:t>
            </a:r>
            <a:r>
              <a:rPr lang="zh-CN" altLang="en-US" dirty="0">
                <a:solidFill>
                  <a:srgbClr val="333333"/>
                </a:solidFill>
                <a:latin typeface="+mj-lt"/>
              </a:rPr>
              <a:t>         </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先为标题行末尾增加一个元素</a:t>
            </a:r>
            <a:r>
              <a:rPr lang="en-US" altLang="zh-CN" dirty="0">
                <a:solidFill>
                  <a:srgbClr val="AAAAAA"/>
                </a:solidFill>
                <a:latin typeface="+mj-lt"/>
              </a:rPr>
              <a:t>'</a:t>
            </a:r>
            <a:r>
              <a:rPr lang="zh-CN" altLang="en-US" dirty="0">
                <a:solidFill>
                  <a:srgbClr val="AAAAAA"/>
                </a:solidFill>
                <a:latin typeface="+mj-lt"/>
              </a:rPr>
              <a:t>总分</a:t>
            </a:r>
            <a:r>
              <a:rPr lang="en-US" altLang="zh-CN" dirty="0">
                <a:solidFill>
                  <a:srgbClr val="AAAAAA"/>
                </a:solidFill>
                <a:latin typeface="+mj-lt"/>
              </a:rPr>
              <a:t>'</a:t>
            </a:r>
            <a:endParaRPr lang="zh-CN" altLang="en-US" dirty="0">
              <a:solidFill>
                <a:srgbClr val="333333"/>
              </a:solidFill>
              <a:latin typeface="+mj-lt"/>
            </a:endParaRPr>
          </a:p>
          <a:p>
            <a:r>
              <a:rPr lang="zh-CN" altLang="en-US" dirty="0">
                <a:solidFill>
                  <a:srgbClr val="333333"/>
                </a:solidFill>
                <a:latin typeface="+mj-lt"/>
              </a:rPr>
              <a:t>    </a:t>
            </a:r>
            <a:r>
              <a:rPr lang="en-US" altLang="zh-CN" dirty="0">
                <a:solidFill>
                  <a:srgbClr val="4B69C6"/>
                </a:solidFill>
                <a:latin typeface="+mj-lt"/>
              </a:rPr>
              <a:t>for</a:t>
            </a:r>
            <a:r>
              <a:rPr lang="en-US" altLang="zh-CN" dirty="0">
                <a:solidFill>
                  <a:srgbClr val="333333"/>
                </a:solidFill>
                <a:latin typeface="+mj-lt"/>
              </a:rPr>
              <a:t> </a:t>
            </a:r>
            <a:r>
              <a:rPr lang="en-US" altLang="zh-CN" dirty="0" err="1">
                <a:solidFill>
                  <a:srgbClr val="7A3E9D"/>
                </a:solidFill>
                <a:latin typeface="+mj-lt"/>
              </a:rPr>
              <a:t>lst</a:t>
            </a:r>
            <a:r>
              <a:rPr lang="en-US" altLang="zh-CN" dirty="0">
                <a:solidFill>
                  <a:srgbClr val="333333"/>
                </a:solidFill>
                <a:latin typeface="+mj-lt"/>
              </a:rPr>
              <a:t> </a:t>
            </a:r>
            <a:r>
              <a:rPr lang="en-US" altLang="zh-CN" dirty="0">
                <a:solidFill>
                  <a:srgbClr val="4B69C6"/>
                </a:solidFill>
                <a:latin typeface="+mj-lt"/>
              </a:rPr>
              <a:t>in</a:t>
            </a:r>
            <a:r>
              <a:rPr lang="en-US" altLang="zh-CN" dirty="0">
                <a:solidFill>
                  <a:srgbClr val="333333"/>
                </a:solidFill>
                <a:latin typeface="+mj-lt"/>
              </a:rPr>
              <a:t> </a:t>
            </a:r>
            <a:r>
              <a:rPr lang="en-US" altLang="zh-CN" dirty="0" err="1">
                <a:solidFill>
                  <a:srgbClr val="7A3E9D"/>
                </a:solidFill>
                <a:latin typeface="+mj-lt"/>
              </a:rPr>
              <a:t>score_ls</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9C5D27"/>
                </a:solidFill>
                <a:latin typeface="+mj-lt"/>
              </a:rPr>
              <a:t>1</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遍历非标题行</a:t>
            </a:r>
            <a:endParaRPr lang="zh-CN" altLang="en-US" dirty="0">
              <a:solidFill>
                <a:srgbClr val="333333"/>
              </a:solidFill>
              <a:latin typeface="+mj-lt"/>
            </a:endParaRPr>
          </a:p>
          <a:p>
            <a:r>
              <a:rPr lang="zh-CN" altLang="en-US"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对成绩部分汇总，转为元素为字符串的列表后拼接到子列表</a:t>
            </a:r>
            <a:r>
              <a:rPr lang="en-US" altLang="zh-CN" dirty="0" err="1">
                <a:solidFill>
                  <a:srgbClr val="AAAAAA"/>
                </a:solidFill>
                <a:latin typeface="+mj-lt"/>
              </a:rPr>
              <a:t>lst</a:t>
            </a:r>
            <a:r>
              <a:rPr lang="zh-CN" altLang="en-US" dirty="0">
                <a:solidFill>
                  <a:srgbClr val="AAAAAA"/>
                </a:solidFill>
                <a:latin typeface="+mj-lt"/>
              </a:rPr>
              <a:t>上</a:t>
            </a:r>
            <a:endParaRPr lang="zh-CN" altLang="en-US" dirty="0">
              <a:solidFill>
                <a:srgbClr val="333333"/>
              </a:solidFill>
              <a:latin typeface="+mj-lt"/>
            </a:endParaRPr>
          </a:p>
          <a:p>
            <a:r>
              <a:rPr lang="zh-CN" altLang="en-US" dirty="0">
                <a:solidFill>
                  <a:srgbClr val="333333"/>
                </a:solidFill>
                <a:latin typeface="+mj-lt"/>
              </a:rPr>
              <a:t>        </a:t>
            </a:r>
            <a:r>
              <a:rPr lang="en-US" altLang="zh-CN" dirty="0" err="1">
                <a:solidFill>
                  <a:srgbClr val="7A3E9D"/>
                </a:solidFill>
                <a:latin typeface="+mj-lt"/>
              </a:rPr>
              <a:t>total_score</a:t>
            </a:r>
            <a:r>
              <a:rPr lang="en-US" altLang="zh-CN" dirty="0" err="1">
                <a:solidFill>
                  <a:srgbClr val="777777"/>
                </a:solidFill>
                <a:latin typeface="+mj-lt"/>
              </a:rPr>
              <a:t>.</a:t>
            </a:r>
            <a:r>
              <a:rPr lang="en-US" altLang="zh-CN" b="1" dirty="0" err="1">
                <a:solidFill>
                  <a:srgbClr val="AA3731"/>
                </a:solidFill>
                <a:latin typeface="+mj-lt"/>
              </a:rPr>
              <a:t>append</a:t>
            </a:r>
            <a:r>
              <a:rPr lang="en-US" altLang="zh-CN" dirty="0">
                <a:solidFill>
                  <a:srgbClr val="777777"/>
                </a:solidFill>
                <a:latin typeface="+mj-lt"/>
              </a:rPr>
              <a:t>(</a:t>
            </a:r>
            <a:r>
              <a:rPr lang="en-US" altLang="zh-CN" dirty="0" err="1">
                <a:solidFill>
                  <a:srgbClr val="7A3E9D"/>
                </a:solidFill>
                <a:latin typeface="+mj-lt"/>
              </a:rPr>
              <a:t>lst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b="1" dirty="0">
                <a:solidFill>
                  <a:srgbClr val="7A3E9D"/>
                </a:solidFill>
                <a:latin typeface="+mj-lt"/>
              </a:rPr>
              <a:t>str</a:t>
            </a:r>
            <a:r>
              <a:rPr lang="en-US" altLang="zh-CN" dirty="0">
                <a:solidFill>
                  <a:srgbClr val="777777"/>
                </a:solidFill>
                <a:latin typeface="+mj-lt"/>
              </a:rPr>
              <a:t>(</a:t>
            </a:r>
            <a:r>
              <a:rPr lang="en-US" altLang="zh-CN" b="1" dirty="0">
                <a:solidFill>
                  <a:srgbClr val="AA3731"/>
                </a:solidFill>
                <a:latin typeface="+mj-lt"/>
              </a:rPr>
              <a:t>sum</a:t>
            </a:r>
            <a:r>
              <a:rPr lang="en-US" altLang="zh-CN" dirty="0">
                <a:solidFill>
                  <a:srgbClr val="777777"/>
                </a:solidFill>
                <a:latin typeface="+mj-lt"/>
              </a:rPr>
              <a:t>(</a:t>
            </a:r>
            <a:r>
              <a:rPr lang="en-US" altLang="zh-CN" b="1" dirty="0">
                <a:solidFill>
                  <a:srgbClr val="7A3E9D"/>
                </a:solidFill>
                <a:latin typeface="+mj-lt"/>
              </a:rPr>
              <a:t>map</a:t>
            </a:r>
            <a:r>
              <a:rPr lang="en-US" altLang="zh-CN" dirty="0">
                <a:solidFill>
                  <a:srgbClr val="777777"/>
                </a:solidFill>
                <a:latin typeface="+mj-lt"/>
              </a:rPr>
              <a:t>(</a:t>
            </a:r>
            <a:r>
              <a:rPr lang="en-US" altLang="zh-CN" b="1" dirty="0">
                <a:solidFill>
                  <a:srgbClr val="7A3E9D"/>
                </a:solidFill>
                <a:latin typeface="+mj-lt"/>
              </a:rPr>
              <a:t>int</a:t>
            </a:r>
            <a:r>
              <a:rPr lang="en-US" altLang="zh-CN" dirty="0">
                <a:solidFill>
                  <a:srgbClr val="777777"/>
                </a:solidFill>
                <a:latin typeface="+mj-lt"/>
              </a:rPr>
              <a:t>,</a:t>
            </a:r>
            <a:r>
              <a:rPr lang="en-US" altLang="zh-CN" dirty="0">
                <a:solidFill>
                  <a:srgbClr val="333333"/>
                </a:solidFill>
                <a:latin typeface="+mj-lt"/>
              </a:rPr>
              <a:t> </a:t>
            </a:r>
            <a:r>
              <a:rPr lang="en-US" altLang="zh-CN" dirty="0" err="1">
                <a:solidFill>
                  <a:srgbClr val="7A3E9D"/>
                </a:solidFill>
                <a:latin typeface="+mj-lt"/>
              </a:rPr>
              <a:t>lst</a:t>
            </a:r>
            <a:r>
              <a:rPr lang="en-US" altLang="zh-CN" dirty="0">
                <a:solidFill>
                  <a:srgbClr val="777777"/>
                </a:solidFill>
                <a:latin typeface="+mj-lt"/>
              </a:rPr>
              <a:t>[</a:t>
            </a:r>
            <a:r>
              <a:rPr lang="en-US" altLang="zh-CN" dirty="0">
                <a:solidFill>
                  <a:srgbClr val="9C5D27"/>
                </a:solidFill>
                <a:latin typeface="+mj-lt"/>
              </a:rPr>
              <a:t>1</a:t>
            </a:r>
            <a:r>
              <a:rPr lang="en-US" altLang="zh-CN" dirty="0">
                <a:solidFill>
                  <a:srgbClr val="777777"/>
                </a:solidFill>
                <a:latin typeface="+mj-lt"/>
              </a:rPr>
              <a:t>:])))])</a:t>
            </a:r>
            <a:r>
              <a:rPr lang="en-US" altLang="zh-CN" dirty="0">
                <a:solidFill>
                  <a:srgbClr val="333333"/>
                </a:solidFill>
                <a:latin typeface="+mj-lt"/>
              </a:rPr>
              <a:t> </a:t>
            </a:r>
            <a:endParaRPr lang="en-US" altLang="zh-CN" dirty="0">
              <a:solidFill>
                <a:srgbClr val="333333"/>
              </a:solidFill>
              <a:latin typeface="+mj-lt"/>
            </a:endParaRPr>
          </a:p>
          <a:p>
            <a:r>
              <a:rPr lang="en-US" altLang="zh-CN" dirty="0">
                <a:solidFill>
                  <a:srgbClr val="333333"/>
                </a:solidFill>
                <a:latin typeface="+mj-lt"/>
              </a:rPr>
              <a:t>    </a:t>
            </a:r>
            <a:r>
              <a:rPr lang="en-US" altLang="zh-CN" dirty="0">
                <a:solidFill>
                  <a:srgbClr val="4B69C6"/>
                </a:solidFill>
                <a:latin typeface="+mj-lt"/>
              </a:rPr>
              <a:t>return</a:t>
            </a:r>
            <a:r>
              <a:rPr lang="en-US" altLang="zh-CN" dirty="0">
                <a:solidFill>
                  <a:srgbClr val="333333"/>
                </a:solidFill>
                <a:latin typeface="+mj-lt"/>
              </a:rPr>
              <a:t> </a:t>
            </a:r>
            <a:r>
              <a:rPr lang="en-US" altLang="zh-CN" dirty="0">
                <a:solidFill>
                  <a:srgbClr val="777777"/>
                </a:solidFill>
                <a:latin typeface="+mj-lt"/>
              </a:rPr>
              <a:t>[</a:t>
            </a:r>
            <a:r>
              <a:rPr lang="en-US" altLang="zh-CN" dirty="0" err="1">
                <a:solidFill>
                  <a:srgbClr val="7A3E9D"/>
                </a:solidFill>
                <a:latin typeface="+mj-lt"/>
              </a:rPr>
              <a:t>score_ls</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9C5D27"/>
                </a:solidFill>
                <a:latin typeface="+mj-lt"/>
              </a:rPr>
              <a:t>0</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err="1">
                <a:solidFill>
                  <a:srgbClr val="7A3E9D"/>
                </a:solidFill>
                <a:latin typeface="+mj-lt"/>
              </a:rPr>
              <a:t>total_score</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返回列表</a:t>
            </a:r>
            <a:endParaRPr lang="zh-CN" altLang="en-US" dirty="0">
              <a:solidFill>
                <a:srgbClr val="333333"/>
              </a:solidFill>
              <a:latin typeface="+mj-lt"/>
            </a:endParaRPr>
          </a:p>
          <a:p>
            <a:br>
              <a:rPr lang="zh-CN" altLang="en-US" dirty="0">
                <a:solidFill>
                  <a:srgbClr val="333333"/>
                </a:solidFill>
                <a:latin typeface="+mj-lt"/>
              </a:rPr>
            </a:br>
            <a:r>
              <a:rPr lang="en-US" altLang="zh-CN" dirty="0">
                <a:solidFill>
                  <a:srgbClr val="7A3E9D"/>
                </a:solidFill>
                <a:latin typeface="+mj-lt"/>
              </a:rPr>
              <a:t>def</a:t>
            </a:r>
            <a:r>
              <a:rPr lang="en-US" altLang="zh-CN" dirty="0">
                <a:solidFill>
                  <a:srgbClr val="333333"/>
                </a:solidFill>
                <a:latin typeface="+mj-lt"/>
              </a:rPr>
              <a:t> </a:t>
            </a:r>
            <a:r>
              <a:rPr lang="en-US" altLang="zh-CN" b="1" dirty="0" err="1">
                <a:solidFill>
                  <a:srgbClr val="AA3731"/>
                </a:solidFill>
                <a:latin typeface="+mj-lt"/>
              </a:rPr>
              <a:t>sort_list</a:t>
            </a:r>
            <a:r>
              <a:rPr lang="en-US" altLang="zh-CN" dirty="0">
                <a:solidFill>
                  <a:srgbClr val="777777"/>
                </a:solidFill>
                <a:latin typeface="+mj-lt"/>
              </a:rPr>
              <a:t>(</a:t>
            </a:r>
            <a:r>
              <a:rPr lang="en-US" altLang="zh-CN" dirty="0" err="1">
                <a:solidFill>
                  <a:srgbClr val="7A3E9D"/>
                </a:solidFill>
                <a:latin typeface="+mj-lt"/>
              </a:rPr>
              <a:t>score_total</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n</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根据第 </a:t>
            </a:r>
            <a:r>
              <a:rPr lang="en-US" altLang="zh-CN" dirty="0">
                <a:solidFill>
                  <a:srgbClr val="AAAAAA"/>
                </a:solidFill>
                <a:latin typeface="+mj-lt"/>
              </a:rPr>
              <a:t>n </a:t>
            </a:r>
            <a:r>
              <a:rPr lang="zh-CN" altLang="en-US" dirty="0">
                <a:solidFill>
                  <a:srgbClr val="AAAAAA"/>
                </a:solidFill>
                <a:latin typeface="+mj-lt"/>
              </a:rPr>
              <a:t>项对嵌套列表降序排序</a:t>
            </a:r>
            <a:endParaRPr lang="zh-CN" altLang="en-US" dirty="0">
              <a:solidFill>
                <a:srgbClr val="333333"/>
              </a:solidFill>
              <a:latin typeface="+mj-lt"/>
            </a:endParaRPr>
          </a:p>
          <a:p>
            <a:r>
              <a:rPr lang="zh-CN" altLang="en-US" dirty="0">
                <a:solidFill>
                  <a:srgbClr val="333333"/>
                </a:solidFill>
                <a:latin typeface="+mj-lt"/>
              </a:rPr>
              <a:t>    </a:t>
            </a:r>
            <a:r>
              <a:rPr lang="en-US" altLang="zh-CN" dirty="0" err="1">
                <a:solidFill>
                  <a:srgbClr val="7A3E9D"/>
                </a:solidFill>
                <a:latin typeface="+mj-lt"/>
              </a:rPr>
              <a:t>title_ls</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err="1">
                <a:solidFill>
                  <a:srgbClr val="7A3E9D"/>
                </a:solidFill>
                <a:latin typeface="+mj-lt"/>
              </a:rPr>
              <a:t>score_total</a:t>
            </a:r>
            <a:r>
              <a:rPr lang="en-US" altLang="zh-CN" dirty="0">
                <a:solidFill>
                  <a:srgbClr val="777777"/>
                </a:solidFill>
                <a:latin typeface="+mj-lt"/>
              </a:rPr>
              <a:t>[</a:t>
            </a:r>
            <a:r>
              <a:rPr lang="en-US" altLang="zh-CN" dirty="0">
                <a:solidFill>
                  <a:srgbClr val="9C5D27"/>
                </a:solidFill>
                <a:latin typeface="+mj-lt"/>
              </a:rPr>
              <a:t>0</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标题不参与排序</a:t>
            </a:r>
            <a:endParaRPr lang="zh-CN" altLang="en-US" dirty="0">
              <a:solidFill>
                <a:srgbClr val="333333"/>
              </a:solidFill>
              <a:latin typeface="+mj-lt"/>
            </a:endParaRPr>
          </a:p>
          <a:p>
            <a:r>
              <a:rPr lang="zh-CN" altLang="en-US" dirty="0">
                <a:solidFill>
                  <a:srgbClr val="333333"/>
                </a:solidFill>
                <a:latin typeface="+mj-lt"/>
              </a:rPr>
              <a:t>    </a:t>
            </a:r>
            <a:r>
              <a:rPr lang="en-US" altLang="zh-CN" dirty="0" err="1">
                <a:solidFill>
                  <a:srgbClr val="7A3E9D"/>
                </a:solidFill>
                <a:latin typeface="+mj-lt"/>
              </a:rPr>
              <a:t>score_ls</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err="1">
                <a:solidFill>
                  <a:srgbClr val="7A3E9D"/>
                </a:solidFill>
                <a:latin typeface="+mj-lt"/>
              </a:rPr>
              <a:t>score_total</a:t>
            </a:r>
            <a:r>
              <a:rPr lang="en-US" altLang="zh-CN" dirty="0">
                <a:solidFill>
                  <a:srgbClr val="777777"/>
                </a:solidFill>
                <a:latin typeface="+mj-lt"/>
              </a:rPr>
              <a:t>[</a:t>
            </a:r>
            <a:r>
              <a:rPr lang="en-US" altLang="zh-CN" dirty="0">
                <a:solidFill>
                  <a:srgbClr val="9C5D27"/>
                </a:solidFill>
                <a:latin typeface="+mj-lt"/>
              </a:rPr>
              <a:t>1</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将成绩数据切分出来</a:t>
            </a:r>
            <a:endParaRPr lang="zh-CN" altLang="en-US" dirty="0">
              <a:solidFill>
                <a:srgbClr val="333333"/>
              </a:solidFill>
              <a:latin typeface="+mj-lt"/>
            </a:endParaRPr>
          </a:p>
          <a:p>
            <a:r>
              <a:rPr lang="zh-CN" altLang="en-US" dirty="0">
                <a:solidFill>
                  <a:srgbClr val="333333"/>
                </a:solidFill>
                <a:latin typeface="+mj-lt"/>
              </a:rPr>
              <a:t>    </a:t>
            </a:r>
            <a:r>
              <a:rPr lang="en-US" altLang="zh-CN" dirty="0" err="1">
                <a:solidFill>
                  <a:srgbClr val="7A3E9D"/>
                </a:solidFill>
                <a:latin typeface="+mj-lt"/>
              </a:rPr>
              <a:t>score_ls</a:t>
            </a:r>
            <a:r>
              <a:rPr lang="en-US" altLang="zh-CN" dirty="0" err="1">
                <a:solidFill>
                  <a:srgbClr val="777777"/>
                </a:solidFill>
                <a:latin typeface="+mj-lt"/>
              </a:rPr>
              <a:t>.</a:t>
            </a:r>
            <a:r>
              <a:rPr lang="en-US" altLang="zh-CN" dirty="0" err="1">
                <a:solidFill>
                  <a:srgbClr val="333333"/>
                </a:solidFill>
                <a:latin typeface="+mj-lt"/>
              </a:rPr>
              <a:t>sort</a:t>
            </a:r>
            <a:r>
              <a:rPr lang="en-US" altLang="zh-CN" dirty="0">
                <a:solidFill>
                  <a:srgbClr val="777777"/>
                </a:solidFill>
                <a:latin typeface="+mj-lt"/>
              </a:rPr>
              <a:t>(</a:t>
            </a:r>
            <a:r>
              <a:rPr lang="en-US" altLang="zh-CN" dirty="0">
                <a:solidFill>
                  <a:srgbClr val="7A3E9D"/>
                </a:solidFill>
                <a:latin typeface="+mj-lt"/>
              </a:rPr>
              <a:t>key</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lambda</a:t>
            </a:r>
            <a:r>
              <a:rPr lang="en-US" altLang="zh-CN" dirty="0">
                <a:solidFill>
                  <a:srgbClr val="333333"/>
                </a:solidFill>
                <a:latin typeface="+mj-lt"/>
              </a:rPr>
              <a:t> </a:t>
            </a:r>
            <a:r>
              <a:rPr lang="en-US" altLang="zh-CN" dirty="0">
                <a:solidFill>
                  <a:srgbClr val="7A3E9D"/>
                </a:solidFill>
                <a:latin typeface="+mj-lt"/>
              </a:rPr>
              <a:t>x</a:t>
            </a:r>
            <a:r>
              <a:rPr lang="en-US" altLang="zh-CN" dirty="0">
                <a:solidFill>
                  <a:srgbClr val="777777"/>
                </a:solidFill>
                <a:latin typeface="+mj-lt"/>
              </a:rPr>
              <a:t>:</a:t>
            </a:r>
            <a:r>
              <a:rPr lang="en-US" altLang="zh-CN" b="1" dirty="0">
                <a:solidFill>
                  <a:srgbClr val="7A3E9D"/>
                </a:solidFill>
                <a:latin typeface="+mj-lt"/>
              </a:rPr>
              <a:t>int</a:t>
            </a:r>
            <a:r>
              <a:rPr lang="en-US" altLang="zh-CN" dirty="0">
                <a:solidFill>
                  <a:srgbClr val="777777"/>
                </a:solidFill>
                <a:latin typeface="+mj-lt"/>
              </a:rPr>
              <a:t>(</a:t>
            </a:r>
            <a:r>
              <a:rPr lang="en-US" altLang="zh-CN" dirty="0">
                <a:solidFill>
                  <a:srgbClr val="7A3E9D"/>
                </a:solidFill>
                <a:latin typeface="+mj-lt"/>
              </a:rPr>
              <a:t>x</a:t>
            </a:r>
            <a:r>
              <a:rPr lang="en-US" altLang="zh-CN" dirty="0">
                <a:solidFill>
                  <a:srgbClr val="777777"/>
                </a:solidFill>
                <a:latin typeface="+mj-lt"/>
              </a:rPr>
              <a:t>[</a:t>
            </a:r>
            <a:r>
              <a:rPr lang="en-US" altLang="zh-CN" dirty="0">
                <a:solidFill>
                  <a:srgbClr val="7A3E9D"/>
                </a:solidFill>
                <a:latin typeface="+mj-lt"/>
              </a:rPr>
              <a:t>n</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reverse</a:t>
            </a:r>
            <a:r>
              <a:rPr lang="en-US" altLang="zh-CN" dirty="0">
                <a:solidFill>
                  <a:srgbClr val="777777"/>
                </a:solidFill>
                <a:latin typeface="+mj-lt"/>
              </a:rPr>
              <a:t>=</a:t>
            </a:r>
            <a:r>
              <a:rPr lang="en-US" altLang="zh-CN" dirty="0">
                <a:solidFill>
                  <a:srgbClr val="9C5D27"/>
                </a:solidFill>
                <a:latin typeface="+mj-lt"/>
              </a:rPr>
              <a:t>True</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转整数作排序依据，降序</a:t>
            </a:r>
            <a:endParaRPr lang="zh-CN" altLang="en-US" dirty="0">
              <a:solidFill>
                <a:srgbClr val="333333"/>
              </a:solidFill>
              <a:latin typeface="+mj-lt"/>
            </a:endParaRPr>
          </a:p>
          <a:p>
            <a:r>
              <a:rPr lang="zh-CN" altLang="en-US" dirty="0">
                <a:solidFill>
                  <a:srgbClr val="333333"/>
                </a:solidFill>
                <a:latin typeface="+mj-lt"/>
              </a:rPr>
              <a:t>    </a:t>
            </a:r>
            <a:r>
              <a:rPr lang="en-US" altLang="zh-CN" dirty="0" err="1">
                <a:solidFill>
                  <a:srgbClr val="7A3E9D"/>
                </a:solidFill>
                <a:latin typeface="+mj-lt"/>
              </a:rPr>
              <a:t>score_sort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err="1">
                <a:solidFill>
                  <a:srgbClr val="7A3E9D"/>
                </a:solidFill>
                <a:latin typeface="+mj-lt"/>
              </a:rPr>
              <a:t>title_ls</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err="1">
                <a:solidFill>
                  <a:srgbClr val="7A3E9D"/>
                </a:solidFill>
                <a:latin typeface="+mj-lt"/>
              </a:rPr>
              <a:t>score_ls</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与标题数据拼接</a:t>
            </a:r>
            <a:endParaRPr lang="zh-CN" altLang="en-US" dirty="0">
              <a:solidFill>
                <a:srgbClr val="333333"/>
              </a:solidFill>
              <a:latin typeface="+mj-lt"/>
            </a:endParaRPr>
          </a:p>
          <a:p>
            <a:r>
              <a:rPr lang="zh-CN" altLang="en-US" dirty="0">
                <a:solidFill>
                  <a:srgbClr val="333333"/>
                </a:solidFill>
                <a:latin typeface="+mj-lt"/>
              </a:rPr>
              <a:t>    </a:t>
            </a:r>
            <a:r>
              <a:rPr lang="en-US" altLang="zh-CN" dirty="0">
                <a:solidFill>
                  <a:srgbClr val="4B69C6"/>
                </a:solidFill>
                <a:latin typeface="+mj-lt"/>
              </a:rPr>
              <a:t>return</a:t>
            </a:r>
            <a:r>
              <a:rPr lang="en-US" altLang="zh-CN" dirty="0">
                <a:solidFill>
                  <a:srgbClr val="333333"/>
                </a:solidFill>
                <a:latin typeface="+mj-lt"/>
              </a:rPr>
              <a:t> </a:t>
            </a:r>
            <a:r>
              <a:rPr lang="en-US" altLang="zh-CN" dirty="0" err="1">
                <a:solidFill>
                  <a:srgbClr val="7A3E9D"/>
                </a:solidFill>
                <a:latin typeface="+mj-lt"/>
              </a:rPr>
              <a:t>score_sort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返回排序后的列表</a:t>
            </a:r>
            <a:endParaRPr lang="zh-CN" altLang="en-US" dirty="0">
              <a:solidFill>
                <a:srgbClr val="333333"/>
              </a:solidFill>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7.3 </a:t>
            </a:r>
            <a:r>
              <a:rPr lang="zh-CN" altLang="en-US" dirty="0"/>
              <a:t>读文件统计成绩</a:t>
            </a:r>
            <a:endParaRPr lang="zh-CN" altLang="en-US" dirty="0"/>
          </a:p>
        </p:txBody>
      </p:sp>
      <p:sp>
        <p:nvSpPr>
          <p:cNvPr id="7" name="内容占位符 6"/>
          <p:cNvSpPr>
            <a:spLocks noGrp="1"/>
          </p:cNvSpPr>
          <p:nvPr>
            <p:ph sz="quarter" idx="14"/>
          </p:nvPr>
        </p:nvSpPr>
        <p:spPr/>
        <p:txBody>
          <a:bodyPr/>
          <a:lstStyle/>
          <a:p>
            <a:r>
              <a:rPr lang="zh-CN" altLang="en-US" dirty="0"/>
              <a:t>实例 </a:t>
            </a:r>
            <a:endParaRPr lang="zh-CN" altLang="en-US" dirty="0"/>
          </a:p>
        </p:txBody>
      </p:sp>
      <p:sp>
        <p:nvSpPr>
          <p:cNvPr id="2" name="内容占位符 5"/>
          <p:cNvSpPr txBox="1"/>
          <p:nvPr/>
        </p:nvSpPr>
        <p:spPr>
          <a:xfrm>
            <a:off x="780060" y="904568"/>
            <a:ext cx="10631877" cy="5810863"/>
          </a:xfrm>
          <a:prstGeom prst="roundRect">
            <a:avLst>
              <a:gd name="adj" fmla="val 10434"/>
            </a:avLst>
          </a:prstGeom>
          <a:solidFill>
            <a:schemeClr val="bg1">
              <a:lumMod val="95000"/>
            </a:schemeClr>
          </a:solidFill>
          <a:ln>
            <a:noFill/>
          </a:ln>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dirty="0">
                <a:solidFill>
                  <a:srgbClr val="7A3E9D"/>
                </a:solidFill>
                <a:latin typeface="+mj-lt"/>
              </a:rPr>
              <a:t>def</a:t>
            </a:r>
            <a:r>
              <a:rPr lang="en-US" altLang="zh-CN" dirty="0">
                <a:solidFill>
                  <a:srgbClr val="333333"/>
                </a:solidFill>
                <a:latin typeface="+mj-lt"/>
              </a:rPr>
              <a:t> </a:t>
            </a:r>
            <a:r>
              <a:rPr lang="en-US" altLang="zh-CN" b="1" dirty="0" err="1">
                <a:solidFill>
                  <a:srgbClr val="AA3731"/>
                </a:solidFill>
                <a:latin typeface="+mj-lt"/>
              </a:rPr>
              <a:t>write_file</a:t>
            </a:r>
            <a:r>
              <a:rPr lang="en-US" altLang="zh-CN" dirty="0">
                <a:solidFill>
                  <a:srgbClr val="777777"/>
                </a:solidFill>
                <a:latin typeface="+mj-lt"/>
              </a:rPr>
              <a:t>(</a:t>
            </a:r>
            <a:r>
              <a:rPr lang="en-US" altLang="zh-CN" dirty="0" err="1">
                <a:solidFill>
                  <a:srgbClr val="7A3E9D"/>
                </a:solidFill>
                <a:latin typeface="+mj-lt"/>
              </a:rPr>
              <a:t>score_sort</a:t>
            </a:r>
            <a:r>
              <a:rPr lang="en-US" altLang="zh-CN" dirty="0">
                <a:solidFill>
                  <a:srgbClr val="777777"/>
                </a:solidFill>
                <a:latin typeface="+mj-lt"/>
              </a:rPr>
              <a:t>,</a:t>
            </a:r>
            <a:r>
              <a:rPr lang="en-US" altLang="zh-CN" dirty="0">
                <a:solidFill>
                  <a:srgbClr val="333333"/>
                </a:solidFill>
                <a:latin typeface="+mj-lt"/>
              </a:rPr>
              <a:t> </a:t>
            </a:r>
            <a:r>
              <a:rPr lang="en-US" altLang="zh-CN" dirty="0" err="1">
                <a:solidFill>
                  <a:srgbClr val="7A3E9D"/>
                </a:solidFill>
                <a:latin typeface="+mj-lt"/>
              </a:rPr>
              <a:t>new_file</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将列表写入新文件</a:t>
            </a:r>
            <a:endParaRPr lang="zh-CN" altLang="en-US" dirty="0">
              <a:solidFill>
                <a:srgbClr val="333333"/>
              </a:solidFill>
              <a:latin typeface="+mj-lt"/>
            </a:endParaRPr>
          </a:p>
          <a:p>
            <a:r>
              <a:rPr lang="zh-CN" altLang="en-US" dirty="0">
                <a:solidFill>
                  <a:srgbClr val="333333"/>
                </a:solidFill>
                <a:latin typeface="+mj-lt"/>
              </a:rPr>
              <a:t>    </a:t>
            </a:r>
            <a:r>
              <a:rPr lang="en-US" altLang="zh-CN" dirty="0">
                <a:solidFill>
                  <a:srgbClr val="4B69C6"/>
                </a:solidFill>
                <a:latin typeface="+mj-lt"/>
              </a:rPr>
              <a:t>with</a:t>
            </a:r>
            <a:r>
              <a:rPr lang="en-US" altLang="zh-CN" dirty="0">
                <a:solidFill>
                  <a:srgbClr val="333333"/>
                </a:solidFill>
                <a:latin typeface="+mj-lt"/>
              </a:rPr>
              <a:t> </a:t>
            </a:r>
            <a:r>
              <a:rPr lang="en-US" altLang="zh-CN" b="1" dirty="0">
                <a:solidFill>
                  <a:srgbClr val="AA3731"/>
                </a:solidFill>
                <a:latin typeface="+mj-lt"/>
              </a:rPr>
              <a:t>open</a:t>
            </a:r>
            <a:r>
              <a:rPr lang="en-US" altLang="zh-CN" dirty="0">
                <a:solidFill>
                  <a:srgbClr val="777777"/>
                </a:solidFill>
                <a:latin typeface="+mj-lt"/>
              </a:rPr>
              <a:t>(</a:t>
            </a:r>
            <a:r>
              <a:rPr lang="en-US" altLang="zh-CN" dirty="0" err="1">
                <a:solidFill>
                  <a:srgbClr val="7A3E9D"/>
                </a:solidFill>
                <a:latin typeface="+mj-lt"/>
              </a:rPr>
              <a:t>new_file</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448C27"/>
                </a:solidFill>
                <a:latin typeface="+mj-lt"/>
              </a:rPr>
              <a:t>w</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encoding</a:t>
            </a:r>
            <a:r>
              <a:rPr lang="en-US" altLang="zh-CN" dirty="0">
                <a:solidFill>
                  <a:srgbClr val="777777"/>
                </a:solidFill>
                <a:latin typeface="+mj-lt"/>
              </a:rPr>
              <a:t>='</a:t>
            </a:r>
            <a:r>
              <a:rPr lang="en-US" altLang="zh-CN" dirty="0">
                <a:solidFill>
                  <a:srgbClr val="448C27"/>
                </a:solidFill>
                <a:latin typeface="+mj-lt"/>
              </a:rPr>
              <a:t>utf-8</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4B69C6"/>
                </a:solidFill>
                <a:latin typeface="+mj-lt"/>
              </a:rPr>
              <a:t>as</a:t>
            </a:r>
            <a:r>
              <a:rPr lang="en-US" altLang="zh-CN" dirty="0">
                <a:solidFill>
                  <a:srgbClr val="333333"/>
                </a:solidFill>
                <a:latin typeface="+mj-lt"/>
              </a:rPr>
              <a:t> </a:t>
            </a:r>
            <a:r>
              <a:rPr lang="en-US" altLang="zh-CN" dirty="0" err="1">
                <a:solidFill>
                  <a:srgbClr val="7A3E9D"/>
                </a:solidFill>
                <a:latin typeface="+mj-lt"/>
              </a:rPr>
              <a:t>fw</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'w'</a:t>
            </a:r>
            <a:r>
              <a:rPr lang="zh-CN" altLang="en-US" dirty="0">
                <a:solidFill>
                  <a:srgbClr val="AAAAAA"/>
                </a:solidFill>
                <a:latin typeface="+mj-lt"/>
              </a:rPr>
              <a:t>写权限</a:t>
            </a:r>
            <a:endParaRPr lang="zh-CN" altLang="en-US" dirty="0">
              <a:solidFill>
                <a:srgbClr val="333333"/>
              </a:solidFill>
              <a:latin typeface="+mj-lt"/>
            </a:endParaRPr>
          </a:p>
          <a:p>
            <a:r>
              <a:rPr lang="zh-CN" altLang="en-US" dirty="0">
                <a:solidFill>
                  <a:srgbClr val="333333"/>
                </a:solidFill>
                <a:latin typeface="+mj-lt"/>
              </a:rPr>
              <a:t>        </a:t>
            </a:r>
            <a:r>
              <a:rPr lang="en-US" altLang="zh-CN" dirty="0">
                <a:solidFill>
                  <a:srgbClr val="4B69C6"/>
                </a:solidFill>
                <a:latin typeface="+mj-lt"/>
              </a:rPr>
              <a:t>for</a:t>
            </a:r>
            <a:r>
              <a:rPr lang="en-US" altLang="zh-CN" dirty="0">
                <a:solidFill>
                  <a:srgbClr val="333333"/>
                </a:solidFill>
                <a:latin typeface="+mj-lt"/>
              </a:rPr>
              <a:t> </a:t>
            </a:r>
            <a:r>
              <a:rPr lang="en-US" altLang="zh-CN" dirty="0">
                <a:solidFill>
                  <a:srgbClr val="7A3E9D"/>
                </a:solidFill>
                <a:latin typeface="+mj-lt"/>
              </a:rPr>
              <a:t>x</a:t>
            </a:r>
            <a:r>
              <a:rPr lang="en-US" altLang="zh-CN" dirty="0">
                <a:solidFill>
                  <a:srgbClr val="333333"/>
                </a:solidFill>
                <a:latin typeface="+mj-lt"/>
              </a:rPr>
              <a:t> </a:t>
            </a:r>
            <a:r>
              <a:rPr lang="en-US" altLang="zh-CN" dirty="0">
                <a:solidFill>
                  <a:srgbClr val="4B69C6"/>
                </a:solidFill>
                <a:latin typeface="+mj-lt"/>
              </a:rPr>
              <a:t>in</a:t>
            </a:r>
            <a:r>
              <a:rPr lang="en-US" altLang="zh-CN" dirty="0">
                <a:solidFill>
                  <a:srgbClr val="333333"/>
                </a:solidFill>
                <a:latin typeface="+mj-lt"/>
              </a:rPr>
              <a:t> </a:t>
            </a:r>
            <a:r>
              <a:rPr lang="en-US" altLang="zh-CN" dirty="0" err="1">
                <a:solidFill>
                  <a:srgbClr val="7A3E9D"/>
                </a:solidFill>
                <a:latin typeface="+mj-lt"/>
              </a:rPr>
              <a:t>score_sort</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遍历成绩列表</a:t>
            </a:r>
            <a:endParaRPr lang="zh-CN" altLang="en-US" dirty="0">
              <a:solidFill>
                <a:srgbClr val="333333"/>
              </a:solidFill>
              <a:latin typeface="+mj-lt"/>
            </a:endParaRPr>
          </a:p>
          <a:p>
            <a:r>
              <a:rPr lang="zh-CN" altLang="en-US" dirty="0">
                <a:solidFill>
                  <a:srgbClr val="333333"/>
                </a:solidFill>
                <a:latin typeface="+mj-lt"/>
              </a:rPr>
              <a:t>            </a:t>
            </a:r>
            <a:r>
              <a:rPr lang="en-US" altLang="zh-CN" dirty="0" err="1">
                <a:solidFill>
                  <a:srgbClr val="7A3E9D"/>
                </a:solidFill>
                <a:latin typeface="+mj-lt"/>
              </a:rPr>
              <a:t>fw</a:t>
            </a:r>
            <a:r>
              <a:rPr lang="en-US" altLang="zh-CN" dirty="0" err="1">
                <a:solidFill>
                  <a:srgbClr val="777777"/>
                </a:solidFill>
                <a:latin typeface="+mj-lt"/>
              </a:rPr>
              <a:t>.</a:t>
            </a:r>
            <a:r>
              <a:rPr lang="en-US" altLang="zh-CN" b="1" dirty="0" err="1">
                <a:solidFill>
                  <a:srgbClr val="AA3731"/>
                </a:solidFill>
                <a:latin typeface="+mj-lt"/>
              </a:rPr>
              <a:t>write</a:t>
            </a:r>
            <a:r>
              <a:rPr lang="en-US" altLang="zh-CN" dirty="0">
                <a:solidFill>
                  <a:srgbClr val="777777"/>
                </a:solidFill>
                <a:latin typeface="+mj-lt"/>
              </a:rPr>
              <a:t>('</a:t>
            </a:r>
            <a:r>
              <a:rPr lang="en-US" altLang="zh-CN" dirty="0">
                <a:solidFill>
                  <a:srgbClr val="448C27"/>
                </a:solidFill>
                <a:latin typeface="+mj-lt"/>
              </a:rPr>
              <a:t>,</a:t>
            </a:r>
            <a:r>
              <a:rPr lang="en-US" altLang="zh-CN" dirty="0">
                <a:solidFill>
                  <a:srgbClr val="777777"/>
                </a:solidFill>
                <a:latin typeface="+mj-lt"/>
              </a:rPr>
              <a:t>'.</a:t>
            </a:r>
            <a:r>
              <a:rPr lang="en-US" altLang="zh-CN" b="1" dirty="0">
                <a:solidFill>
                  <a:srgbClr val="AA3731"/>
                </a:solidFill>
                <a:latin typeface="+mj-lt"/>
              </a:rPr>
              <a:t>join</a:t>
            </a:r>
            <a:r>
              <a:rPr lang="en-US" altLang="zh-CN" dirty="0">
                <a:solidFill>
                  <a:srgbClr val="777777"/>
                </a:solidFill>
                <a:latin typeface="+mj-lt"/>
              </a:rPr>
              <a:t>(</a:t>
            </a:r>
            <a:r>
              <a:rPr lang="en-US" altLang="zh-CN" dirty="0">
                <a:solidFill>
                  <a:srgbClr val="7A3E9D"/>
                </a:solidFill>
                <a:latin typeface="+mj-lt"/>
              </a:rPr>
              <a:t>x</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'\n')</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拼接为字符串加</a:t>
            </a:r>
            <a:r>
              <a:rPr lang="en-US" altLang="zh-CN" dirty="0">
                <a:solidFill>
                  <a:srgbClr val="AAAAAA"/>
                </a:solidFill>
                <a:latin typeface="+mj-lt"/>
              </a:rPr>
              <a:t>\n</a:t>
            </a:r>
            <a:endParaRPr lang="en-US" altLang="zh-CN" dirty="0">
              <a:solidFill>
                <a:srgbClr val="333333"/>
              </a:solidFill>
              <a:latin typeface="+mj-lt"/>
            </a:endParaRPr>
          </a:p>
          <a:p>
            <a:r>
              <a:rPr lang="en-US" altLang="zh-CN" dirty="0">
                <a:solidFill>
                  <a:srgbClr val="333333"/>
                </a:solidFill>
                <a:latin typeface="+mj-lt"/>
              </a:rPr>
              <a:t>    </a:t>
            </a:r>
            <a:r>
              <a:rPr lang="en-US" altLang="zh-CN" b="1" dirty="0">
                <a:solidFill>
                  <a:srgbClr val="AA3731"/>
                </a:solidFill>
                <a:latin typeface="+mj-lt"/>
              </a:rPr>
              <a:t>print</a:t>
            </a:r>
            <a:r>
              <a:rPr lang="en-US" altLang="zh-CN" dirty="0">
                <a:solidFill>
                  <a:srgbClr val="777777"/>
                </a:solidFill>
                <a:latin typeface="+mj-lt"/>
              </a:rPr>
              <a:t>('</a:t>
            </a:r>
            <a:r>
              <a:rPr lang="zh-CN" altLang="en-US" dirty="0">
                <a:solidFill>
                  <a:srgbClr val="448C27"/>
                </a:solidFill>
                <a:latin typeface="+mj-lt"/>
              </a:rPr>
              <a:t>文件写入完成</a:t>
            </a:r>
            <a:r>
              <a:rPr lang="en-US" altLang="zh-CN" dirty="0">
                <a:solidFill>
                  <a:srgbClr val="777777"/>
                </a:solidFill>
                <a:latin typeface="+mj-lt"/>
              </a:rPr>
              <a:t>')</a:t>
            </a:r>
            <a:r>
              <a:rPr lang="zh-CN" altLang="en-US" dirty="0">
                <a:solidFill>
                  <a:srgbClr val="333333"/>
                </a:solidFill>
                <a:latin typeface="+mj-lt"/>
              </a:rPr>
              <a:t>                                  </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输出提示</a:t>
            </a:r>
            <a:endParaRPr lang="zh-CN" altLang="en-US" dirty="0">
              <a:solidFill>
                <a:srgbClr val="333333"/>
              </a:solidFill>
              <a:latin typeface="+mj-lt"/>
            </a:endParaRPr>
          </a:p>
          <a:p>
            <a:br>
              <a:rPr lang="zh-CN" altLang="en-US" dirty="0">
                <a:solidFill>
                  <a:srgbClr val="333333"/>
                </a:solidFill>
                <a:latin typeface="+mj-lt"/>
              </a:rPr>
            </a:br>
            <a:r>
              <a:rPr lang="en-US" altLang="zh-CN" dirty="0">
                <a:solidFill>
                  <a:srgbClr val="4B69C6"/>
                </a:solidFill>
                <a:latin typeface="+mj-lt"/>
              </a:rPr>
              <a:t>if</a:t>
            </a:r>
            <a:r>
              <a:rPr lang="en-US" altLang="zh-CN" dirty="0">
                <a:solidFill>
                  <a:srgbClr val="333333"/>
                </a:solidFill>
                <a:latin typeface="+mj-lt"/>
              </a:rPr>
              <a:t> </a:t>
            </a:r>
            <a:r>
              <a:rPr lang="en-US" altLang="zh-CN" dirty="0">
                <a:solidFill>
                  <a:srgbClr val="7A3E9D"/>
                </a:solidFill>
                <a:latin typeface="+mj-lt"/>
              </a:rPr>
              <a:t>__name__</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448C27"/>
                </a:solidFill>
                <a:latin typeface="+mj-lt"/>
              </a:rPr>
              <a:t>__main__</a:t>
            </a:r>
            <a:r>
              <a:rPr lang="en-US" altLang="zh-CN" dirty="0">
                <a:solidFill>
                  <a:srgbClr val="777777"/>
                </a:solidFill>
                <a:latin typeface="+mj-lt"/>
              </a:rPr>
              <a:t>':</a:t>
            </a:r>
            <a:r>
              <a:rPr lang="en-US" altLang="zh-CN" dirty="0">
                <a:solidFill>
                  <a:srgbClr val="333333"/>
                </a:solidFill>
                <a:latin typeface="+mj-lt"/>
              </a:rPr>
              <a:t> </a:t>
            </a:r>
            <a:endParaRPr lang="en-US" altLang="zh-CN" dirty="0">
              <a:solidFill>
                <a:srgbClr val="333333"/>
              </a:solidFill>
              <a:latin typeface="+mj-lt"/>
            </a:endParaRPr>
          </a:p>
          <a:p>
            <a:r>
              <a:rPr lang="en-US" altLang="zh-CN" dirty="0">
                <a:solidFill>
                  <a:srgbClr val="333333"/>
                </a:solidFill>
                <a:latin typeface="+mj-lt"/>
              </a:rPr>
              <a:t>    </a:t>
            </a:r>
            <a:r>
              <a:rPr lang="en-US" altLang="zh-CN" dirty="0">
                <a:solidFill>
                  <a:srgbClr val="7A3E9D"/>
                </a:solidFill>
                <a:latin typeface="+mj-lt"/>
              </a:rPr>
              <a:t>file</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448C27"/>
                </a:solidFill>
                <a:latin typeface="+mj-lt"/>
              </a:rPr>
              <a:t>score.csv</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定义文件名变量</a:t>
            </a:r>
            <a:endParaRPr lang="zh-CN" altLang="en-US" dirty="0">
              <a:solidFill>
                <a:srgbClr val="333333"/>
              </a:solidFill>
              <a:latin typeface="+mj-lt"/>
            </a:endParaRPr>
          </a:p>
          <a:p>
            <a:r>
              <a:rPr lang="zh-CN" altLang="en-US" dirty="0">
                <a:solidFill>
                  <a:srgbClr val="333333"/>
                </a:solidFill>
                <a:latin typeface="+mj-lt"/>
              </a:rPr>
              <a:t>    </a:t>
            </a:r>
            <a:r>
              <a:rPr lang="en-US" altLang="zh-CN" dirty="0">
                <a:solidFill>
                  <a:srgbClr val="7A3E9D"/>
                </a:solidFill>
                <a:latin typeface="+mj-lt"/>
              </a:rPr>
              <a:t>score</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b="1" dirty="0" err="1">
                <a:solidFill>
                  <a:srgbClr val="AA3731"/>
                </a:solidFill>
                <a:latin typeface="+mj-lt"/>
              </a:rPr>
              <a:t>read_file</a:t>
            </a:r>
            <a:r>
              <a:rPr lang="en-US" altLang="zh-CN" dirty="0">
                <a:solidFill>
                  <a:srgbClr val="777777"/>
                </a:solidFill>
                <a:latin typeface="+mj-lt"/>
              </a:rPr>
              <a:t>(</a:t>
            </a:r>
            <a:r>
              <a:rPr lang="en-US" altLang="zh-CN" dirty="0">
                <a:solidFill>
                  <a:srgbClr val="7A3E9D"/>
                </a:solidFill>
                <a:latin typeface="+mj-lt"/>
              </a:rPr>
              <a:t>file</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获得成绩列表</a:t>
            </a:r>
            <a:endParaRPr lang="zh-CN" altLang="en-US" dirty="0">
              <a:solidFill>
                <a:srgbClr val="333333"/>
              </a:solidFill>
              <a:latin typeface="+mj-lt"/>
            </a:endParaRPr>
          </a:p>
          <a:p>
            <a:r>
              <a:rPr lang="zh-CN" altLang="en-US" dirty="0">
                <a:solidFill>
                  <a:srgbClr val="333333"/>
                </a:solidFill>
                <a:latin typeface="+mj-lt"/>
              </a:rPr>
              <a:t>    </a:t>
            </a:r>
            <a:r>
              <a:rPr lang="en-US" altLang="zh-CN" dirty="0" err="1">
                <a:solidFill>
                  <a:srgbClr val="7A3E9D"/>
                </a:solidFill>
                <a:latin typeface="+mj-lt"/>
              </a:rPr>
              <a:t>score_total</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b="1" dirty="0">
                <a:solidFill>
                  <a:srgbClr val="AA3731"/>
                </a:solidFill>
                <a:latin typeface="+mj-lt"/>
              </a:rPr>
              <a:t>total</a:t>
            </a:r>
            <a:r>
              <a:rPr lang="en-US" altLang="zh-CN" dirty="0">
                <a:solidFill>
                  <a:srgbClr val="777777"/>
                </a:solidFill>
                <a:latin typeface="+mj-lt"/>
              </a:rPr>
              <a:t>(</a:t>
            </a:r>
            <a:r>
              <a:rPr lang="en-US" altLang="zh-CN" dirty="0">
                <a:solidFill>
                  <a:srgbClr val="7A3E9D"/>
                </a:solidFill>
                <a:latin typeface="+mj-lt"/>
              </a:rPr>
              <a:t>score</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增加总成绩</a:t>
            </a:r>
            <a:endParaRPr lang="zh-CN" altLang="en-US" dirty="0">
              <a:solidFill>
                <a:srgbClr val="333333"/>
              </a:solidFill>
              <a:latin typeface="+mj-lt"/>
            </a:endParaRPr>
          </a:p>
          <a:p>
            <a:r>
              <a:rPr lang="zh-CN" altLang="en-US" dirty="0">
                <a:solidFill>
                  <a:srgbClr val="333333"/>
                </a:solidFill>
                <a:latin typeface="+mj-lt"/>
              </a:rPr>
              <a:t>    </a:t>
            </a:r>
            <a:r>
              <a:rPr lang="en-US" altLang="zh-CN" b="1" dirty="0">
                <a:solidFill>
                  <a:srgbClr val="AA3731"/>
                </a:solidFill>
                <a:latin typeface="+mj-lt"/>
              </a:rPr>
              <a:t>print</a:t>
            </a:r>
            <a:r>
              <a:rPr lang="en-US" altLang="zh-CN" dirty="0">
                <a:solidFill>
                  <a:srgbClr val="777777"/>
                </a:solidFill>
                <a:latin typeface="+mj-lt"/>
              </a:rPr>
              <a:t>(</a:t>
            </a:r>
            <a:r>
              <a:rPr lang="en-US" altLang="zh-CN" dirty="0" err="1">
                <a:solidFill>
                  <a:srgbClr val="7A3E9D"/>
                </a:solidFill>
                <a:latin typeface="+mj-lt"/>
              </a:rPr>
              <a:t>score_total</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输出列表数据</a:t>
            </a:r>
            <a:endParaRPr lang="zh-CN" altLang="en-US" dirty="0">
              <a:solidFill>
                <a:srgbClr val="333333"/>
              </a:solidFill>
              <a:latin typeface="+mj-lt"/>
            </a:endParaRPr>
          </a:p>
          <a:p>
            <a:r>
              <a:rPr lang="zh-CN" altLang="en-US" dirty="0">
                <a:solidFill>
                  <a:srgbClr val="333333"/>
                </a:solidFill>
                <a:latin typeface="+mj-lt"/>
              </a:rPr>
              <a:t>    </a:t>
            </a:r>
            <a:r>
              <a:rPr lang="en-US" altLang="zh-CN" dirty="0" err="1">
                <a:solidFill>
                  <a:srgbClr val="7A3E9D"/>
                </a:solidFill>
                <a:latin typeface="+mj-lt"/>
              </a:rPr>
              <a:t>score_sorted</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b="1" dirty="0" err="1">
                <a:solidFill>
                  <a:srgbClr val="AA3731"/>
                </a:solidFill>
                <a:latin typeface="+mj-lt"/>
              </a:rPr>
              <a:t>sort_list</a:t>
            </a:r>
            <a:r>
              <a:rPr lang="en-US" altLang="zh-CN" dirty="0">
                <a:solidFill>
                  <a:srgbClr val="777777"/>
                </a:solidFill>
                <a:latin typeface="+mj-lt"/>
              </a:rPr>
              <a:t>(</a:t>
            </a:r>
            <a:r>
              <a:rPr lang="en-US" altLang="zh-CN" dirty="0" err="1">
                <a:solidFill>
                  <a:srgbClr val="7A3E9D"/>
                </a:solidFill>
                <a:latin typeface="+mj-lt"/>
              </a:rPr>
              <a:t>score_total</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9C5D27"/>
                </a:solidFill>
                <a:latin typeface="+mj-lt"/>
              </a:rPr>
              <a:t>5</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根据总分</a:t>
            </a:r>
            <a:r>
              <a:rPr lang="en-US" altLang="zh-CN" dirty="0">
                <a:solidFill>
                  <a:srgbClr val="AAAAAA"/>
                </a:solidFill>
                <a:latin typeface="+mj-lt"/>
              </a:rPr>
              <a:t>(</a:t>
            </a:r>
            <a:r>
              <a:rPr lang="zh-CN" altLang="en-US" dirty="0">
                <a:solidFill>
                  <a:srgbClr val="AAAAAA"/>
                </a:solidFill>
                <a:latin typeface="+mj-lt"/>
              </a:rPr>
              <a:t>整数</a:t>
            </a:r>
            <a:r>
              <a:rPr lang="en-US" altLang="zh-CN" dirty="0">
                <a:solidFill>
                  <a:srgbClr val="AAAAAA"/>
                </a:solidFill>
                <a:latin typeface="+mj-lt"/>
              </a:rPr>
              <a:t>)</a:t>
            </a:r>
            <a:r>
              <a:rPr lang="zh-CN" altLang="en-US" dirty="0">
                <a:solidFill>
                  <a:srgbClr val="AAAAAA"/>
                </a:solidFill>
                <a:latin typeface="+mj-lt"/>
              </a:rPr>
              <a:t>进行排序</a:t>
            </a:r>
            <a:endParaRPr lang="zh-CN" altLang="en-US" dirty="0">
              <a:solidFill>
                <a:srgbClr val="333333"/>
              </a:solidFill>
              <a:latin typeface="+mj-lt"/>
            </a:endParaRPr>
          </a:p>
          <a:p>
            <a:r>
              <a:rPr lang="zh-CN" altLang="en-US" dirty="0">
                <a:solidFill>
                  <a:srgbClr val="333333"/>
                </a:solidFill>
                <a:latin typeface="+mj-lt"/>
              </a:rPr>
              <a:t>    </a:t>
            </a:r>
            <a:r>
              <a:rPr lang="en-US" altLang="zh-CN" b="1" dirty="0" err="1">
                <a:solidFill>
                  <a:srgbClr val="AA3731"/>
                </a:solidFill>
                <a:latin typeface="+mj-lt"/>
              </a:rPr>
              <a:t>write_file</a:t>
            </a:r>
            <a:r>
              <a:rPr lang="en-US" altLang="zh-CN" dirty="0">
                <a:solidFill>
                  <a:srgbClr val="777777"/>
                </a:solidFill>
                <a:latin typeface="+mj-lt"/>
              </a:rPr>
              <a:t>(</a:t>
            </a:r>
            <a:r>
              <a:rPr lang="en-US" altLang="zh-CN" dirty="0" err="1">
                <a:solidFill>
                  <a:srgbClr val="7A3E9D"/>
                </a:solidFill>
                <a:latin typeface="+mj-lt"/>
              </a:rPr>
              <a:t>score_sorted</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448C27"/>
                </a:solidFill>
                <a:latin typeface="+mj-lt"/>
              </a:rPr>
              <a:t>score_sorted.csv</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将按总分排序写入到新文件</a:t>
            </a:r>
            <a:endParaRPr lang="zh-CN" altLang="en-US" dirty="0">
              <a:solidFill>
                <a:srgbClr val="333333"/>
              </a:solidFill>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7.3 </a:t>
            </a:r>
            <a:r>
              <a:rPr lang="zh-CN" altLang="en-US" dirty="0"/>
              <a:t>读文件统计成绩</a:t>
            </a:r>
            <a:endParaRPr lang="zh-CN" altLang="en-US" dirty="0"/>
          </a:p>
        </p:txBody>
      </p:sp>
      <p:sp>
        <p:nvSpPr>
          <p:cNvPr id="7" name="内容占位符 6"/>
          <p:cNvSpPr>
            <a:spLocks noGrp="1"/>
          </p:cNvSpPr>
          <p:nvPr>
            <p:ph sz="quarter" idx="14"/>
          </p:nvPr>
        </p:nvSpPr>
        <p:spPr/>
        <p:txBody>
          <a:bodyPr/>
          <a:lstStyle/>
          <a:p>
            <a:r>
              <a:rPr lang="zh-CN" altLang="en-US" dirty="0"/>
              <a:t>实例 </a:t>
            </a:r>
            <a:endParaRPr lang="zh-CN" altLang="en-US" dirty="0"/>
          </a:p>
        </p:txBody>
      </p:sp>
      <p:sp>
        <p:nvSpPr>
          <p:cNvPr id="3" name="内容占位符 1"/>
          <p:cNvSpPr txBox="1"/>
          <p:nvPr/>
        </p:nvSpPr>
        <p:spPr>
          <a:xfrm>
            <a:off x="688043" y="1301158"/>
            <a:ext cx="10815912" cy="4470377"/>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25000"/>
              </a:lnSpc>
              <a:buClr>
                <a:sysClr val="windowText" lastClr="000000"/>
              </a:buClr>
            </a:pPr>
            <a:r>
              <a:rPr lang="zh-CN" altLang="en-US" sz="2400" dirty="0">
                <a:solidFill>
                  <a:sysClr val="windowText" lastClr="000000"/>
                </a:solidFill>
                <a:latin typeface="微软雅黑" panose="020B0503020204020204" pitchFamily="34" charset="-122"/>
                <a:ea typeface="微软雅黑" panose="020B0503020204020204" pitchFamily="34" charset="-122"/>
              </a:rPr>
              <a:t>增加总成绩并排序后文件内容：</a:t>
            </a:r>
            <a:endParaRPr lang="en-US" altLang="zh-CN" sz="2400" dirty="0">
              <a:solidFill>
                <a:sysClr val="windowText" lastClr="000000"/>
              </a:solidFill>
              <a:latin typeface="微软雅黑" panose="020B0503020204020204" pitchFamily="34" charset="-122"/>
              <a:ea typeface="微软雅黑" panose="020B0503020204020204" pitchFamily="34" charset="-122"/>
            </a:endParaRPr>
          </a:p>
          <a:p>
            <a:pPr marL="457200" lvl="1" indent="0">
              <a:lnSpc>
                <a:spcPct val="125000"/>
              </a:lnSpc>
              <a:buClr>
                <a:sysClr val="windowText" lastClr="000000"/>
              </a:buClr>
              <a:buNone/>
            </a:pPr>
            <a:r>
              <a:rPr lang="zh-CN" altLang="en-US" dirty="0">
                <a:solidFill>
                  <a:srgbClr val="448C27"/>
                </a:solidFill>
                <a:latin typeface="+mj-lt"/>
                <a:ea typeface="微软雅黑" panose="020B0503020204020204" pitchFamily="34" charset="-122"/>
                <a:cs typeface="Cascadia Code" panose="020B0609020000020004" pitchFamily="49" charset="0"/>
              </a:rPr>
              <a:t>姓名</a:t>
            </a:r>
            <a:r>
              <a:rPr lang="en-US" altLang="zh-CN" dirty="0">
                <a:solidFill>
                  <a:srgbClr val="448C27"/>
                </a:solidFill>
                <a:latin typeface="+mj-lt"/>
                <a:ea typeface="微软雅黑" panose="020B0503020204020204" pitchFamily="34" charset="-122"/>
                <a:cs typeface="Cascadia Code" panose="020B0609020000020004" pitchFamily="49" charset="0"/>
              </a:rPr>
              <a:t>,C</a:t>
            </a:r>
            <a:r>
              <a:rPr lang="zh-CN" altLang="en-US" dirty="0">
                <a:solidFill>
                  <a:srgbClr val="448C27"/>
                </a:solidFill>
                <a:latin typeface="+mj-lt"/>
                <a:ea typeface="微软雅黑" panose="020B0503020204020204" pitchFamily="34" charset="-122"/>
                <a:cs typeface="Cascadia Code" panose="020B0609020000020004" pitchFamily="49" charset="0"/>
              </a:rPr>
              <a:t>语言</a:t>
            </a:r>
            <a:r>
              <a:rPr lang="en-US" altLang="zh-CN" dirty="0">
                <a:solidFill>
                  <a:srgbClr val="448C27"/>
                </a:solidFill>
                <a:latin typeface="+mj-lt"/>
                <a:ea typeface="微软雅黑" panose="020B0503020204020204" pitchFamily="34" charset="-122"/>
                <a:cs typeface="Cascadia Code" panose="020B0609020000020004" pitchFamily="49" charset="0"/>
              </a:rPr>
              <a:t>,</a:t>
            </a:r>
            <a:r>
              <a:rPr lang="en-US" altLang="zh-CN" dirty="0" err="1">
                <a:solidFill>
                  <a:srgbClr val="448C27"/>
                </a:solidFill>
                <a:latin typeface="+mj-lt"/>
                <a:ea typeface="微软雅黑" panose="020B0503020204020204" pitchFamily="34" charset="-122"/>
                <a:cs typeface="Cascadia Code" panose="020B0609020000020004" pitchFamily="49" charset="0"/>
              </a:rPr>
              <a:t>Java,Python,C</a:t>
            </a:r>
            <a:r>
              <a:rPr lang="en-US" altLang="zh-CN" dirty="0">
                <a:solidFill>
                  <a:srgbClr val="448C27"/>
                </a:solidFill>
                <a:latin typeface="+mj-lt"/>
                <a:ea typeface="微软雅黑" panose="020B0503020204020204" pitchFamily="34" charset="-122"/>
                <a:cs typeface="Cascadia Code" panose="020B0609020000020004" pitchFamily="49" charset="0"/>
              </a:rPr>
              <a:t>#,</a:t>
            </a:r>
            <a:r>
              <a:rPr lang="zh-CN" altLang="en-US" dirty="0">
                <a:solidFill>
                  <a:srgbClr val="448C27"/>
                </a:solidFill>
                <a:latin typeface="+mj-lt"/>
                <a:ea typeface="微软雅黑" panose="020B0503020204020204" pitchFamily="34" charset="-122"/>
                <a:cs typeface="Cascadia Code" panose="020B0609020000020004" pitchFamily="49" charset="0"/>
              </a:rPr>
              <a:t>总分</a:t>
            </a:r>
            <a:endParaRPr lang="zh-CN" altLang="en-US" dirty="0">
              <a:solidFill>
                <a:srgbClr val="448C27"/>
              </a:solidFill>
              <a:latin typeface="+mj-lt"/>
              <a:ea typeface="微软雅黑" panose="020B0503020204020204" pitchFamily="34" charset="-122"/>
              <a:cs typeface="Cascadia Code" panose="020B0609020000020004" pitchFamily="49" charset="0"/>
            </a:endParaRPr>
          </a:p>
          <a:p>
            <a:pPr marL="457200" lvl="1" indent="0">
              <a:lnSpc>
                <a:spcPct val="125000"/>
              </a:lnSpc>
              <a:buClr>
                <a:sysClr val="windowText" lastClr="000000"/>
              </a:buClr>
              <a:buNone/>
            </a:pPr>
            <a:r>
              <a:rPr lang="zh-CN" altLang="en-US" dirty="0">
                <a:solidFill>
                  <a:srgbClr val="448C27"/>
                </a:solidFill>
                <a:latin typeface="+mj-lt"/>
                <a:ea typeface="微软雅黑" panose="020B0503020204020204" pitchFamily="34" charset="-122"/>
                <a:cs typeface="Cascadia Code" panose="020B0609020000020004" pitchFamily="49" charset="0"/>
              </a:rPr>
              <a:t>王雪</a:t>
            </a:r>
            <a:r>
              <a:rPr lang="en-US" altLang="zh-CN" dirty="0">
                <a:solidFill>
                  <a:srgbClr val="448C27"/>
                </a:solidFill>
                <a:latin typeface="+mj-lt"/>
                <a:ea typeface="微软雅黑" panose="020B0503020204020204" pitchFamily="34" charset="-122"/>
                <a:cs typeface="Cascadia Code" panose="020B0609020000020004" pitchFamily="49" charset="0"/>
              </a:rPr>
              <a:t>,99,96,91,88,374</a:t>
            </a:r>
            <a:endParaRPr lang="en-US" altLang="zh-CN" dirty="0">
              <a:solidFill>
                <a:srgbClr val="448C27"/>
              </a:solidFill>
              <a:latin typeface="+mj-lt"/>
              <a:ea typeface="微软雅黑" panose="020B0503020204020204" pitchFamily="34" charset="-122"/>
              <a:cs typeface="Cascadia Code" panose="020B0609020000020004" pitchFamily="49" charset="0"/>
            </a:endParaRPr>
          </a:p>
          <a:p>
            <a:pPr marL="457200" lvl="1" indent="0">
              <a:lnSpc>
                <a:spcPct val="125000"/>
              </a:lnSpc>
              <a:buClr>
                <a:sysClr val="windowText" lastClr="000000"/>
              </a:buClr>
              <a:buNone/>
            </a:pPr>
            <a:r>
              <a:rPr lang="zh-CN" altLang="en-US" dirty="0">
                <a:solidFill>
                  <a:srgbClr val="448C27"/>
                </a:solidFill>
                <a:latin typeface="+mj-lt"/>
                <a:ea typeface="微软雅黑" panose="020B0503020204020204" pitchFamily="34" charset="-122"/>
                <a:cs typeface="Cascadia Code" panose="020B0609020000020004" pitchFamily="49" charset="0"/>
              </a:rPr>
              <a:t>郑君</a:t>
            </a:r>
            <a:r>
              <a:rPr lang="en-US" altLang="zh-CN" dirty="0">
                <a:solidFill>
                  <a:srgbClr val="448C27"/>
                </a:solidFill>
                <a:latin typeface="+mj-lt"/>
                <a:ea typeface="微软雅黑" panose="020B0503020204020204" pitchFamily="34" charset="-122"/>
                <a:cs typeface="Cascadia Code" panose="020B0609020000020004" pitchFamily="49" charset="0"/>
              </a:rPr>
              <a:t>,88,98,76,90,352</a:t>
            </a:r>
            <a:endParaRPr lang="en-US" altLang="zh-CN" dirty="0">
              <a:solidFill>
                <a:srgbClr val="448C27"/>
              </a:solidFill>
              <a:latin typeface="+mj-lt"/>
              <a:ea typeface="微软雅黑" panose="020B0503020204020204" pitchFamily="34" charset="-122"/>
              <a:cs typeface="Cascadia Code" panose="020B0609020000020004" pitchFamily="49" charset="0"/>
            </a:endParaRPr>
          </a:p>
          <a:p>
            <a:pPr marL="457200" lvl="1" indent="0">
              <a:lnSpc>
                <a:spcPct val="125000"/>
              </a:lnSpc>
              <a:buClr>
                <a:sysClr val="windowText" lastClr="000000"/>
              </a:buClr>
              <a:buNone/>
            </a:pPr>
            <a:r>
              <a:rPr lang="zh-CN" altLang="en-US" dirty="0">
                <a:solidFill>
                  <a:srgbClr val="448C27"/>
                </a:solidFill>
                <a:latin typeface="+mj-lt"/>
                <a:ea typeface="微软雅黑" panose="020B0503020204020204" pitchFamily="34" charset="-122"/>
                <a:cs typeface="Cascadia Code" panose="020B0609020000020004" pitchFamily="49" charset="0"/>
              </a:rPr>
              <a:t>李思</a:t>
            </a:r>
            <a:r>
              <a:rPr lang="en-US" altLang="zh-CN" dirty="0">
                <a:solidFill>
                  <a:srgbClr val="448C27"/>
                </a:solidFill>
                <a:latin typeface="+mj-lt"/>
                <a:ea typeface="微软雅黑" panose="020B0503020204020204" pitchFamily="34" charset="-122"/>
                <a:cs typeface="Cascadia Code" panose="020B0609020000020004" pitchFamily="49" charset="0"/>
              </a:rPr>
              <a:t>,86,76,96,93,351</a:t>
            </a:r>
            <a:endParaRPr lang="en-US" altLang="zh-CN" dirty="0">
              <a:solidFill>
                <a:srgbClr val="448C27"/>
              </a:solidFill>
              <a:latin typeface="+mj-lt"/>
              <a:ea typeface="微软雅黑" panose="020B0503020204020204" pitchFamily="34" charset="-122"/>
              <a:cs typeface="Cascadia Code" panose="020B0609020000020004" pitchFamily="49" charset="0"/>
            </a:endParaRPr>
          </a:p>
          <a:p>
            <a:pPr marL="457200" lvl="1" indent="0">
              <a:lnSpc>
                <a:spcPct val="125000"/>
              </a:lnSpc>
              <a:buClr>
                <a:sysClr val="windowText" lastClr="000000"/>
              </a:buClr>
              <a:buNone/>
            </a:pPr>
            <a:r>
              <a:rPr lang="zh-CN" altLang="en-US" dirty="0">
                <a:solidFill>
                  <a:srgbClr val="448C27"/>
                </a:solidFill>
                <a:latin typeface="+mj-lt"/>
                <a:ea typeface="微软雅黑" panose="020B0503020204020204" pitchFamily="34" charset="-122"/>
                <a:cs typeface="Cascadia Code" panose="020B0609020000020004" pitchFamily="49" charset="0"/>
              </a:rPr>
              <a:t>罗明</a:t>
            </a:r>
            <a:r>
              <a:rPr lang="en-US" altLang="zh-CN" dirty="0">
                <a:solidFill>
                  <a:srgbClr val="448C27"/>
                </a:solidFill>
                <a:latin typeface="+mj-lt"/>
                <a:ea typeface="微软雅黑" panose="020B0503020204020204" pitchFamily="34" charset="-122"/>
                <a:cs typeface="Cascadia Code" panose="020B0609020000020004" pitchFamily="49" charset="0"/>
              </a:rPr>
              <a:t>,95,96,85,63,339</a:t>
            </a:r>
            <a:endParaRPr lang="en-US" altLang="zh-CN" dirty="0">
              <a:solidFill>
                <a:srgbClr val="448C27"/>
              </a:solidFill>
              <a:latin typeface="+mj-lt"/>
              <a:ea typeface="微软雅黑" panose="020B0503020204020204" pitchFamily="34" charset="-122"/>
              <a:cs typeface="Cascadia Code" panose="020B0609020000020004" pitchFamily="49" charset="0"/>
            </a:endParaRPr>
          </a:p>
          <a:p>
            <a:pPr marL="457200" lvl="1" indent="0">
              <a:lnSpc>
                <a:spcPct val="125000"/>
              </a:lnSpc>
              <a:buClr>
                <a:sysClr val="windowText" lastClr="000000"/>
              </a:buClr>
              <a:buNone/>
            </a:pPr>
            <a:r>
              <a:rPr lang="zh-CN" altLang="en-US" dirty="0">
                <a:solidFill>
                  <a:srgbClr val="448C27"/>
                </a:solidFill>
                <a:latin typeface="+mj-lt"/>
                <a:ea typeface="微软雅黑" panose="020B0503020204020204" pitchFamily="34" charset="-122"/>
                <a:cs typeface="Cascadia Code" panose="020B0609020000020004" pitchFamily="49" charset="0"/>
              </a:rPr>
              <a:t>李立</a:t>
            </a:r>
            <a:r>
              <a:rPr lang="en-US" altLang="zh-CN" dirty="0">
                <a:solidFill>
                  <a:srgbClr val="448C27"/>
                </a:solidFill>
                <a:latin typeface="+mj-lt"/>
                <a:ea typeface="微软雅黑" panose="020B0503020204020204" pitchFamily="34" charset="-122"/>
                <a:cs typeface="Cascadia Code" panose="020B0609020000020004" pitchFamily="49" charset="0"/>
              </a:rPr>
              <a:t>,82,66,100,77,325</a:t>
            </a:r>
            <a:endParaRPr lang="en-US" altLang="zh-CN" dirty="0">
              <a:solidFill>
                <a:srgbClr val="448C27"/>
              </a:solidFill>
              <a:latin typeface="+mj-lt"/>
              <a:ea typeface="微软雅黑" panose="020B0503020204020204" pitchFamily="34" charset="-122"/>
              <a:cs typeface="Cascadia Code" panose="020B0609020000020004" pitchFamily="49" charset="0"/>
            </a:endParaRPr>
          </a:p>
          <a:p>
            <a:pPr marL="457200" lvl="1" indent="0">
              <a:lnSpc>
                <a:spcPct val="125000"/>
              </a:lnSpc>
              <a:buClr>
                <a:sysClr val="windowText" lastClr="000000"/>
              </a:buClr>
              <a:buNone/>
            </a:pPr>
            <a:r>
              <a:rPr lang="zh-CN" altLang="en-US" dirty="0">
                <a:solidFill>
                  <a:srgbClr val="448C27"/>
                </a:solidFill>
                <a:latin typeface="+mj-lt"/>
                <a:ea typeface="微软雅黑" panose="020B0503020204020204" pitchFamily="34" charset="-122"/>
                <a:cs typeface="Cascadia Code" panose="020B0609020000020004" pitchFamily="49" charset="0"/>
              </a:rPr>
              <a:t>朱佳</a:t>
            </a:r>
            <a:r>
              <a:rPr lang="en-US" altLang="zh-CN" dirty="0">
                <a:solidFill>
                  <a:srgbClr val="448C27"/>
                </a:solidFill>
                <a:latin typeface="+mj-lt"/>
                <a:ea typeface="微软雅黑" panose="020B0503020204020204" pitchFamily="34" charset="-122"/>
                <a:cs typeface="Cascadia Code" panose="020B0609020000020004" pitchFamily="49" charset="0"/>
              </a:rPr>
              <a:t>,75,93,66,85,319</a:t>
            </a:r>
            <a:endParaRPr lang="en-US" altLang="zh-CN" dirty="0">
              <a:solidFill>
                <a:srgbClr val="448C27"/>
              </a:solidFill>
              <a:latin typeface="+mj-lt"/>
              <a:ea typeface="微软雅黑" panose="020B0503020204020204" pitchFamily="34" charset="-122"/>
              <a:cs typeface="Cascadia Code" panose="020B0609020000020004" pitchFamily="49"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7</a:t>
            </a:r>
            <a:r>
              <a:rPr dirty="0"/>
              <a:t>.3 </a:t>
            </a:r>
            <a:r>
              <a:rPr lang="en-US" dirty="0"/>
              <a:t>JSON </a:t>
            </a:r>
            <a:r>
              <a:rPr lang="zh-CN" altLang="en-US" dirty="0"/>
              <a:t>文件</a:t>
            </a:r>
            <a:endParaRPr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7.3</a:t>
            </a:r>
            <a:endParaRPr lang="zh-CN" altLang="en-US" dirty="0"/>
          </a:p>
        </p:txBody>
      </p:sp>
      <p:sp>
        <p:nvSpPr>
          <p:cNvPr id="3" name="标题 2"/>
          <p:cNvSpPr>
            <a:spLocks noGrp="1"/>
          </p:cNvSpPr>
          <p:nvPr>
            <p:ph type="title"/>
          </p:nvPr>
        </p:nvSpPr>
        <p:spPr/>
        <p:txBody>
          <a:bodyPr/>
          <a:lstStyle/>
          <a:p>
            <a:r>
              <a:rPr lang="en-US" altLang="zh-CN" dirty="0"/>
              <a:t>JSON </a:t>
            </a:r>
            <a:r>
              <a:rPr lang="zh-CN" altLang="en-US" dirty="0"/>
              <a:t>文件</a:t>
            </a:r>
            <a:endParaRPr lang="zh-CN" altLang="en-US" dirty="0"/>
          </a:p>
        </p:txBody>
      </p:sp>
      <p:sp>
        <p:nvSpPr>
          <p:cNvPr id="6" name="内容占位符 5"/>
          <p:cNvSpPr txBox="1"/>
          <p:nvPr/>
        </p:nvSpPr>
        <p:spPr>
          <a:xfrm>
            <a:off x="787420" y="1074361"/>
            <a:ext cx="10617160" cy="4126904"/>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25000"/>
              </a:lnSpc>
              <a:defRPr/>
            </a:pPr>
            <a:r>
              <a:rPr kumimoji="0" lang="en-US" altLang="zh-CN" sz="24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JSON</a:t>
            </a:r>
            <a:r>
              <a:rPr kumimoji="0" lang="zh-CN" altLang="en-US"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a:t>
            </a:r>
            <a:r>
              <a:rPr kumimoji="0" lang="en-US" altLang="zh-CN"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JavaScript Object Notation</a:t>
            </a:r>
            <a:r>
              <a:rPr kumimoji="0" lang="zh-CN" altLang="en-US"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）是一种当前广泛应用的跨语言通用数据交换格式，多用于网络数据交互及不同的应用程序之间的数据交互。</a:t>
            </a:r>
            <a:r>
              <a:rPr kumimoji="0" lang="en-US" altLang="zh-CN"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JSON</a:t>
            </a:r>
            <a:r>
              <a:rPr kumimoji="0" lang="zh-CN" altLang="en-US"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是</a:t>
            </a:r>
            <a:r>
              <a:rPr kumimoji="0" lang="zh-CN" altLang="en-US" sz="24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文本格式</a:t>
            </a:r>
            <a:r>
              <a:rPr kumimoji="0" lang="zh-CN" altLang="en-US"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，使用 </a:t>
            </a:r>
            <a:r>
              <a:rPr kumimoji="0" lang="en-US" altLang="zh-CN"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Unicode </a:t>
            </a:r>
            <a:r>
              <a:rPr kumimoji="0" lang="zh-CN" altLang="en-US"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编码，默认 </a:t>
            </a:r>
            <a:r>
              <a:rPr kumimoji="0" lang="en-US" altLang="zh-CN"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utf-8 </a:t>
            </a:r>
            <a:r>
              <a:rPr kumimoji="0" lang="zh-CN" altLang="en-US"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方式存储。</a:t>
            </a:r>
            <a:endParaRPr kumimoji="0" lang="en-US" altLang="zh-CN"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endParaRPr>
          </a:p>
          <a:p>
            <a:pPr>
              <a:lnSpc>
                <a:spcPct val="125000"/>
              </a:lnSpc>
              <a:defRPr/>
            </a:pPr>
            <a:r>
              <a:rPr kumimoji="0" lang="en-US" altLang="zh-CN"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JSON </a:t>
            </a:r>
            <a:r>
              <a:rPr kumimoji="0" lang="zh-CN" altLang="en-US"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的 </a:t>
            </a:r>
            <a:r>
              <a:rPr kumimoji="0" lang="en-US" altLang="zh-CN"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key </a:t>
            </a:r>
            <a:r>
              <a:rPr kumimoji="0" lang="zh-CN" altLang="en-US"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必须用</a:t>
            </a:r>
            <a:r>
              <a:rPr kumimoji="0" lang="zh-CN" altLang="en-US" sz="24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双引号</a:t>
            </a:r>
            <a:r>
              <a:rPr kumimoji="0" lang="zh-CN" altLang="en-US"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引住字符串，不能用单引号。</a:t>
            </a:r>
            <a:endParaRPr kumimoji="0" lang="en-US" altLang="zh-CN"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endParaRPr>
          </a:p>
          <a:p>
            <a:pPr>
              <a:lnSpc>
                <a:spcPct val="125000"/>
              </a:lnSpc>
              <a:defRPr/>
            </a:pPr>
            <a:r>
              <a:rPr kumimoji="0" lang="en-US" altLang="zh-CN"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Python </a:t>
            </a:r>
            <a:r>
              <a:rPr kumimoji="0" lang="zh-CN" altLang="en-US"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内置 </a:t>
            </a:r>
            <a:r>
              <a:rPr kumimoji="0" lang="en-US" altLang="zh-CN" sz="2400" b="0" i="0" u="none" strike="noStrike" kern="1200" cap="none" spc="0" normalizeH="0" baseline="0" noProof="0" dirty="0" err="1">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json</a:t>
            </a:r>
            <a:r>
              <a:rPr kumimoji="0" lang="en-US" altLang="zh-CN"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 </a:t>
            </a:r>
            <a:r>
              <a:rPr kumimoji="0" lang="zh-CN" altLang="en-US"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库用于对 </a:t>
            </a:r>
            <a:r>
              <a:rPr kumimoji="0" lang="en-US" altLang="zh-CN"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JSON </a:t>
            </a:r>
            <a:r>
              <a:rPr kumimoji="0" lang="zh-CN" altLang="en-US"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数据的解析和编码，使用 </a:t>
            </a:r>
            <a:r>
              <a:rPr kumimoji="0" lang="en-US" altLang="zh-CN" sz="2400" b="0" i="0" u="none" strike="noStrike" kern="1200" cap="none" spc="0" normalizeH="0" baseline="0" noProof="0" dirty="0" err="1">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json</a:t>
            </a:r>
            <a:r>
              <a:rPr kumimoji="0" lang="en-US" altLang="zh-CN"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 </a:t>
            </a:r>
            <a:r>
              <a:rPr kumimoji="0" lang="zh-CN" altLang="en-US"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库的 </a:t>
            </a:r>
            <a:r>
              <a:rPr kumimoji="0" lang="en-US" altLang="zh-CN" sz="24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dump() </a:t>
            </a:r>
            <a:r>
              <a:rPr kumimoji="0" lang="zh-CN" altLang="en-US" sz="24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和 </a:t>
            </a:r>
            <a:r>
              <a:rPr kumimoji="0" lang="en-US" altLang="zh-CN" sz="24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load() </a:t>
            </a:r>
            <a:r>
              <a:rPr kumimoji="0" lang="zh-CN" altLang="en-US"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方法，可以将 </a:t>
            </a:r>
            <a:r>
              <a:rPr kumimoji="0" lang="en-US" altLang="zh-CN"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Python </a:t>
            </a:r>
            <a:r>
              <a:rPr kumimoji="0" lang="zh-CN" altLang="en-US"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格式对象编码为 </a:t>
            </a:r>
            <a:r>
              <a:rPr kumimoji="0" lang="en-US" altLang="zh-CN" sz="2400" b="0" i="0" u="none" strike="noStrike" kern="1200" cap="none" spc="0" normalizeH="0" baseline="0" noProof="0" dirty="0" err="1">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json</a:t>
            </a:r>
            <a:r>
              <a:rPr kumimoji="0" lang="en-US" altLang="zh-CN"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 </a:t>
            </a:r>
            <a:r>
              <a:rPr kumimoji="0" lang="zh-CN" altLang="en-US"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格式或是将 </a:t>
            </a:r>
            <a:r>
              <a:rPr kumimoji="0" lang="en-US" altLang="zh-CN" sz="2400" b="0" i="0" u="none" strike="noStrike" kern="1200" cap="none" spc="0" normalizeH="0" baseline="0" noProof="0" dirty="0" err="1">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json</a:t>
            </a:r>
            <a:r>
              <a:rPr kumimoji="0" lang="en-US" altLang="zh-CN"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 </a:t>
            </a:r>
            <a:r>
              <a:rPr kumimoji="0" lang="zh-CN" altLang="en-US"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格式解码为 </a:t>
            </a:r>
            <a:r>
              <a:rPr kumimoji="0" lang="en-US" altLang="zh-CN"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Python </a:t>
            </a:r>
            <a:r>
              <a:rPr kumimoji="0" lang="zh-CN" altLang="en-US"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格式对象。</a:t>
            </a:r>
            <a:endParaRPr kumimoji="0" lang="en-US" altLang="zh-CN"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endParaRPr>
          </a:p>
          <a:p>
            <a:pPr>
              <a:lnSpc>
                <a:spcPct val="125000"/>
              </a:lnSpc>
              <a:defRPr/>
            </a:pPr>
            <a:r>
              <a:rPr kumimoji="0" lang="en-US" altLang="zh-CN"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JSON </a:t>
            </a:r>
            <a:r>
              <a:rPr kumimoji="0" lang="zh-CN" altLang="en-US"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rPr>
              <a:t>编码语法及主要参数如下：</a:t>
            </a:r>
            <a:endParaRPr kumimoji="0" lang="zh-CN" altLang="en-US"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cs typeface="+mn-cs"/>
            </a:endParaRPr>
          </a:p>
        </p:txBody>
      </p:sp>
      <p:sp>
        <p:nvSpPr>
          <p:cNvPr id="5" name="内容占位符 5"/>
          <p:cNvSpPr txBox="1"/>
          <p:nvPr/>
        </p:nvSpPr>
        <p:spPr>
          <a:xfrm>
            <a:off x="693594" y="5289757"/>
            <a:ext cx="10804812" cy="1317519"/>
          </a:xfrm>
          <a:prstGeom prst="roundRect">
            <a:avLst>
              <a:gd name="adj" fmla="val 13843"/>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0" eaLnBrk="0" fontAlgn="base" hangingPunct="0">
              <a:lnSpc>
                <a:spcPct val="100000"/>
              </a:lnSpc>
              <a:spcBef>
                <a:spcPct val="0"/>
              </a:spcBef>
              <a:spcAft>
                <a:spcPct val="0"/>
              </a:spcAft>
              <a:defRPr/>
            </a:pPr>
            <a:r>
              <a:rPr lang="en-US" altLang="zh-CN" sz="2400" b="1" kern="0" dirty="0" err="1">
                <a:solidFill>
                  <a:prstClr val="black"/>
                </a:solidFill>
                <a:latin typeface="微软雅黑"/>
                <a:ea typeface="微软雅黑"/>
              </a:rPr>
              <a:t>json.</a:t>
            </a:r>
            <a:r>
              <a:rPr lang="en-US" altLang="zh-CN" sz="2400" b="1" kern="0" dirty="0" err="1">
                <a:solidFill>
                  <a:srgbClr val="FF6A02"/>
                </a:solidFill>
                <a:latin typeface="微软雅黑"/>
                <a:ea typeface="微软雅黑"/>
              </a:rPr>
              <a:t>dumps</a:t>
            </a:r>
            <a:r>
              <a:rPr lang="en-US" altLang="zh-CN" sz="2400" b="1" kern="0" dirty="0">
                <a:solidFill>
                  <a:srgbClr val="7102FF"/>
                </a:solidFill>
                <a:latin typeface="微软雅黑"/>
                <a:ea typeface="微软雅黑"/>
              </a:rPr>
              <a:t>(</a:t>
            </a:r>
            <a:r>
              <a:rPr lang="en-US" altLang="zh-CN" sz="2400" b="1" kern="0" dirty="0">
                <a:solidFill>
                  <a:prstClr val="black"/>
                </a:solidFill>
                <a:latin typeface="微软雅黑"/>
                <a:ea typeface="微软雅黑"/>
              </a:rPr>
              <a:t>obj, </a:t>
            </a:r>
            <a:r>
              <a:rPr lang="en-US" altLang="zh-CN" sz="2400" b="1" kern="0" dirty="0" err="1">
                <a:solidFill>
                  <a:srgbClr val="660099"/>
                </a:solidFill>
                <a:latin typeface="微软雅黑"/>
                <a:ea typeface="微软雅黑"/>
              </a:rPr>
              <a:t>ensure_ascii</a:t>
            </a:r>
            <a:r>
              <a:rPr lang="en-US" altLang="zh-CN" sz="2400" b="1" kern="0" dirty="0">
                <a:solidFill>
                  <a:prstClr val="black"/>
                </a:solidFill>
                <a:latin typeface="微软雅黑"/>
                <a:ea typeface="微软雅黑"/>
              </a:rPr>
              <a:t>=</a:t>
            </a:r>
            <a:r>
              <a:rPr lang="en-US" altLang="zh-CN" sz="2400" b="1" kern="0" dirty="0">
                <a:solidFill>
                  <a:srgbClr val="F80505"/>
                </a:solidFill>
                <a:latin typeface="微软雅黑"/>
                <a:ea typeface="微软雅黑"/>
              </a:rPr>
              <a:t>True</a:t>
            </a:r>
            <a:r>
              <a:rPr lang="en-US" altLang="zh-CN" sz="2400" b="1" kern="0" dirty="0">
                <a:solidFill>
                  <a:prstClr val="black"/>
                </a:solidFill>
                <a:latin typeface="微软雅黑"/>
                <a:ea typeface="微软雅黑"/>
              </a:rPr>
              <a:t>, </a:t>
            </a:r>
            <a:r>
              <a:rPr lang="en-US" altLang="zh-CN" sz="2400" b="1" kern="0" dirty="0">
                <a:solidFill>
                  <a:srgbClr val="660099"/>
                </a:solidFill>
                <a:latin typeface="微软雅黑"/>
                <a:ea typeface="微软雅黑"/>
              </a:rPr>
              <a:t>indent</a:t>
            </a:r>
            <a:r>
              <a:rPr lang="en-US" altLang="zh-CN" sz="2400" b="1" kern="0" dirty="0">
                <a:solidFill>
                  <a:prstClr val="black"/>
                </a:solidFill>
                <a:latin typeface="微软雅黑"/>
                <a:ea typeface="微软雅黑"/>
              </a:rPr>
              <a:t>=</a:t>
            </a:r>
            <a:r>
              <a:rPr lang="en-US" altLang="zh-CN" sz="2400" b="1" kern="0" dirty="0">
                <a:solidFill>
                  <a:srgbClr val="F80505"/>
                </a:solidFill>
                <a:latin typeface="微软雅黑"/>
                <a:ea typeface="微软雅黑"/>
              </a:rPr>
              <a:t>None</a:t>
            </a:r>
            <a:r>
              <a:rPr lang="en-US" altLang="zh-CN" sz="2400" b="1" kern="0" dirty="0">
                <a:solidFill>
                  <a:prstClr val="black"/>
                </a:solidFill>
                <a:latin typeface="微软雅黑"/>
                <a:ea typeface="微软雅黑"/>
              </a:rPr>
              <a:t>, </a:t>
            </a:r>
            <a:r>
              <a:rPr lang="en-US" altLang="zh-CN" sz="2400" b="1" kern="0" dirty="0" err="1">
                <a:solidFill>
                  <a:srgbClr val="660099"/>
                </a:solidFill>
                <a:latin typeface="微软雅黑"/>
                <a:ea typeface="微软雅黑"/>
              </a:rPr>
              <a:t>sort_keys</a:t>
            </a:r>
            <a:r>
              <a:rPr lang="en-US" altLang="zh-CN" sz="2400" b="1" kern="0" dirty="0">
                <a:solidFill>
                  <a:prstClr val="black"/>
                </a:solidFill>
                <a:latin typeface="微软雅黑"/>
                <a:ea typeface="微软雅黑"/>
              </a:rPr>
              <a:t>=</a:t>
            </a:r>
            <a:r>
              <a:rPr lang="en-US" altLang="zh-CN" sz="2400" b="1" kern="0" dirty="0">
                <a:solidFill>
                  <a:srgbClr val="F80505"/>
                </a:solidFill>
                <a:latin typeface="微软雅黑"/>
                <a:ea typeface="微软雅黑"/>
              </a:rPr>
              <a:t>False</a:t>
            </a:r>
            <a:r>
              <a:rPr lang="en-US" altLang="zh-CN" sz="2400" b="1" kern="0" dirty="0">
                <a:solidFill>
                  <a:srgbClr val="7102FF"/>
                </a:solidFill>
                <a:latin typeface="微软雅黑"/>
                <a:ea typeface="微软雅黑"/>
              </a:rPr>
              <a:t>)</a:t>
            </a:r>
            <a:endParaRPr lang="en-US" altLang="zh-CN" sz="2400" b="1" kern="0" dirty="0">
              <a:solidFill>
                <a:srgbClr val="7102FF"/>
              </a:solidFill>
              <a:latin typeface="微软雅黑"/>
              <a:ea typeface="微软雅黑"/>
            </a:endParaRPr>
          </a:p>
          <a:p>
            <a:pPr lvl="0" eaLnBrk="0" fontAlgn="base" hangingPunct="0">
              <a:lnSpc>
                <a:spcPct val="100000"/>
              </a:lnSpc>
              <a:spcBef>
                <a:spcPct val="0"/>
              </a:spcBef>
              <a:spcAft>
                <a:spcPct val="0"/>
              </a:spcAft>
              <a:defRPr/>
            </a:pPr>
            <a:r>
              <a:rPr lang="en-US" altLang="zh-CN" sz="2400" b="1" kern="0" dirty="0" err="1">
                <a:solidFill>
                  <a:prstClr val="black"/>
                </a:solidFill>
                <a:latin typeface="微软雅黑"/>
                <a:ea typeface="微软雅黑"/>
              </a:rPr>
              <a:t>json.</a:t>
            </a:r>
            <a:r>
              <a:rPr lang="en-US" altLang="zh-CN" sz="2400" b="1" kern="0" dirty="0" err="1">
                <a:solidFill>
                  <a:srgbClr val="FF6A02"/>
                </a:solidFill>
                <a:latin typeface="微软雅黑"/>
                <a:ea typeface="微软雅黑"/>
              </a:rPr>
              <a:t>dump</a:t>
            </a:r>
            <a:r>
              <a:rPr lang="en-US" altLang="zh-CN" sz="2400" b="1" kern="0" dirty="0">
                <a:solidFill>
                  <a:srgbClr val="7102FF"/>
                </a:solidFill>
                <a:latin typeface="微软雅黑"/>
                <a:ea typeface="微软雅黑"/>
              </a:rPr>
              <a:t>(</a:t>
            </a:r>
            <a:r>
              <a:rPr lang="en-US" altLang="zh-CN" sz="2400" b="1" kern="0" dirty="0" err="1">
                <a:solidFill>
                  <a:prstClr val="black"/>
                </a:solidFill>
                <a:latin typeface="微软雅黑"/>
                <a:ea typeface="微软雅黑"/>
              </a:rPr>
              <a:t>obj,fp</a:t>
            </a:r>
            <a:r>
              <a:rPr lang="en-US" altLang="zh-CN" sz="2400" b="1" kern="0" dirty="0">
                <a:solidFill>
                  <a:prstClr val="black"/>
                </a:solidFill>
                <a:latin typeface="微软雅黑"/>
                <a:ea typeface="微软雅黑"/>
              </a:rPr>
              <a:t>, </a:t>
            </a:r>
            <a:r>
              <a:rPr lang="en-US" altLang="zh-CN" sz="2400" b="1" kern="0" dirty="0" err="1">
                <a:solidFill>
                  <a:srgbClr val="660099"/>
                </a:solidFill>
                <a:latin typeface="微软雅黑"/>
                <a:ea typeface="微软雅黑"/>
              </a:rPr>
              <a:t>ensure_ascii</a:t>
            </a:r>
            <a:r>
              <a:rPr lang="en-US" altLang="zh-CN" sz="2400" b="1" kern="0" dirty="0">
                <a:solidFill>
                  <a:prstClr val="black"/>
                </a:solidFill>
                <a:latin typeface="微软雅黑"/>
                <a:ea typeface="微软雅黑"/>
              </a:rPr>
              <a:t>=</a:t>
            </a:r>
            <a:r>
              <a:rPr lang="en-US" altLang="zh-CN" sz="2400" b="1" kern="0" dirty="0">
                <a:solidFill>
                  <a:srgbClr val="F80505"/>
                </a:solidFill>
                <a:latin typeface="微软雅黑"/>
                <a:ea typeface="微软雅黑"/>
              </a:rPr>
              <a:t>True</a:t>
            </a:r>
            <a:r>
              <a:rPr lang="en-US" altLang="zh-CN" sz="2400" b="1" kern="0" dirty="0">
                <a:solidFill>
                  <a:prstClr val="black"/>
                </a:solidFill>
                <a:latin typeface="微软雅黑"/>
                <a:ea typeface="微软雅黑"/>
              </a:rPr>
              <a:t>, </a:t>
            </a:r>
            <a:r>
              <a:rPr lang="en-US" altLang="zh-CN" sz="2400" b="1" kern="0" dirty="0">
                <a:solidFill>
                  <a:srgbClr val="660099"/>
                </a:solidFill>
                <a:latin typeface="微软雅黑"/>
                <a:ea typeface="微软雅黑"/>
              </a:rPr>
              <a:t>indent</a:t>
            </a:r>
            <a:r>
              <a:rPr lang="en-US" altLang="zh-CN" sz="2400" b="1" kern="0" dirty="0">
                <a:solidFill>
                  <a:prstClr val="black"/>
                </a:solidFill>
                <a:latin typeface="微软雅黑"/>
                <a:ea typeface="微软雅黑"/>
              </a:rPr>
              <a:t>=</a:t>
            </a:r>
            <a:r>
              <a:rPr lang="en-US" altLang="zh-CN" sz="2400" b="1" kern="0" dirty="0" err="1">
                <a:solidFill>
                  <a:srgbClr val="F80505"/>
                </a:solidFill>
                <a:latin typeface="微软雅黑"/>
                <a:ea typeface="微软雅黑"/>
              </a:rPr>
              <a:t>None</a:t>
            </a:r>
            <a:r>
              <a:rPr lang="en-US" altLang="zh-CN" sz="2400" b="1" kern="0" dirty="0" err="1">
                <a:solidFill>
                  <a:prstClr val="black"/>
                </a:solidFill>
                <a:latin typeface="微软雅黑"/>
                <a:ea typeface="微软雅黑"/>
              </a:rPr>
              <a:t>,</a:t>
            </a:r>
            <a:r>
              <a:rPr lang="en-US" altLang="zh-CN" sz="2400" b="1" kern="0" dirty="0" err="1">
                <a:solidFill>
                  <a:srgbClr val="660099"/>
                </a:solidFill>
                <a:latin typeface="微软雅黑"/>
                <a:ea typeface="微软雅黑"/>
              </a:rPr>
              <a:t>sort_keys</a:t>
            </a:r>
            <a:r>
              <a:rPr lang="en-US" altLang="zh-CN" sz="2400" b="1" kern="0" dirty="0">
                <a:solidFill>
                  <a:prstClr val="black"/>
                </a:solidFill>
                <a:latin typeface="微软雅黑"/>
                <a:ea typeface="微软雅黑"/>
              </a:rPr>
              <a:t>=</a:t>
            </a:r>
            <a:r>
              <a:rPr lang="en-US" altLang="zh-CN" sz="2400" b="1" kern="0" dirty="0">
                <a:solidFill>
                  <a:srgbClr val="F80505"/>
                </a:solidFill>
                <a:latin typeface="微软雅黑"/>
                <a:ea typeface="微软雅黑"/>
              </a:rPr>
              <a:t>False</a:t>
            </a:r>
            <a:r>
              <a:rPr lang="en-US" altLang="zh-CN" sz="2400" b="1" kern="0" dirty="0">
                <a:solidFill>
                  <a:srgbClr val="7102FF"/>
                </a:solidFill>
                <a:latin typeface="微软雅黑"/>
                <a:ea typeface="微软雅黑"/>
              </a:rPr>
              <a:t>)</a:t>
            </a:r>
            <a:endParaRPr lang="en-US" altLang="zh-CN" sz="2400" b="1" kern="0" dirty="0">
              <a:solidFill>
                <a:srgbClr val="7102FF"/>
              </a:solidFill>
              <a:latin typeface="微软雅黑"/>
              <a:ea typeface="微软雅黑"/>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7.3</a:t>
            </a:r>
            <a:endParaRPr lang="zh-CN" altLang="en-US" dirty="0"/>
          </a:p>
        </p:txBody>
      </p:sp>
      <p:sp>
        <p:nvSpPr>
          <p:cNvPr id="3" name="标题 2"/>
          <p:cNvSpPr>
            <a:spLocks noGrp="1"/>
          </p:cNvSpPr>
          <p:nvPr>
            <p:ph type="title"/>
          </p:nvPr>
        </p:nvSpPr>
        <p:spPr/>
        <p:txBody>
          <a:bodyPr/>
          <a:lstStyle/>
          <a:p>
            <a:r>
              <a:rPr lang="en-US" altLang="zh-CN" dirty="0"/>
              <a:t>JSON </a:t>
            </a:r>
            <a:r>
              <a:rPr lang="zh-CN" altLang="en-US" dirty="0"/>
              <a:t>文件</a:t>
            </a:r>
            <a:endParaRPr lang="zh-CN" altLang="en-US" dirty="0"/>
          </a:p>
        </p:txBody>
      </p:sp>
      <p:sp>
        <p:nvSpPr>
          <p:cNvPr id="2" name="内容占位符 1"/>
          <p:cNvSpPr txBox="1"/>
          <p:nvPr/>
        </p:nvSpPr>
        <p:spPr>
          <a:xfrm>
            <a:off x="878630" y="2970798"/>
            <a:ext cx="10434740" cy="3194028"/>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50000"/>
              </a:lnSpc>
              <a:defRPr/>
            </a:pPr>
            <a:r>
              <a:rPr lang="zh-CN" altLang="en-US" sz="2000" dirty="0">
                <a:solidFill>
                  <a:sysClr val="windowText" lastClr="000000"/>
                </a:solidFill>
                <a:latin typeface="微软雅黑" panose="020B0503020204020204" pitchFamily="34" charset="-122"/>
                <a:ea typeface="微软雅黑" panose="020B0503020204020204" pitchFamily="34" charset="-122"/>
              </a:rPr>
              <a:t>默认 </a:t>
            </a:r>
            <a:r>
              <a:rPr lang="en-US" altLang="zh-CN" sz="2000" dirty="0" err="1">
                <a:solidFill>
                  <a:sysClr val="windowText" lastClr="000000"/>
                </a:solidFill>
                <a:latin typeface="微软雅黑" panose="020B0503020204020204" pitchFamily="34" charset="-122"/>
                <a:ea typeface="微软雅黑" panose="020B0503020204020204" pitchFamily="34" charset="-122"/>
              </a:rPr>
              <a:t>ensure_ascii</a:t>
            </a:r>
            <a:r>
              <a:rPr lang="en-US" altLang="zh-CN" sz="2000" dirty="0">
                <a:solidFill>
                  <a:sysClr val="windowText" lastClr="000000"/>
                </a:solidFill>
                <a:latin typeface="微软雅黑" panose="020B0503020204020204" pitchFamily="34" charset="-122"/>
                <a:ea typeface="微软雅黑" panose="020B0503020204020204" pitchFamily="34" charset="-122"/>
              </a:rPr>
              <a:t>=True</a:t>
            </a:r>
            <a:r>
              <a:rPr lang="zh-CN" altLang="en-US" sz="2000" dirty="0">
                <a:solidFill>
                  <a:sysClr val="windowText" lastClr="000000"/>
                </a:solidFill>
                <a:latin typeface="微软雅黑" panose="020B0503020204020204" pitchFamily="34" charset="-122"/>
                <a:ea typeface="微软雅黑" panose="020B0503020204020204" pitchFamily="34" charset="-122"/>
              </a:rPr>
              <a:t>，会将中文等非 </a:t>
            </a:r>
            <a:r>
              <a:rPr lang="en-US" altLang="zh-CN" sz="2000" dirty="0">
                <a:solidFill>
                  <a:sysClr val="windowText" lastClr="000000"/>
                </a:solidFill>
                <a:latin typeface="微软雅黑" panose="020B0503020204020204" pitchFamily="34" charset="-122"/>
                <a:ea typeface="微软雅黑" panose="020B0503020204020204" pitchFamily="34" charset="-122"/>
              </a:rPr>
              <a:t>ASCII </a:t>
            </a:r>
            <a:r>
              <a:rPr lang="zh-CN" altLang="en-US" sz="2000" dirty="0">
                <a:solidFill>
                  <a:sysClr val="windowText" lastClr="000000"/>
                </a:solidFill>
                <a:latin typeface="微软雅黑" panose="020B0503020204020204" pitchFamily="34" charset="-122"/>
                <a:ea typeface="微软雅黑" panose="020B0503020204020204" pitchFamily="34" charset="-122"/>
              </a:rPr>
              <a:t>字符转为形如 </a:t>
            </a:r>
            <a:r>
              <a:rPr lang="en-US" altLang="zh-CN" sz="2000" dirty="0">
                <a:solidFill>
                  <a:sysClr val="windowText" lastClr="000000"/>
                </a:solidFill>
                <a:latin typeface="微软雅黑" panose="020B0503020204020204" pitchFamily="34" charset="-122"/>
                <a:ea typeface="微软雅黑" panose="020B0503020204020204" pitchFamily="34" charset="-122"/>
              </a:rPr>
              <a:t>\</a:t>
            </a:r>
            <a:r>
              <a:rPr lang="en-US" altLang="zh-CN" sz="2000" dirty="0" err="1">
                <a:solidFill>
                  <a:sysClr val="windowText" lastClr="000000"/>
                </a:solidFill>
                <a:latin typeface="微软雅黑" panose="020B0503020204020204" pitchFamily="34" charset="-122"/>
                <a:ea typeface="微软雅黑" panose="020B0503020204020204" pitchFamily="34" charset="-122"/>
              </a:rPr>
              <a:t>uXXXX</a:t>
            </a:r>
            <a:r>
              <a:rPr lang="en-US" altLang="zh-CN" sz="2000" dirty="0">
                <a:solidFill>
                  <a:sysClr val="windowText" lastClr="000000"/>
                </a:solidFill>
                <a:latin typeface="微软雅黑" panose="020B0503020204020204" pitchFamily="34" charset="-122"/>
                <a:ea typeface="微软雅黑" panose="020B0503020204020204" pitchFamily="34" charset="-122"/>
              </a:rPr>
              <a:t> </a:t>
            </a:r>
            <a:r>
              <a:rPr lang="zh-CN" altLang="en-US" sz="2000" dirty="0">
                <a:solidFill>
                  <a:sysClr val="windowText" lastClr="000000"/>
                </a:solidFill>
                <a:latin typeface="微软雅黑" panose="020B0503020204020204" pitchFamily="34" charset="-122"/>
                <a:ea typeface="微软雅黑" panose="020B0503020204020204" pitchFamily="34" charset="-122"/>
              </a:rPr>
              <a:t>的 </a:t>
            </a:r>
            <a:r>
              <a:rPr lang="en-US" altLang="zh-CN" sz="2000" dirty="0" err="1">
                <a:solidFill>
                  <a:sysClr val="windowText" lastClr="000000"/>
                </a:solidFill>
                <a:latin typeface="微软雅黑" panose="020B0503020204020204" pitchFamily="34" charset="-122"/>
                <a:ea typeface="微软雅黑" panose="020B0503020204020204" pitchFamily="34" charset="-122"/>
              </a:rPr>
              <a:t>unicode</a:t>
            </a:r>
            <a:r>
              <a:rPr lang="en-US" altLang="zh-CN" sz="2000" dirty="0">
                <a:solidFill>
                  <a:sysClr val="windowText" lastClr="000000"/>
                </a:solidFill>
                <a:latin typeface="微软雅黑" panose="020B0503020204020204" pitchFamily="34" charset="-122"/>
                <a:ea typeface="微软雅黑" panose="020B0503020204020204" pitchFamily="34" charset="-122"/>
              </a:rPr>
              <a:t> </a:t>
            </a:r>
            <a:r>
              <a:rPr lang="zh-CN" altLang="en-US" sz="2000" dirty="0">
                <a:solidFill>
                  <a:sysClr val="windowText" lastClr="000000"/>
                </a:solidFill>
                <a:latin typeface="微软雅黑" panose="020B0503020204020204" pitchFamily="34" charset="-122"/>
                <a:ea typeface="微软雅黑" panose="020B0503020204020204" pitchFamily="34" charset="-122"/>
              </a:rPr>
              <a:t>编码，设置 </a:t>
            </a:r>
            <a:r>
              <a:rPr lang="en-US" altLang="zh-CN" sz="2000" dirty="0" err="1">
                <a:solidFill>
                  <a:sysClr val="windowText" lastClr="000000"/>
                </a:solidFill>
                <a:latin typeface="微软雅黑" panose="020B0503020204020204" pitchFamily="34" charset="-122"/>
                <a:ea typeface="微软雅黑" panose="020B0503020204020204" pitchFamily="34" charset="-122"/>
              </a:rPr>
              <a:t>ensure_ascii</a:t>
            </a:r>
            <a:r>
              <a:rPr lang="en-US" altLang="zh-CN" sz="2000" dirty="0">
                <a:solidFill>
                  <a:sysClr val="windowText" lastClr="000000"/>
                </a:solidFill>
                <a:latin typeface="微软雅黑" panose="020B0503020204020204" pitchFamily="34" charset="-122"/>
                <a:ea typeface="微软雅黑" panose="020B0503020204020204" pitchFamily="34" charset="-122"/>
              </a:rPr>
              <a:t>=False </a:t>
            </a:r>
            <a:r>
              <a:rPr lang="zh-CN" altLang="en-US" sz="2000" dirty="0">
                <a:solidFill>
                  <a:sysClr val="windowText" lastClr="000000"/>
                </a:solidFill>
                <a:latin typeface="微软雅黑" panose="020B0503020204020204" pitchFamily="34" charset="-122"/>
                <a:ea typeface="微软雅黑" panose="020B0503020204020204" pitchFamily="34" charset="-122"/>
              </a:rPr>
              <a:t>可以禁止 </a:t>
            </a:r>
            <a:r>
              <a:rPr lang="en-US" altLang="zh-CN" sz="2000" dirty="0">
                <a:solidFill>
                  <a:sysClr val="windowText" lastClr="000000"/>
                </a:solidFill>
                <a:latin typeface="微软雅黑" panose="020B0503020204020204" pitchFamily="34" charset="-122"/>
                <a:ea typeface="微软雅黑" panose="020B0503020204020204" pitchFamily="34" charset="-122"/>
              </a:rPr>
              <a:t>JSON </a:t>
            </a:r>
            <a:r>
              <a:rPr lang="zh-CN" altLang="en-US" sz="2000" dirty="0">
                <a:solidFill>
                  <a:sysClr val="windowText" lastClr="000000"/>
                </a:solidFill>
                <a:latin typeface="微软雅黑" panose="020B0503020204020204" pitchFamily="34" charset="-122"/>
                <a:ea typeface="微软雅黑" panose="020B0503020204020204" pitchFamily="34" charset="-122"/>
              </a:rPr>
              <a:t>将中文转为 </a:t>
            </a:r>
            <a:r>
              <a:rPr lang="en-US" altLang="zh-CN" sz="2000" dirty="0" err="1">
                <a:solidFill>
                  <a:sysClr val="windowText" lastClr="000000"/>
                </a:solidFill>
                <a:latin typeface="微软雅黑" panose="020B0503020204020204" pitchFamily="34" charset="-122"/>
                <a:ea typeface="微软雅黑" panose="020B0503020204020204" pitchFamily="34" charset="-122"/>
              </a:rPr>
              <a:t>unicode</a:t>
            </a:r>
            <a:r>
              <a:rPr lang="en-US" altLang="zh-CN" sz="2000" dirty="0">
                <a:solidFill>
                  <a:sysClr val="windowText" lastClr="000000"/>
                </a:solidFill>
                <a:latin typeface="微软雅黑" panose="020B0503020204020204" pitchFamily="34" charset="-122"/>
                <a:ea typeface="微软雅黑" panose="020B0503020204020204" pitchFamily="34" charset="-122"/>
              </a:rPr>
              <a:t> </a:t>
            </a:r>
            <a:r>
              <a:rPr lang="zh-CN" altLang="en-US" sz="2000" dirty="0">
                <a:solidFill>
                  <a:sysClr val="windowText" lastClr="000000"/>
                </a:solidFill>
                <a:latin typeface="微软雅黑" panose="020B0503020204020204" pitchFamily="34" charset="-122"/>
                <a:ea typeface="微软雅黑" panose="020B0503020204020204" pitchFamily="34" charset="-122"/>
              </a:rPr>
              <a:t>编码，保持中文原样输出。</a:t>
            </a:r>
            <a:endParaRPr lang="en-US" altLang="zh-CN" sz="2000" dirty="0">
              <a:solidFill>
                <a:sysClr val="windowText" lastClr="000000"/>
              </a:solidFill>
              <a:latin typeface="微软雅黑" panose="020B0503020204020204" pitchFamily="34" charset="-122"/>
              <a:ea typeface="微软雅黑" panose="020B0503020204020204" pitchFamily="34" charset="-122"/>
            </a:endParaRPr>
          </a:p>
          <a:p>
            <a:pPr>
              <a:lnSpc>
                <a:spcPct val="150000"/>
              </a:lnSpc>
              <a:defRPr/>
            </a:pPr>
            <a:r>
              <a:rPr lang="zh-CN" altLang="en-US" sz="2000" dirty="0">
                <a:solidFill>
                  <a:sysClr val="windowText" lastClr="000000"/>
                </a:solidFill>
                <a:latin typeface="微软雅黑" panose="020B0503020204020204" pitchFamily="34" charset="-122"/>
                <a:ea typeface="微软雅黑" panose="020B0503020204020204" pitchFamily="34" charset="-122"/>
              </a:rPr>
              <a:t>字典数据转为 </a:t>
            </a:r>
            <a:r>
              <a:rPr lang="en-US" altLang="zh-CN" sz="2000" dirty="0">
                <a:solidFill>
                  <a:sysClr val="windowText" lastClr="000000"/>
                </a:solidFill>
                <a:latin typeface="微软雅黑" panose="020B0503020204020204" pitchFamily="34" charset="-122"/>
                <a:ea typeface="微软雅黑" panose="020B0503020204020204" pitchFamily="34" charset="-122"/>
              </a:rPr>
              <a:t>JSON </a:t>
            </a:r>
            <a:r>
              <a:rPr lang="zh-CN" altLang="en-US" sz="2000" dirty="0">
                <a:solidFill>
                  <a:sysClr val="windowText" lastClr="000000"/>
                </a:solidFill>
                <a:latin typeface="微软雅黑" panose="020B0503020204020204" pitchFamily="34" charset="-122"/>
                <a:ea typeface="微软雅黑" panose="020B0503020204020204" pitchFamily="34" charset="-122"/>
              </a:rPr>
              <a:t>默认不排序，可设置 </a:t>
            </a:r>
            <a:r>
              <a:rPr lang="en-US" altLang="zh-CN" sz="2000" b="1" dirty="0" err="1">
                <a:solidFill>
                  <a:schemeClr val="accent2"/>
                </a:solidFill>
                <a:latin typeface="微软雅黑" panose="020B0503020204020204" pitchFamily="34" charset="-122"/>
                <a:ea typeface="微软雅黑" panose="020B0503020204020204" pitchFamily="34" charset="-122"/>
              </a:rPr>
              <a:t>sort_keys</a:t>
            </a:r>
            <a:r>
              <a:rPr lang="en-US" altLang="zh-CN" sz="2000" b="1" dirty="0">
                <a:solidFill>
                  <a:schemeClr val="accent2"/>
                </a:solidFill>
                <a:latin typeface="微软雅黑" panose="020B0503020204020204" pitchFamily="34" charset="-122"/>
                <a:ea typeface="微软雅黑" panose="020B0503020204020204" pitchFamily="34" charset="-122"/>
              </a:rPr>
              <a:t>=True </a:t>
            </a:r>
            <a:r>
              <a:rPr lang="zh-CN" altLang="en-US" sz="2000" dirty="0">
                <a:solidFill>
                  <a:sysClr val="windowText" lastClr="000000"/>
                </a:solidFill>
                <a:latin typeface="微软雅黑" panose="020B0503020204020204" pitchFamily="34" charset="-122"/>
                <a:ea typeface="微软雅黑" panose="020B0503020204020204" pitchFamily="34" charset="-122"/>
              </a:rPr>
              <a:t>使转换结果按照</a:t>
            </a:r>
            <a:r>
              <a:rPr lang="zh-CN" altLang="en-US" sz="2000" b="1" dirty="0">
                <a:solidFill>
                  <a:schemeClr val="accent2"/>
                </a:solidFill>
                <a:latin typeface="微软雅黑" panose="020B0503020204020204" pitchFamily="34" charset="-122"/>
                <a:ea typeface="微软雅黑" panose="020B0503020204020204" pitchFamily="34" charset="-122"/>
              </a:rPr>
              <a:t>字典升序排序</a:t>
            </a:r>
            <a:r>
              <a:rPr lang="zh-CN" altLang="en-US" sz="2000" dirty="0">
                <a:solidFill>
                  <a:sysClr val="windowText" lastClr="000000"/>
                </a:solidFill>
                <a:latin typeface="微软雅黑" panose="020B0503020204020204" pitchFamily="34" charset="-122"/>
                <a:ea typeface="微软雅黑" panose="020B0503020204020204" pitchFamily="34" charset="-122"/>
              </a:rPr>
              <a:t>。</a:t>
            </a:r>
            <a:endParaRPr lang="en-US" altLang="zh-CN" sz="2000" dirty="0">
              <a:solidFill>
                <a:sysClr val="windowText" lastClr="000000"/>
              </a:solidFill>
              <a:latin typeface="微软雅黑" panose="020B0503020204020204" pitchFamily="34" charset="-122"/>
              <a:ea typeface="微软雅黑" panose="020B0503020204020204" pitchFamily="34" charset="-122"/>
            </a:endParaRPr>
          </a:p>
          <a:p>
            <a:pPr>
              <a:lnSpc>
                <a:spcPct val="150000"/>
              </a:lnSpc>
              <a:defRPr/>
            </a:pPr>
            <a:r>
              <a:rPr lang="en-US" altLang="zh-CN" sz="2000" b="1" dirty="0">
                <a:solidFill>
                  <a:schemeClr val="accent2"/>
                </a:solidFill>
                <a:latin typeface="微软雅黑" panose="020B0503020204020204" pitchFamily="34" charset="-122"/>
                <a:ea typeface="微软雅黑" panose="020B0503020204020204" pitchFamily="34" charset="-122"/>
              </a:rPr>
              <a:t>indent</a:t>
            </a:r>
            <a:r>
              <a:rPr lang="en-US" altLang="zh-CN" sz="2000" dirty="0">
                <a:solidFill>
                  <a:sysClr val="windowText" lastClr="000000"/>
                </a:solidFill>
                <a:latin typeface="微软雅黑" panose="020B0503020204020204" pitchFamily="34" charset="-122"/>
                <a:ea typeface="微软雅黑" panose="020B0503020204020204" pitchFamily="34" charset="-122"/>
              </a:rPr>
              <a:t> </a:t>
            </a:r>
            <a:r>
              <a:rPr lang="zh-CN" altLang="en-US" sz="2000" dirty="0">
                <a:solidFill>
                  <a:sysClr val="windowText" lastClr="000000"/>
                </a:solidFill>
                <a:latin typeface="微软雅黑" panose="020B0503020204020204" pitchFamily="34" charset="-122"/>
                <a:ea typeface="微软雅黑" panose="020B0503020204020204" pitchFamily="34" charset="-122"/>
              </a:rPr>
              <a:t>参数可用来对 </a:t>
            </a:r>
            <a:r>
              <a:rPr lang="en-US" altLang="zh-CN" sz="2000" dirty="0">
                <a:solidFill>
                  <a:sysClr val="windowText" lastClr="000000"/>
                </a:solidFill>
                <a:latin typeface="微软雅黑" panose="020B0503020204020204" pitchFamily="34" charset="-122"/>
                <a:ea typeface="微软雅黑" panose="020B0503020204020204" pitchFamily="34" charset="-122"/>
              </a:rPr>
              <a:t>JSON </a:t>
            </a:r>
            <a:r>
              <a:rPr lang="zh-CN" altLang="en-US" sz="2000" dirty="0">
                <a:solidFill>
                  <a:sysClr val="windowText" lastClr="000000"/>
                </a:solidFill>
                <a:latin typeface="微软雅黑" panose="020B0503020204020204" pitchFamily="34" charset="-122"/>
                <a:ea typeface="微软雅黑" panose="020B0503020204020204" pitchFamily="34" charset="-122"/>
              </a:rPr>
              <a:t>数据进行</a:t>
            </a:r>
            <a:r>
              <a:rPr lang="zh-CN" altLang="en-US" sz="2000" b="1" dirty="0">
                <a:solidFill>
                  <a:schemeClr val="accent2"/>
                </a:solidFill>
                <a:latin typeface="微软雅黑" panose="020B0503020204020204" pitchFamily="34" charset="-122"/>
                <a:ea typeface="微软雅黑" panose="020B0503020204020204" pitchFamily="34" charset="-122"/>
              </a:rPr>
              <a:t>格式化输出</a:t>
            </a:r>
            <a:r>
              <a:rPr lang="zh-CN" altLang="en-US" sz="2000" dirty="0">
                <a:solidFill>
                  <a:sysClr val="windowText" lastClr="000000"/>
                </a:solidFill>
                <a:latin typeface="微软雅黑" panose="020B0503020204020204" pitchFamily="34" charset="-122"/>
                <a:ea typeface="微软雅黑" panose="020B0503020204020204" pitchFamily="34" charset="-122"/>
              </a:rPr>
              <a:t>，默认值为 </a:t>
            </a:r>
            <a:r>
              <a:rPr lang="en-US" altLang="zh-CN" sz="2000" dirty="0">
                <a:solidFill>
                  <a:sysClr val="windowText" lastClr="000000"/>
                </a:solidFill>
                <a:latin typeface="微软雅黑" panose="020B0503020204020204" pitchFamily="34" charset="-122"/>
                <a:ea typeface="微软雅黑" panose="020B0503020204020204" pitchFamily="34" charset="-122"/>
              </a:rPr>
              <a:t>None</a:t>
            </a:r>
            <a:r>
              <a:rPr lang="zh-CN" altLang="en-US" sz="2000" dirty="0">
                <a:solidFill>
                  <a:sysClr val="windowText" lastClr="000000"/>
                </a:solidFill>
                <a:latin typeface="微软雅黑" panose="020B0503020204020204" pitchFamily="34" charset="-122"/>
                <a:ea typeface="微软雅黑" panose="020B0503020204020204" pitchFamily="34" charset="-122"/>
              </a:rPr>
              <a:t>，不做格式化处理，可设一个大于 </a:t>
            </a:r>
            <a:r>
              <a:rPr lang="en-US" altLang="zh-CN" sz="2000" dirty="0">
                <a:solidFill>
                  <a:sysClr val="windowText" lastClr="000000"/>
                </a:solidFill>
                <a:latin typeface="微软雅黑" panose="020B0503020204020204" pitchFamily="34" charset="-122"/>
                <a:ea typeface="微软雅黑" panose="020B0503020204020204" pitchFamily="34" charset="-122"/>
              </a:rPr>
              <a:t>0 </a:t>
            </a:r>
            <a:r>
              <a:rPr lang="zh-CN" altLang="en-US" sz="2000" dirty="0">
                <a:solidFill>
                  <a:sysClr val="windowText" lastClr="000000"/>
                </a:solidFill>
                <a:latin typeface="微软雅黑" panose="020B0503020204020204" pitchFamily="34" charset="-122"/>
                <a:ea typeface="微软雅黑" panose="020B0503020204020204" pitchFamily="34" charset="-122"/>
              </a:rPr>
              <a:t>的整数表示</a:t>
            </a:r>
            <a:r>
              <a:rPr lang="zh-CN" altLang="en-US" sz="2000" b="1" dirty="0">
                <a:solidFill>
                  <a:schemeClr val="accent2"/>
                </a:solidFill>
                <a:latin typeface="微软雅黑" panose="020B0503020204020204" pitchFamily="34" charset="-122"/>
                <a:ea typeface="微软雅黑" panose="020B0503020204020204" pitchFamily="34" charset="-122"/>
              </a:rPr>
              <a:t>缩进量</a:t>
            </a:r>
            <a:r>
              <a:rPr lang="zh-CN" altLang="en-US" sz="2000" dirty="0">
                <a:solidFill>
                  <a:sysClr val="windowText" lastClr="000000"/>
                </a:solidFill>
                <a:latin typeface="微软雅黑" panose="020B0503020204020204" pitchFamily="34" charset="-122"/>
                <a:ea typeface="微软雅黑" panose="020B0503020204020204" pitchFamily="34" charset="-122"/>
              </a:rPr>
              <a:t>，例如 </a:t>
            </a:r>
            <a:r>
              <a:rPr lang="en-US" altLang="zh-CN" sz="2000" dirty="0">
                <a:solidFill>
                  <a:sysClr val="windowText" lastClr="000000"/>
                </a:solidFill>
                <a:latin typeface="微软雅黑" panose="020B0503020204020204" pitchFamily="34" charset="-122"/>
                <a:ea typeface="微软雅黑" panose="020B0503020204020204" pitchFamily="34" charset="-122"/>
              </a:rPr>
              <a:t>indent=4</a:t>
            </a:r>
            <a:r>
              <a:rPr lang="zh-CN" altLang="en-US" sz="2000" dirty="0">
                <a:solidFill>
                  <a:sysClr val="windowText" lastClr="000000"/>
                </a:solidFill>
                <a:latin typeface="微软雅黑" panose="020B0503020204020204" pitchFamily="34" charset="-122"/>
                <a:ea typeface="微软雅黑" panose="020B0503020204020204" pitchFamily="34" charset="-122"/>
              </a:rPr>
              <a:t>。输出的数据被格式化之后，变得可读性更好。</a:t>
            </a:r>
            <a:endParaRPr lang="en-US" altLang="zh-CN" sz="2000" dirty="0">
              <a:solidFill>
                <a:sysClr val="windowText" lastClr="000000"/>
              </a:solidFill>
              <a:latin typeface="微软雅黑" panose="020B0503020204020204" pitchFamily="34" charset="-122"/>
              <a:ea typeface="微软雅黑" panose="020B0503020204020204" pitchFamily="34" charset="-122"/>
            </a:endParaRPr>
          </a:p>
        </p:txBody>
      </p:sp>
      <p:sp>
        <p:nvSpPr>
          <p:cNvPr id="7" name="内容占位符 5"/>
          <p:cNvSpPr txBox="1"/>
          <p:nvPr/>
        </p:nvSpPr>
        <p:spPr>
          <a:xfrm>
            <a:off x="693594" y="1270617"/>
            <a:ext cx="10804812" cy="1573159"/>
          </a:xfrm>
          <a:prstGeom prst="roundRect">
            <a:avLst>
              <a:gd name="adj" fmla="val 13843"/>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0" eaLnBrk="0" fontAlgn="base" hangingPunct="0">
              <a:lnSpc>
                <a:spcPct val="100000"/>
              </a:lnSpc>
              <a:spcBef>
                <a:spcPct val="0"/>
              </a:spcBef>
              <a:spcAft>
                <a:spcPct val="0"/>
              </a:spcAft>
              <a:defRPr/>
            </a:pPr>
            <a:r>
              <a:rPr lang="en-US" altLang="zh-CN" sz="2400" b="1" kern="0" dirty="0" err="1">
                <a:solidFill>
                  <a:prstClr val="black"/>
                </a:solidFill>
                <a:latin typeface="微软雅黑"/>
                <a:ea typeface="微软雅黑"/>
              </a:rPr>
              <a:t>json.</a:t>
            </a:r>
            <a:r>
              <a:rPr lang="en-US" altLang="zh-CN" sz="2400" b="1" kern="0" dirty="0" err="1">
                <a:solidFill>
                  <a:srgbClr val="FF6A02"/>
                </a:solidFill>
                <a:latin typeface="微软雅黑"/>
                <a:ea typeface="微软雅黑"/>
              </a:rPr>
              <a:t>dumps</a:t>
            </a:r>
            <a:r>
              <a:rPr lang="en-US" altLang="zh-CN" sz="2400" b="1" kern="0" dirty="0">
                <a:solidFill>
                  <a:srgbClr val="7102FF"/>
                </a:solidFill>
                <a:latin typeface="微软雅黑"/>
                <a:ea typeface="微软雅黑"/>
              </a:rPr>
              <a:t>(</a:t>
            </a:r>
            <a:r>
              <a:rPr lang="en-US" altLang="zh-CN" sz="2400" b="1" kern="0" dirty="0">
                <a:solidFill>
                  <a:prstClr val="black"/>
                </a:solidFill>
                <a:latin typeface="微软雅黑"/>
                <a:ea typeface="微软雅黑"/>
              </a:rPr>
              <a:t>obj, </a:t>
            </a:r>
            <a:r>
              <a:rPr lang="en-US" altLang="zh-CN" sz="2400" b="1" kern="0" dirty="0" err="1">
                <a:solidFill>
                  <a:srgbClr val="660099"/>
                </a:solidFill>
                <a:latin typeface="微软雅黑"/>
                <a:ea typeface="微软雅黑"/>
              </a:rPr>
              <a:t>ensure_ascii</a:t>
            </a:r>
            <a:r>
              <a:rPr lang="en-US" altLang="zh-CN" sz="2400" b="1" kern="0" dirty="0">
                <a:solidFill>
                  <a:prstClr val="black"/>
                </a:solidFill>
                <a:latin typeface="微软雅黑"/>
                <a:ea typeface="微软雅黑"/>
              </a:rPr>
              <a:t>=</a:t>
            </a:r>
            <a:r>
              <a:rPr lang="en-US" altLang="zh-CN" sz="2400" b="1" kern="0" dirty="0">
                <a:solidFill>
                  <a:srgbClr val="F80505"/>
                </a:solidFill>
                <a:latin typeface="微软雅黑"/>
                <a:ea typeface="微软雅黑"/>
              </a:rPr>
              <a:t>True</a:t>
            </a:r>
            <a:r>
              <a:rPr lang="en-US" altLang="zh-CN" sz="2400" b="1" kern="0" dirty="0">
                <a:solidFill>
                  <a:prstClr val="black"/>
                </a:solidFill>
                <a:latin typeface="微软雅黑"/>
                <a:ea typeface="微软雅黑"/>
              </a:rPr>
              <a:t>, </a:t>
            </a:r>
            <a:r>
              <a:rPr lang="en-US" altLang="zh-CN" sz="2400" b="1" kern="0" dirty="0">
                <a:solidFill>
                  <a:srgbClr val="660099"/>
                </a:solidFill>
                <a:latin typeface="微软雅黑"/>
                <a:ea typeface="微软雅黑"/>
              </a:rPr>
              <a:t>indent</a:t>
            </a:r>
            <a:r>
              <a:rPr lang="en-US" altLang="zh-CN" sz="2400" b="1" kern="0" dirty="0">
                <a:solidFill>
                  <a:prstClr val="black"/>
                </a:solidFill>
                <a:latin typeface="微软雅黑"/>
                <a:ea typeface="微软雅黑"/>
              </a:rPr>
              <a:t>=</a:t>
            </a:r>
            <a:r>
              <a:rPr lang="en-US" altLang="zh-CN" sz="2400" b="1" kern="0" dirty="0">
                <a:solidFill>
                  <a:srgbClr val="F80505"/>
                </a:solidFill>
                <a:latin typeface="微软雅黑"/>
                <a:ea typeface="微软雅黑"/>
              </a:rPr>
              <a:t>None</a:t>
            </a:r>
            <a:r>
              <a:rPr lang="en-US" altLang="zh-CN" sz="2400" b="1" kern="0" dirty="0">
                <a:solidFill>
                  <a:prstClr val="black"/>
                </a:solidFill>
                <a:latin typeface="微软雅黑"/>
                <a:ea typeface="微软雅黑"/>
              </a:rPr>
              <a:t>, </a:t>
            </a:r>
            <a:r>
              <a:rPr lang="en-US" altLang="zh-CN" sz="2400" b="1" kern="0" dirty="0" err="1">
                <a:solidFill>
                  <a:srgbClr val="660099"/>
                </a:solidFill>
                <a:latin typeface="微软雅黑"/>
                <a:ea typeface="微软雅黑"/>
              </a:rPr>
              <a:t>sort_keys</a:t>
            </a:r>
            <a:r>
              <a:rPr lang="en-US" altLang="zh-CN" sz="2400" b="1" kern="0" dirty="0">
                <a:solidFill>
                  <a:prstClr val="black"/>
                </a:solidFill>
                <a:latin typeface="微软雅黑"/>
                <a:ea typeface="微软雅黑"/>
              </a:rPr>
              <a:t>=</a:t>
            </a:r>
            <a:r>
              <a:rPr lang="en-US" altLang="zh-CN" sz="2400" b="1" kern="0" dirty="0">
                <a:solidFill>
                  <a:srgbClr val="F80505"/>
                </a:solidFill>
                <a:latin typeface="微软雅黑"/>
                <a:ea typeface="微软雅黑"/>
              </a:rPr>
              <a:t>False</a:t>
            </a:r>
            <a:r>
              <a:rPr lang="en-US" altLang="zh-CN" sz="2400" b="1" kern="0" dirty="0">
                <a:solidFill>
                  <a:srgbClr val="7102FF"/>
                </a:solidFill>
                <a:latin typeface="微软雅黑"/>
                <a:ea typeface="微软雅黑"/>
              </a:rPr>
              <a:t>)</a:t>
            </a:r>
            <a:endParaRPr lang="en-US" altLang="zh-CN" sz="2400" b="1" kern="0" dirty="0">
              <a:solidFill>
                <a:srgbClr val="7102FF"/>
              </a:solidFill>
              <a:latin typeface="微软雅黑"/>
              <a:ea typeface="微软雅黑"/>
            </a:endParaRPr>
          </a:p>
          <a:p>
            <a:pPr lvl="0" eaLnBrk="0" fontAlgn="base" hangingPunct="0">
              <a:lnSpc>
                <a:spcPct val="100000"/>
              </a:lnSpc>
              <a:spcBef>
                <a:spcPct val="0"/>
              </a:spcBef>
              <a:spcAft>
                <a:spcPct val="0"/>
              </a:spcAft>
              <a:defRPr/>
            </a:pPr>
            <a:r>
              <a:rPr lang="en-US" altLang="zh-CN" sz="2400" b="1" kern="0" dirty="0" err="1">
                <a:solidFill>
                  <a:prstClr val="black"/>
                </a:solidFill>
                <a:latin typeface="微软雅黑"/>
                <a:ea typeface="微软雅黑"/>
              </a:rPr>
              <a:t>json.</a:t>
            </a:r>
            <a:r>
              <a:rPr lang="en-US" altLang="zh-CN" sz="2400" b="1" kern="0" dirty="0" err="1">
                <a:solidFill>
                  <a:srgbClr val="FF6A02"/>
                </a:solidFill>
                <a:latin typeface="微软雅黑"/>
                <a:ea typeface="微软雅黑"/>
              </a:rPr>
              <a:t>dump</a:t>
            </a:r>
            <a:r>
              <a:rPr lang="en-US" altLang="zh-CN" sz="2400" b="1" kern="0" dirty="0">
                <a:solidFill>
                  <a:srgbClr val="7102FF"/>
                </a:solidFill>
                <a:latin typeface="微软雅黑"/>
                <a:ea typeface="微软雅黑"/>
              </a:rPr>
              <a:t>(</a:t>
            </a:r>
            <a:r>
              <a:rPr lang="en-US" altLang="zh-CN" sz="2400" b="1" kern="0" dirty="0" err="1">
                <a:solidFill>
                  <a:prstClr val="black"/>
                </a:solidFill>
                <a:latin typeface="微软雅黑"/>
                <a:ea typeface="微软雅黑"/>
              </a:rPr>
              <a:t>obj,fp</a:t>
            </a:r>
            <a:r>
              <a:rPr lang="en-US" altLang="zh-CN" sz="2400" b="1" kern="0" dirty="0">
                <a:solidFill>
                  <a:prstClr val="black"/>
                </a:solidFill>
                <a:latin typeface="微软雅黑"/>
                <a:ea typeface="微软雅黑"/>
              </a:rPr>
              <a:t>, </a:t>
            </a:r>
            <a:r>
              <a:rPr lang="en-US" altLang="zh-CN" sz="2400" b="1" kern="0" dirty="0" err="1">
                <a:solidFill>
                  <a:srgbClr val="660099"/>
                </a:solidFill>
                <a:latin typeface="微软雅黑"/>
                <a:ea typeface="微软雅黑"/>
              </a:rPr>
              <a:t>ensure_ascii</a:t>
            </a:r>
            <a:r>
              <a:rPr lang="en-US" altLang="zh-CN" sz="2400" b="1" kern="0" dirty="0">
                <a:solidFill>
                  <a:prstClr val="black"/>
                </a:solidFill>
                <a:latin typeface="微软雅黑"/>
                <a:ea typeface="微软雅黑"/>
              </a:rPr>
              <a:t>=</a:t>
            </a:r>
            <a:r>
              <a:rPr lang="en-US" altLang="zh-CN" sz="2400" b="1" kern="0" dirty="0">
                <a:solidFill>
                  <a:srgbClr val="F80505"/>
                </a:solidFill>
                <a:latin typeface="微软雅黑"/>
                <a:ea typeface="微软雅黑"/>
              </a:rPr>
              <a:t>True</a:t>
            </a:r>
            <a:r>
              <a:rPr lang="en-US" altLang="zh-CN" sz="2400" b="1" kern="0" dirty="0">
                <a:solidFill>
                  <a:prstClr val="black"/>
                </a:solidFill>
                <a:latin typeface="微软雅黑"/>
                <a:ea typeface="微软雅黑"/>
              </a:rPr>
              <a:t>, </a:t>
            </a:r>
            <a:r>
              <a:rPr lang="en-US" altLang="zh-CN" sz="2400" b="1" kern="0" dirty="0">
                <a:solidFill>
                  <a:srgbClr val="660099"/>
                </a:solidFill>
                <a:latin typeface="微软雅黑"/>
                <a:ea typeface="微软雅黑"/>
              </a:rPr>
              <a:t>indent</a:t>
            </a:r>
            <a:r>
              <a:rPr lang="en-US" altLang="zh-CN" sz="2400" b="1" kern="0" dirty="0">
                <a:solidFill>
                  <a:prstClr val="black"/>
                </a:solidFill>
                <a:latin typeface="微软雅黑"/>
                <a:ea typeface="微软雅黑"/>
              </a:rPr>
              <a:t>=</a:t>
            </a:r>
            <a:r>
              <a:rPr lang="en-US" altLang="zh-CN" sz="2400" b="1" kern="0" dirty="0" err="1">
                <a:solidFill>
                  <a:srgbClr val="F80505"/>
                </a:solidFill>
                <a:latin typeface="微软雅黑"/>
                <a:ea typeface="微软雅黑"/>
              </a:rPr>
              <a:t>None</a:t>
            </a:r>
            <a:r>
              <a:rPr lang="en-US" altLang="zh-CN" sz="2400" b="1" kern="0" dirty="0" err="1">
                <a:solidFill>
                  <a:prstClr val="black"/>
                </a:solidFill>
                <a:latin typeface="微软雅黑"/>
                <a:ea typeface="微软雅黑"/>
              </a:rPr>
              <a:t>,</a:t>
            </a:r>
            <a:r>
              <a:rPr lang="en-US" altLang="zh-CN" sz="2400" b="1" kern="0" dirty="0" err="1">
                <a:solidFill>
                  <a:srgbClr val="660099"/>
                </a:solidFill>
                <a:latin typeface="微软雅黑"/>
                <a:ea typeface="微软雅黑"/>
              </a:rPr>
              <a:t>sort_keys</a:t>
            </a:r>
            <a:r>
              <a:rPr lang="en-US" altLang="zh-CN" sz="2400" b="1" kern="0" dirty="0">
                <a:solidFill>
                  <a:prstClr val="black"/>
                </a:solidFill>
                <a:latin typeface="微软雅黑"/>
                <a:ea typeface="微软雅黑"/>
              </a:rPr>
              <a:t>=</a:t>
            </a:r>
            <a:r>
              <a:rPr lang="en-US" altLang="zh-CN" sz="2400" b="1" kern="0" dirty="0">
                <a:solidFill>
                  <a:srgbClr val="F80505"/>
                </a:solidFill>
                <a:latin typeface="微软雅黑"/>
                <a:ea typeface="微软雅黑"/>
              </a:rPr>
              <a:t>False</a:t>
            </a:r>
            <a:r>
              <a:rPr lang="en-US" altLang="zh-CN" sz="2400" b="1" kern="0" dirty="0">
                <a:solidFill>
                  <a:srgbClr val="7102FF"/>
                </a:solidFill>
                <a:latin typeface="微软雅黑"/>
                <a:ea typeface="微软雅黑"/>
              </a:rPr>
              <a:t>)</a:t>
            </a:r>
            <a:endParaRPr lang="en-US" altLang="zh-CN" sz="2400" b="1" kern="0" dirty="0">
              <a:solidFill>
                <a:srgbClr val="7102FF"/>
              </a:solidFill>
              <a:latin typeface="微软雅黑"/>
              <a:ea typeface="微软雅黑"/>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59:morph option="byObject"/>
      </p:transition>
    </mc:Choice>
    <mc:Fallback>
      <p:transition spd="slow">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7.3</a:t>
            </a:r>
            <a:endParaRPr lang="zh-CN" altLang="en-US" dirty="0"/>
          </a:p>
        </p:txBody>
      </p:sp>
      <p:sp>
        <p:nvSpPr>
          <p:cNvPr id="3" name="标题 2"/>
          <p:cNvSpPr>
            <a:spLocks noGrp="1"/>
          </p:cNvSpPr>
          <p:nvPr>
            <p:ph type="title"/>
          </p:nvPr>
        </p:nvSpPr>
        <p:spPr/>
        <p:txBody>
          <a:bodyPr/>
          <a:lstStyle/>
          <a:p>
            <a:r>
              <a:rPr lang="en-US" altLang="zh-CN" dirty="0"/>
              <a:t>JSON </a:t>
            </a:r>
            <a:r>
              <a:rPr lang="zh-CN" altLang="en-US" dirty="0"/>
              <a:t>文件</a:t>
            </a:r>
            <a:endParaRPr lang="zh-CN" altLang="en-US" dirty="0"/>
          </a:p>
        </p:txBody>
      </p:sp>
      <p:sp>
        <p:nvSpPr>
          <p:cNvPr id="2" name="内容占位符 1"/>
          <p:cNvSpPr txBox="1"/>
          <p:nvPr/>
        </p:nvSpPr>
        <p:spPr>
          <a:xfrm>
            <a:off x="616718" y="1260782"/>
            <a:ext cx="10958564" cy="1561076"/>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50000"/>
              </a:lnSpc>
              <a:spcBef>
                <a:spcPts val="500"/>
              </a:spcBef>
              <a:defRPr/>
            </a:pPr>
            <a:r>
              <a:rPr lang="en-US" altLang="zh-CN" sz="2400" dirty="0">
                <a:solidFill>
                  <a:sysClr val="windowText" lastClr="000000"/>
                </a:solidFill>
                <a:latin typeface="微软雅黑" panose="020B0503020204020204" pitchFamily="34" charset="-122"/>
                <a:ea typeface="微软雅黑" panose="020B0503020204020204" pitchFamily="34" charset="-122"/>
              </a:rPr>
              <a:t>dump() </a:t>
            </a:r>
            <a:r>
              <a:rPr lang="zh-CN" altLang="en-US" sz="2400" dirty="0">
                <a:solidFill>
                  <a:sysClr val="windowText" lastClr="000000"/>
                </a:solidFill>
                <a:latin typeface="微软雅黑" panose="020B0503020204020204" pitchFamily="34" charset="-122"/>
                <a:ea typeface="微软雅黑" panose="020B0503020204020204" pitchFamily="34" charset="-122"/>
              </a:rPr>
              <a:t>函数除了将参数转换为 </a:t>
            </a:r>
            <a:r>
              <a:rPr lang="en-US" altLang="zh-CN" sz="2400" dirty="0">
                <a:solidFill>
                  <a:sysClr val="windowText" lastClr="000000"/>
                </a:solidFill>
                <a:latin typeface="微软雅黑" panose="020B0503020204020204" pitchFamily="34" charset="-122"/>
                <a:ea typeface="微软雅黑" panose="020B0503020204020204" pitchFamily="34" charset="-122"/>
              </a:rPr>
              <a:t>JSON </a:t>
            </a:r>
            <a:r>
              <a:rPr lang="zh-CN" altLang="en-US" sz="2400" dirty="0">
                <a:solidFill>
                  <a:sysClr val="windowText" lastClr="000000"/>
                </a:solidFill>
                <a:latin typeface="微软雅黑" panose="020B0503020204020204" pitchFamily="34" charset="-122"/>
                <a:ea typeface="微软雅黑" panose="020B0503020204020204" pitchFamily="34" charset="-122"/>
              </a:rPr>
              <a:t>格式的字符串，还会将</a:t>
            </a:r>
            <a:r>
              <a:rPr lang="zh-CN" altLang="en-US" sz="2400" b="1" dirty="0">
                <a:solidFill>
                  <a:schemeClr val="accent2"/>
                </a:solidFill>
                <a:latin typeface="微软雅黑" panose="020B0503020204020204" pitchFamily="34" charset="-122"/>
                <a:ea typeface="微软雅黑" panose="020B0503020204020204" pitchFamily="34" charset="-122"/>
              </a:rPr>
              <a:t>字符串写入</a:t>
            </a:r>
            <a:r>
              <a:rPr lang="zh-CN" altLang="en-US" sz="2400" dirty="0">
                <a:solidFill>
                  <a:sysClr val="windowText" lastClr="000000"/>
                </a:solidFill>
                <a:latin typeface="微软雅黑" panose="020B0503020204020204" pitchFamily="34" charset="-122"/>
                <a:ea typeface="微软雅黑" panose="020B0503020204020204" pitchFamily="34" charset="-122"/>
              </a:rPr>
              <a:t>到</a:t>
            </a:r>
            <a:r>
              <a:rPr lang="zh-CN" altLang="en-US" sz="2400" b="1" dirty="0">
                <a:solidFill>
                  <a:schemeClr val="accent2"/>
                </a:solidFill>
                <a:latin typeface="微软雅黑" panose="020B0503020204020204" pitchFamily="34" charset="-122"/>
                <a:ea typeface="微软雅黑" panose="020B0503020204020204" pitchFamily="34" charset="-122"/>
              </a:rPr>
              <a:t>文件对象</a:t>
            </a:r>
            <a:r>
              <a:rPr lang="zh-CN" altLang="en-US" sz="2400" dirty="0">
                <a:solidFill>
                  <a:sysClr val="windowText" lastClr="000000"/>
                </a:solidFill>
                <a:latin typeface="微软雅黑" panose="020B0503020204020204" pitchFamily="34" charset="-122"/>
                <a:ea typeface="微软雅黑" panose="020B0503020204020204" pitchFamily="34" charset="-122"/>
              </a:rPr>
              <a:t> </a:t>
            </a:r>
            <a:r>
              <a:rPr lang="en-US" altLang="zh-CN" sz="2400" dirty="0" err="1">
                <a:solidFill>
                  <a:sysClr val="windowText" lastClr="000000"/>
                </a:solidFill>
                <a:latin typeface="微软雅黑" panose="020B0503020204020204" pitchFamily="34" charset="-122"/>
                <a:ea typeface="微软雅黑" panose="020B0503020204020204" pitchFamily="34" charset="-122"/>
              </a:rPr>
              <a:t>fp</a:t>
            </a:r>
            <a:r>
              <a:rPr lang="en-US" altLang="zh-CN" sz="2400" dirty="0">
                <a:solidFill>
                  <a:sysClr val="windowText" lastClr="000000"/>
                </a:solidFill>
                <a:latin typeface="微软雅黑" panose="020B0503020204020204" pitchFamily="34" charset="-122"/>
                <a:ea typeface="微软雅黑" panose="020B0503020204020204" pitchFamily="34" charset="-122"/>
              </a:rPr>
              <a:t> </a:t>
            </a:r>
            <a:r>
              <a:rPr lang="zh-CN" altLang="en-US" sz="2400" dirty="0">
                <a:solidFill>
                  <a:sysClr val="windowText" lastClr="000000"/>
                </a:solidFill>
                <a:latin typeface="微软雅黑" panose="020B0503020204020204" pitchFamily="34" charset="-122"/>
                <a:ea typeface="微软雅黑" panose="020B0503020204020204" pitchFamily="34" charset="-122"/>
              </a:rPr>
              <a:t>中，编码方法如下表所示。</a:t>
            </a:r>
            <a:endParaRPr lang="en-US" altLang="zh-CN" sz="2400" dirty="0">
              <a:solidFill>
                <a:sysClr val="windowText" lastClr="000000"/>
              </a:solidFill>
              <a:latin typeface="微软雅黑" panose="020B0503020204020204" pitchFamily="34" charset="-122"/>
              <a:ea typeface="微软雅黑" panose="020B0503020204020204" pitchFamily="34" charset="-122"/>
            </a:endParaRPr>
          </a:p>
        </p:txBody>
      </p:sp>
      <p:graphicFrame>
        <p:nvGraphicFramePr>
          <p:cNvPr id="6" name="表格 5"/>
          <p:cNvGraphicFramePr>
            <a:graphicFrameLocks noGrp="1"/>
          </p:cNvGraphicFramePr>
          <p:nvPr/>
        </p:nvGraphicFramePr>
        <p:xfrm>
          <a:off x="762000" y="2773875"/>
          <a:ext cx="10813282" cy="2131637"/>
        </p:xfrm>
        <a:graphic>
          <a:graphicData uri="http://schemas.openxmlformats.org/drawingml/2006/table">
            <a:tbl>
              <a:tblPr firstRow="1" firstCol="1" bandRow="1">
                <a:tableStyleId>{5C22544A-7EE6-4342-B048-85BDC9FD1C3A}</a:tableStyleId>
              </a:tblPr>
              <a:tblGrid>
                <a:gridCol w="2526421"/>
                <a:gridCol w="8286861"/>
              </a:tblGrid>
              <a:tr h="578925">
                <a:tc>
                  <a:txBody>
                    <a:bodyPr/>
                    <a:lstStyle/>
                    <a:p>
                      <a:pPr algn="ctr"/>
                      <a:r>
                        <a:rPr lang="en-US" sz="2400" kern="0" dirty="0" err="1">
                          <a:effectLst/>
                          <a:latin typeface="+mj-lt"/>
                        </a:rPr>
                        <a:t>方法</a:t>
                      </a:r>
                      <a:endParaRPr lang="zh-CN" sz="3200" kern="100" dirty="0">
                        <a:effectLst/>
                        <a:latin typeface="+mj-lt"/>
                        <a:ea typeface="等线" panose="02010600030101010101" pitchFamily="2" charset="-122"/>
                        <a:cs typeface="Times New Roman" panose="02020603050405020304" pitchFamily="18" charset="0"/>
                      </a:endParaRPr>
                    </a:p>
                  </a:txBody>
                  <a:tcPr marL="9525" marR="9525" marT="9525" marB="9525" anchor="ctr"/>
                </a:tc>
                <a:tc>
                  <a:txBody>
                    <a:bodyPr/>
                    <a:lstStyle/>
                    <a:p>
                      <a:pPr algn="ctr"/>
                      <a:r>
                        <a:rPr lang="en-US" sz="2400" kern="0" dirty="0" err="1">
                          <a:effectLst/>
                          <a:latin typeface="+mj-lt"/>
                        </a:rPr>
                        <a:t>描述</a:t>
                      </a:r>
                      <a:endParaRPr lang="zh-CN" sz="3200" kern="100" dirty="0">
                        <a:effectLst/>
                        <a:latin typeface="+mj-lt"/>
                        <a:ea typeface="等线" panose="02010600030101010101" pitchFamily="2" charset="-122"/>
                        <a:cs typeface="Times New Roman" panose="02020603050405020304" pitchFamily="18" charset="0"/>
                      </a:endParaRPr>
                    </a:p>
                  </a:txBody>
                  <a:tcPr marL="9525" marR="9525" marT="9525" marB="9525" anchor="ctr"/>
                </a:tc>
              </a:tr>
              <a:tr h="776356">
                <a:tc>
                  <a:txBody>
                    <a:bodyPr/>
                    <a:lstStyle/>
                    <a:p>
                      <a:pPr algn="l"/>
                      <a:r>
                        <a:rPr lang="en-US" sz="2000" kern="0" dirty="0">
                          <a:effectLst/>
                          <a:latin typeface="+mj-lt"/>
                        </a:rPr>
                        <a:t> </a:t>
                      </a:r>
                      <a:r>
                        <a:rPr lang="en-US" sz="2000" kern="0" dirty="0" err="1">
                          <a:effectLst/>
                          <a:latin typeface="+mj-lt"/>
                        </a:rPr>
                        <a:t>json.dumps</a:t>
                      </a:r>
                      <a:r>
                        <a:rPr lang="en-US" sz="2000" kern="0" dirty="0">
                          <a:effectLst/>
                          <a:latin typeface="+mj-lt"/>
                        </a:rPr>
                        <a:t>(obj)</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altLang="zh-CN" sz="2000" kern="0" dirty="0">
                          <a:effectLst/>
                          <a:latin typeface="+mj-lt"/>
                        </a:rPr>
                        <a:t> </a:t>
                      </a:r>
                      <a:r>
                        <a:rPr lang="zh-CN" sz="2000" kern="0" dirty="0">
                          <a:effectLst/>
                          <a:latin typeface="+mj-lt"/>
                        </a:rPr>
                        <a:t>将</a:t>
                      </a:r>
                      <a:r>
                        <a:rPr lang="en-US" sz="2000" kern="0" dirty="0">
                          <a:effectLst/>
                          <a:latin typeface="+mj-lt"/>
                        </a:rPr>
                        <a:t> Python </a:t>
                      </a:r>
                      <a:r>
                        <a:rPr lang="zh-CN" sz="2000" kern="0" dirty="0">
                          <a:effectLst/>
                          <a:latin typeface="+mj-lt"/>
                        </a:rPr>
                        <a:t>格式对象</a:t>
                      </a:r>
                      <a:r>
                        <a:rPr lang="en-US" altLang="zh-CN" sz="2000" kern="0" dirty="0">
                          <a:effectLst/>
                          <a:latin typeface="+mj-lt"/>
                        </a:rPr>
                        <a:t> </a:t>
                      </a:r>
                      <a:r>
                        <a:rPr lang="en-US" sz="2000" kern="0" dirty="0">
                          <a:effectLst/>
                          <a:latin typeface="+mj-lt"/>
                        </a:rPr>
                        <a:t>obj </a:t>
                      </a:r>
                      <a:r>
                        <a:rPr lang="zh-CN" sz="2000" kern="0" dirty="0">
                          <a:effectLst/>
                          <a:latin typeface="+mj-lt"/>
                        </a:rPr>
                        <a:t>编码成</a:t>
                      </a:r>
                      <a:r>
                        <a:rPr lang="en-US" sz="2000" kern="0" dirty="0">
                          <a:effectLst/>
                          <a:latin typeface="+mj-lt"/>
                        </a:rPr>
                        <a:t> JSON </a:t>
                      </a:r>
                      <a:r>
                        <a:rPr lang="zh-CN" sz="2000" kern="0" dirty="0">
                          <a:effectLst/>
                          <a:latin typeface="+mj-lt"/>
                        </a:rPr>
                        <a:t>格式，写入</a:t>
                      </a:r>
                      <a:r>
                        <a:rPr lang="zh-CN" sz="2000" b="1" kern="0" dirty="0">
                          <a:solidFill>
                            <a:schemeClr val="accent2"/>
                          </a:solidFill>
                          <a:effectLst/>
                          <a:latin typeface="+mj-lt"/>
                        </a:rPr>
                        <a:t>内存</a:t>
                      </a:r>
                      <a:endParaRPr lang="zh-CN" sz="2800" b="1" kern="100" dirty="0">
                        <a:solidFill>
                          <a:schemeClr val="accent2"/>
                        </a:solidFill>
                        <a:effectLst/>
                        <a:latin typeface="+mj-lt"/>
                        <a:ea typeface="等线" panose="02010600030101010101" pitchFamily="2" charset="-122"/>
                        <a:cs typeface="Times New Roman" panose="02020603050405020304" pitchFamily="18" charset="0"/>
                      </a:endParaRPr>
                    </a:p>
                  </a:txBody>
                  <a:tcPr marL="9525" marR="9525" marT="9525" marB="9525" anchor="ctr"/>
                </a:tc>
              </a:tr>
              <a:tr h="776356">
                <a:tc>
                  <a:txBody>
                    <a:bodyPr/>
                    <a:lstStyle/>
                    <a:p>
                      <a:pPr algn="l"/>
                      <a:r>
                        <a:rPr lang="en-US" sz="2000" kern="0" dirty="0">
                          <a:effectLst/>
                          <a:latin typeface="+mj-lt"/>
                        </a:rPr>
                        <a:t> </a:t>
                      </a:r>
                      <a:r>
                        <a:rPr lang="en-US" sz="2000" kern="0" dirty="0" err="1">
                          <a:effectLst/>
                          <a:latin typeface="+mj-lt"/>
                        </a:rPr>
                        <a:t>json.dump</a:t>
                      </a:r>
                      <a:r>
                        <a:rPr lang="en-US" sz="2000" kern="0" dirty="0">
                          <a:effectLst/>
                          <a:latin typeface="+mj-lt"/>
                        </a:rPr>
                        <a:t>(</a:t>
                      </a:r>
                      <a:r>
                        <a:rPr lang="en-US" sz="2000" kern="0" dirty="0" err="1">
                          <a:effectLst/>
                          <a:latin typeface="+mj-lt"/>
                        </a:rPr>
                        <a:t>obj,fp</a:t>
                      </a:r>
                      <a:r>
                        <a:rPr lang="en-US" sz="2000" kern="0" dirty="0">
                          <a:effectLst/>
                          <a:latin typeface="+mj-lt"/>
                        </a:rPr>
                        <a:t>)</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altLang="zh-CN" sz="2000" kern="0" dirty="0">
                          <a:effectLst/>
                          <a:latin typeface="+mj-lt"/>
                        </a:rPr>
                        <a:t> </a:t>
                      </a:r>
                      <a:r>
                        <a:rPr lang="zh-CN" sz="2000" kern="0" dirty="0">
                          <a:effectLst/>
                          <a:latin typeface="+mj-lt"/>
                        </a:rPr>
                        <a:t>将</a:t>
                      </a:r>
                      <a:r>
                        <a:rPr lang="en-US" sz="2000" kern="0" dirty="0">
                          <a:effectLst/>
                          <a:latin typeface="+mj-lt"/>
                        </a:rPr>
                        <a:t> Python </a:t>
                      </a:r>
                      <a:r>
                        <a:rPr lang="zh-CN" sz="2000" kern="0" dirty="0">
                          <a:effectLst/>
                          <a:latin typeface="+mj-lt"/>
                        </a:rPr>
                        <a:t>格式对象</a:t>
                      </a:r>
                      <a:r>
                        <a:rPr lang="en-US" altLang="zh-CN" sz="2000" kern="0" dirty="0">
                          <a:effectLst/>
                          <a:latin typeface="+mj-lt"/>
                        </a:rPr>
                        <a:t> </a:t>
                      </a:r>
                      <a:r>
                        <a:rPr lang="en-US" sz="2000" kern="0" dirty="0">
                          <a:effectLst/>
                          <a:latin typeface="+mj-lt"/>
                        </a:rPr>
                        <a:t>obj </a:t>
                      </a:r>
                      <a:r>
                        <a:rPr lang="zh-CN" sz="2000" kern="0" dirty="0">
                          <a:effectLst/>
                          <a:latin typeface="+mj-lt"/>
                        </a:rPr>
                        <a:t>编码成</a:t>
                      </a:r>
                      <a:r>
                        <a:rPr lang="en-US" sz="2000" kern="0" dirty="0">
                          <a:effectLst/>
                          <a:latin typeface="+mj-lt"/>
                        </a:rPr>
                        <a:t> JSON </a:t>
                      </a:r>
                      <a:r>
                        <a:rPr lang="zh-CN" sz="2000" kern="0" dirty="0">
                          <a:effectLst/>
                          <a:latin typeface="+mj-lt"/>
                        </a:rPr>
                        <a:t>格式，写入到</a:t>
                      </a:r>
                      <a:r>
                        <a:rPr lang="zh-CN" sz="2000" b="1" kern="0" dirty="0">
                          <a:solidFill>
                            <a:schemeClr val="accent2"/>
                          </a:solidFill>
                          <a:effectLst/>
                          <a:latin typeface="+mj-lt"/>
                        </a:rPr>
                        <a:t>磁盘文件对象</a:t>
                      </a:r>
                      <a:r>
                        <a:rPr lang="en-US" altLang="zh-CN" sz="2000" b="1" kern="0" dirty="0">
                          <a:solidFill>
                            <a:schemeClr val="accent2"/>
                          </a:solidFill>
                          <a:effectLst/>
                          <a:latin typeface="+mj-lt"/>
                        </a:rPr>
                        <a:t> </a:t>
                      </a:r>
                      <a:r>
                        <a:rPr lang="en-US" sz="2000" kern="0" dirty="0" err="1">
                          <a:effectLst/>
                          <a:latin typeface="+mj-lt"/>
                        </a:rPr>
                        <a:t>fp</a:t>
                      </a:r>
                      <a:r>
                        <a:rPr lang="en-US" sz="2000" kern="0" dirty="0">
                          <a:effectLst/>
                          <a:latin typeface="+mj-lt"/>
                        </a:rPr>
                        <a:t> </a:t>
                      </a:r>
                      <a:r>
                        <a:rPr lang="zh-CN" sz="2000" kern="0" dirty="0">
                          <a:effectLst/>
                          <a:latin typeface="+mj-lt"/>
                        </a:rPr>
                        <a:t>中</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r>
            </a:tbl>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7.3</a:t>
            </a:r>
            <a:endParaRPr lang="zh-CN" altLang="en-US" dirty="0"/>
          </a:p>
        </p:txBody>
      </p:sp>
      <p:sp>
        <p:nvSpPr>
          <p:cNvPr id="3" name="标题 2"/>
          <p:cNvSpPr>
            <a:spLocks noGrp="1"/>
          </p:cNvSpPr>
          <p:nvPr>
            <p:ph type="title"/>
          </p:nvPr>
        </p:nvSpPr>
        <p:spPr/>
        <p:txBody>
          <a:bodyPr/>
          <a:lstStyle/>
          <a:p>
            <a:r>
              <a:rPr lang="en-US" altLang="zh-CN" dirty="0"/>
              <a:t>JSON </a:t>
            </a:r>
            <a:r>
              <a:rPr lang="zh-CN" altLang="en-US" dirty="0"/>
              <a:t>文件</a:t>
            </a:r>
            <a:endParaRPr lang="zh-CN" altLang="en-US" dirty="0"/>
          </a:p>
        </p:txBody>
      </p:sp>
      <p:sp>
        <p:nvSpPr>
          <p:cNvPr id="2" name="内容占位符 1"/>
          <p:cNvSpPr txBox="1"/>
          <p:nvPr/>
        </p:nvSpPr>
        <p:spPr>
          <a:xfrm>
            <a:off x="616718" y="1064141"/>
            <a:ext cx="10958564" cy="2416483"/>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50000"/>
              </a:lnSpc>
              <a:spcBef>
                <a:spcPts val="500"/>
              </a:spcBef>
              <a:defRPr/>
            </a:pPr>
            <a:r>
              <a:rPr lang="en-US" altLang="zh-CN" sz="2400" dirty="0">
                <a:solidFill>
                  <a:sysClr val="windowText" lastClr="000000"/>
                </a:solidFill>
                <a:latin typeface="微软雅黑" panose="020B0503020204020204" pitchFamily="34" charset="-122"/>
                <a:ea typeface="微软雅黑" panose="020B0503020204020204" pitchFamily="34" charset="-122"/>
              </a:rPr>
              <a:t>JSON </a:t>
            </a:r>
            <a:r>
              <a:rPr lang="zh-CN" altLang="en-US" sz="2400" dirty="0">
                <a:solidFill>
                  <a:sysClr val="windowText" lastClr="000000"/>
                </a:solidFill>
                <a:latin typeface="微软雅黑" panose="020B0503020204020204" pitchFamily="34" charset="-122"/>
                <a:ea typeface="微软雅黑" panose="020B0503020204020204" pitchFamily="34" charset="-122"/>
              </a:rPr>
              <a:t>的解码过程是将一个包含 </a:t>
            </a:r>
            <a:r>
              <a:rPr lang="en-US" altLang="zh-CN" sz="2400" dirty="0">
                <a:solidFill>
                  <a:sysClr val="windowText" lastClr="000000"/>
                </a:solidFill>
                <a:latin typeface="微软雅黑" panose="020B0503020204020204" pitchFamily="34" charset="-122"/>
                <a:ea typeface="微软雅黑" panose="020B0503020204020204" pitchFamily="34" charset="-122"/>
              </a:rPr>
              <a:t>JSON </a:t>
            </a:r>
            <a:r>
              <a:rPr lang="zh-CN" altLang="en-US" sz="2400" dirty="0">
                <a:solidFill>
                  <a:sysClr val="windowText" lastClr="000000"/>
                </a:solidFill>
                <a:latin typeface="微软雅黑" panose="020B0503020204020204" pitchFamily="34" charset="-122"/>
                <a:ea typeface="微软雅黑" panose="020B0503020204020204" pitchFamily="34" charset="-122"/>
              </a:rPr>
              <a:t>格式数据的可读文件反序列化为一个 </a:t>
            </a:r>
            <a:r>
              <a:rPr lang="en-US" altLang="zh-CN" sz="2400" dirty="0">
                <a:solidFill>
                  <a:sysClr val="windowText" lastClr="000000"/>
                </a:solidFill>
                <a:latin typeface="微软雅黑" panose="020B0503020204020204" pitchFamily="34" charset="-122"/>
                <a:ea typeface="微软雅黑" panose="020B0503020204020204" pitchFamily="34" charset="-122"/>
              </a:rPr>
              <a:t>Python </a:t>
            </a:r>
            <a:r>
              <a:rPr lang="zh-CN" altLang="en-US" sz="2400" dirty="0">
                <a:solidFill>
                  <a:sysClr val="windowText" lastClr="000000"/>
                </a:solidFill>
                <a:latin typeface="微软雅黑" panose="020B0503020204020204" pitchFamily="34" charset="-122"/>
                <a:ea typeface="微软雅黑" panose="020B0503020204020204" pitchFamily="34" charset="-122"/>
              </a:rPr>
              <a:t>格式对象。</a:t>
            </a:r>
            <a:endParaRPr lang="en-US" altLang="zh-CN" sz="2400" dirty="0">
              <a:solidFill>
                <a:sysClr val="windowText" lastClr="000000"/>
              </a:solidFill>
              <a:latin typeface="微软雅黑" panose="020B0503020204020204" pitchFamily="34" charset="-122"/>
              <a:ea typeface="微软雅黑" panose="020B0503020204020204" pitchFamily="34" charset="-122"/>
            </a:endParaRPr>
          </a:p>
          <a:p>
            <a:pPr>
              <a:lnSpc>
                <a:spcPct val="150000"/>
              </a:lnSpc>
              <a:spcBef>
                <a:spcPts val="500"/>
              </a:spcBef>
              <a:defRPr/>
            </a:pPr>
            <a:r>
              <a:rPr lang="en-US" altLang="zh-CN" sz="2400" dirty="0">
                <a:solidFill>
                  <a:sysClr val="windowText" lastClr="000000"/>
                </a:solidFill>
                <a:latin typeface="微软雅黑" panose="020B0503020204020204" pitchFamily="34" charset="-122"/>
                <a:ea typeface="微软雅黑" panose="020B0503020204020204" pitchFamily="34" charset="-122"/>
              </a:rPr>
              <a:t>Python </a:t>
            </a:r>
            <a:r>
              <a:rPr lang="zh-CN" altLang="en-US" sz="2400" dirty="0">
                <a:solidFill>
                  <a:sysClr val="windowText" lastClr="000000"/>
                </a:solidFill>
                <a:latin typeface="微软雅黑" panose="020B0503020204020204" pitchFamily="34" charset="-122"/>
                <a:ea typeface="微软雅黑" panose="020B0503020204020204" pitchFamily="34" charset="-122"/>
              </a:rPr>
              <a:t>的原始类型与 </a:t>
            </a:r>
            <a:r>
              <a:rPr lang="en-US" altLang="zh-CN" sz="2400" dirty="0">
                <a:solidFill>
                  <a:sysClr val="windowText" lastClr="000000"/>
                </a:solidFill>
                <a:latin typeface="微软雅黑" panose="020B0503020204020204" pitchFamily="34" charset="-122"/>
                <a:ea typeface="微软雅黑" panose="020B0503020204020204" pitchFamily="34" charset="-122"/>
              </a:rPr>
              <a:t>JSON </a:t>
            </a:r>
            <a:r>
              <a:rPr lang="zh-CN" altLang="en-US" sz="2400" dirty="0">
                <a:solidFill>
                  <a:sysClr val="windowText" lastClr="000000"/>
                </a:solidFill>
                <a:latin typeface="微软雅黑" panose="020B0503020204020204" pitchFamily="34" charset="-122"/>
                <a:ea typeface="微软雅黑" panose="020B0503020204020204" pitchFamily="34" charset="-122"/>
              </a:rPr>
              <a:t>类型会</a:t>
            </a:r>
            <a:r>
              <a:rPr lang="zh-CN" altLang="en-US" sz="2400" b="1" dirty="0">
                <a:solidFill>
                  <a:schemeClr val="accent2"/>
                </a:solidFill>
                <a:latin typeface="微软雅黑" panose="020B0503020204020204" pitchFamily="34" charset="-122"/>
                <a:ea typeface="微软雅黑" panose="020B0503020204020204" pitchFamily="34" charset="-122"/>
              </a:rPr>
              <a:t>相互转换</a:t>
            </a:r>
            <a:r>
              <a:rPr lang="zh-CN" altLang="en-US" sz="2400" dirty="0">
                <a:solidFill>
                  <a:sysClr val="windowText" lastClr="000000"/>
                </a:solidFill>
                <a:latin typeface="微软雅黑" panose="020B0503020204020204" pitchFamily="34" charset="-122"/>
                <a:ea typeface="微软雅黑" panose="020B0503020204020204" pitchFamily="34" charset="-122"/>
              </a:rPr>
              <a:t>，主要使用 </a:t>
            </a:r>
            <a:r>
              <a:rPr lang="en-US" altLang="zh-CN" sz="2400" dirty="0" err="1">
                <a:solidFill>
                  <a:sysClr val="windowText" lastClr="000000"/>
                </a:solidFill>
                <a:latin typeface="微软雅黑" panose="020B0503020204020204" pitchFamily="34" charset="-122"/>
                <a:ea typeface="微软雅黑" panose="020B0503020204020204" pitchFamily="34" charset="-122"/>
              </a:rPr>
              <a:t>json.loads</a:t>
            </a:r>
            <a:r>
              <a:rPr lang="en-US" altLang="zh-CN" sz="2400" dirty="0">
                <a:solidFill>
                  <a:sysClr val="windowText" lastClr="000000"/>
                </a:solidFill>
                <a:latin typeface="微软雅黑" panose="020B0503020204020204" pitchFamily="34" charset="-122"/>
                <a:ea typeface="微软雅黑" panose="020B0503020204020204" pitchFamily="34" charset="-122"/>
              </a:rPr>
              <a:t>(s) </a:t>
            </a:r>
            <a:r>
              <a:rPr lang="zh-CN" altLang="en-US" sz="2400" dirty="0">
                <a:solidFill>
                  <a:sysClr val="windowText" lastClr="000000"/>
                </a:solidFill>
                <a:latin typeface="微软雅黑" panose="020B0503020204020204" pitchFamily="34" charset="-122"/>
                <a:ea typeface="微软雅黑" panose="020B0503020204020204" pitchFamily="34" charset="-122"/>
              </a:rPr>
              <a:t>和 </a:t>
            </a:r>
            <a:r>
              <a:rPr lang="en-US" altLang="zh-CN" sz="2400" dirty="0" err="1">
                <a:solidFill>
                  <a:sysClr val="windowText" lastClr="000000"/>
                </a:solidFill>
                <a:latin typeface="微软雅黑" panose="020B0503020204020204" pitchFamily="34" charset="-122"/>
                <a:ea typeface="微软雅黑" panose="020B0503020204020204" pitchFamily="34" charset="-122"/>
              </a:rPr>
              <a:t>json.load</a:t>
            </a:r>
            <a:r>
              <a:rPr lang="en-US" altLang="zh-CN" sz="2400" dirty="0">
                <a:solidFill>
                  <a:sysClr val="windowText" lastClr="000000"/>
                </a:solidFill>
                <a:latin typeface="微软雅黑" panose="020B0503020204020204" pitchFamily="34" charset="-122"/>
                <a:ea typeface="微软雅黑" panose="020B0503020204020204" pitchFamily="34" charset="-122"/>
              </a:rPr>
              <a:t>(</a:t>
            </a:r>
            <a:r>
              <a:rPr lang="en-US" altLang="zh-CN" sz="2400" dirty="0" err="1">
                <a:solidFill>
                  <a:sysClr val="windowText" lastClr="000000"/>
                </a:solidFill>
                <a:latin typeface="微软雅黑" panose="020B0503020204020204" pitchFamily="34" charset="-122"/>
                <a:ea typeface="微软雅黑" panose="020B0503020204020204" pitchFamily="34" charset="-122"/>
              </a:rPr>
              <a:t>fp</a:t>
            </a:r>
            <a:r>
              <a:rPr lang="en-US" altLang="zh-CN" sz="2400" dirty="0">
                <a:solidFill>
                  <a:sysClr val="windowText" lastClr="000000"/>
                </a:solidFill>
                <a:latin typeface="微软雅黑" panose="020B0503020204020204" pitchFamily="34" charset="-122"/>
                <a:ea typeface="微软雅黑" panose="020B0503020204020204" pitchFamily="34" charset="-122"/>
              </a:rPr>
              <a:t>) </a:t>
            </a:r>
            <a:r>
              <a:rPr lang="zh-CN" altLang="en-US" sz="2400" dirty="0">
                <a:solidFill>
                  <a:sysClr val="windowText" lastClr="000000"/>
                </a:solidFill>
                <a:latin typeface="微软雅黑" panose="020B0503020204020204" pitchFamily="34" charset="-122"/>
                <a:ea typeface="微软雅黑" panose="020B0503020204020204" pitchFamily="34" charset="-122"/>
              </a:rPr>
              <a:t>两个方法。</a:t>
            </a:r>
            <a:endParaRPr lang="en-US" altLang="zh-CN" sz="2400" dirty="0">
              <a:solidFill>
                <a:sysClr val="windowText" lastClr="000000"/>
              </a:solidFill>
              <a:latin typeface="微软雅黑" panose="020B0503020204020204" pitchFamily="34" charset="-122"/>
              <a:ea typeface="微软雅黑" panose="020B0503020204020204" pitchFamily="34" charset="-122"/>
            </a:endParaRPr>
          </a:p>
        </p:txBody>
      </p:sp>
      <p:graphicFrame>
        <p:nvGraphicFramePr>
          <p:cNvPr id="5" name="表格 4"/>
          <p:cNvGraphicFramePr>
            <a:graphicFrameLocks noGrp="1"/>
          </p:cNvGraphicFramePr>
          <p:nvPr/>
        </p:nvGraphicFramePr>
        <p:xfrm>
          <a:off x="689359" y="3500288"/>
          <a:ext cx="10813281" cy="2841524"/>
        </p:xfrm>
        <a:graphic>
          <a:graphicData uri="http://schemas.openxmlformats.org/drawingml/2006/table">
            <a:tbl>
              <a:tblPr firstRow="1" firstCol="1" bandRow="1">
                <a:tableStyleId>{5C22544A-7EE6-4342-B048-85BDC9FD1C3A}</a:tableStyleId>
              </a:tblPr>
              <a:tblGrid>
                <a:gridCol w="2279471"/>
                <a:gridCol w="8533810"/>
              </a:tblGrid>
              <a:tr h="653162">
                <a:tc>
                  <a:txBody>
                    <a:bodyPr/>
                    <a:lstStyle/>
                    <a:p>
                      <a:pPr algn="ctr"/>
                      <a:r>
                        <a:rPr lang="en-US" sz="2400" kern="0" dirty="0" err="1">
                          <a:effectLst/>
                          <a:latin typeface="+mj-lt"/>
                        </a:rPr>
                        <a:t>方法</a:t>
                      </a:r>
                      <a:endParaRPr lang="zh-CN" sz="3200" kern="100" dirty="0">
                        <a:effectLst/>
                        <a:latin typeface="+mj-lt"/>
                        <a:ea typeface="等线" panose="02010600030101010101" pitchFamily="2" charset="-122"/>
                        <a:cs typeface="Times New Roman" panose="02020603050405020304" pitchFamily="18" charset="0"/>
                      </a:endParaRPr>
                    </a:p>
                  </a:txBody>
                  <a:tcPr marL="9525" marR="9525" marT="9525" marB="9525" anchor="ctr"/>
                </a:tc>
                <a:tc>
                  <a:txBody>
                    <a:bodyPr/>
                    <a:lstStyle/>
                    <a:p>
                      <a:pPr algn="ctr"/>
                      <a:r>
                        <a:rPr lang="en-US" sz="2400" kern="0" dirty="0" err="1">
                          <a:effectLst/>
                          <a:latin typeface="+mj-lt"/>
                        </a:rPr>
                        <a:t>描述</a:t>
                      </a:r>
                      <a:endParaRPr lang="zh-CN" sz="3200" kern="100" dirty="0">
                        <a:effectLst/>
                        <a:latin typeface="+mj-lt"/>
                        <a:ea typeface="等线" panose="02010600030101010101" pitchFamily="2" charset="-122"/>
                        <a:cs typeface="Times New Roman" panose="02020603050405020304" pitchFamily="18" charset="0"/>
                      </a:endParaRPr>
                    </a:p>
                  </a:txBody>
                  <a:tcPr marL="9525" marR="9525" marT="9525" marB="9525" anchor="ctr"/>
                </a:tc>
              </a:tr>
              <a:tr h="1094181">
                <a:tc>
                  <a:txBody>
                    <a:bodyPr/>
                    <a:lstStyle/>
                    <a:p>
                      <a:pPr algn="l"/>
                      <a:r>
                        <a:rPr lang="en-US" sz="2000" kern="0" dirty="0">
                          <a:effectLst/>
                          <a:latin typeface="+mj-lt"/>
                        </a:rPr>
                        <a:t>  </a:t>
                      </a:r>
                      <a:r>
                        <a:rPr lang="en-US" sz="2000" kern="0" dirty="0" err="1">
                          <a:effectLst/>
                          <a:latin typeface="+mj-lt"/>
                        </a:rPr>
                        <a:t>json.loads</a:t>
                      </a:r>
                      <a:r>
                        <a:rPr lang="en-US" sz="2000" kern="0" dirty="0">
                          <a:effectLst/>
                          <a:latin typeface="+mj-lt"/>
                        </a:rPr>
                        <a:t>(s)</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c>
                  <a:txBody>
                    <a:bodyPr/>
                    <a:lstStyle/>
                    <a:p>
                      <a:pPr algn="l">
                        <a:lnSpc>
                          <a:spcPct val="150000"/>
                        </a:lnSpc>
                      </a:pPr>
                      <a:r>
                        <a:rPr lang="en-US" altLang="zh-CN" sz="2000" kern="0" dirty="0">
                          <a:effectLst/>
                          <a:latin typeface="+mj-lt"/>
                        </a:rPr>
                        <a:t> </a:t>
                      </a:r>
                      <a:r>
                        <a:rPr lang="zh-CN" sz="2000" kern="0" dirty="0">
                          <a:effectLst/>
                          <a:latin typeface="+mj-lt"/>
                        </a:rPr>
                        <a:t>将</a:t>
                      </a:r>
                      <a:r>
                        <a:rPr lang="zh-CN" sz="2000" b="1" kern="0" dirty="0">
                          <a:solidFill>
                            <a:schemeClr val="accent2"/>
                          </a:solidFill>
                          <a:effectLst/>
                          <a:latin typeface="+mj-lt"/>
                        </a:rPr>
                        <a:t>字符串</a:t>
                      </a:r>
                      <a:r>
                        <a:rPr lang="en-US" altLang="zh-CN" sz="2000" b="1" kern="0" dirty="0">
                          <a:solidFill>
                            <a:schemeClr val="accent2"/>
                          </a:solidFill>
                          <a:effectLst/>
                          <a:latin typeface="+mj-lt"/>
                        </a:rPr>
                        <a:t> </a:t>
                      </a:r>
                      <a:r>
                        <a:rPr lang="en-US" sz="2000" b="1" kern="0" dirty="0">
                          <a:solidFill>
                            <a:schemeClr val="accent2"/>
                          </a:solidFill>
                          <a:effectLst/>
                          <a:latin typeface="+mj-lt"/>
                        </a:rPr>
                        <a:t>s</a:t>
                      </a:r>
                      <a:r>
                        <a:rPr lang="en-US" sz="2000" kern="0" dirty="0">
                          <a:effectLst/>
                          <a:latin typeface="+mj-lt"/>
                        </a:rPr>
                        <a:t> </a:t>
                      </a:r>
                      <a:r>
                        <a:rPr lang="zh-CN" sz="2000" kern="0" dirty="0">
                          <a:effectLst/>
                          <a:latin typeface="+mj-lt"/>
                        </a:rPr>
                        <a:t>中的</a:t>
                      </a:r>
                      <a:r>
                        <a:rPr lang="en-US" altLang="zh-CN" sz="2000" kern="0" dirty="0">
                          <a:effectLst/>
                          <a:latin typeface="+mj-lt"/>
                        </a:rPr>
                        <a:t> </a:t>
                      </a:r>
                      <a:r>
                        <a:rPr lang="en-US" sz="2000" kern="0" dirty="0">
                          <a:effectLst/>
                          <a:latin typeface="+mj-lt"/>
                        </a:rPr>
                        <a:t>JSON </a:t>
                      </a:r>
                      <a:r>
                        <a:rPr lang="zh-CN" sz="2000" kern="0" dirty="0">
                          <a:effectLst/>
                          <a:latin typeface="+mj-lt"/>
                        </a:rPr>
                        <a:t>数据解码为</a:t>
                      </a:r>
                      <a:r>
                        <a:rPr lang="en-US" sz="2000" kern="0" dirty="0">
                          <a:effectLst/>
                          <a:latin typeface="+mj-lt"/>
                        </a:rPr>
                        <a:t> Python </a:t>
                      </a:r>
                      <a:r>
                        <a:rPr lang="zh-CN" sz="2000" kern="0" dirty="0">
                          <a:effectLst/>
                          <a:latin typeface="+mj-lt"/>
                        </a:rPr>
                        <a:t>数据类型</a:t>
                      </a:r>
                      <a:endParaRPr lang="en-US" altLang="zh-CN" sz="2000" kern="0" dirty="0">
                        <a:effectLst/>
                        <a:latin typeface="+mj-lt"/>
                      </a:endParaRPr>
                    </a:p>
                    <a:p>
                      <a:pPr algn="l">
                        <a:lnSpc>
                          <a:spcPct val="150000"/>
                        </a:lnSpc>
                      </a:pPr>
                      <a:r>
                        <a:rPr lang="en-US" altLang="zh-CN" sz="2000" kern="0" dirty="0">
                          <a:effectLst/>
                          <a:latin typeface="+mj-lt"/>
                        </a:rPr>
                        <a:t> </a:t>
                      </a:r>
                      <a:r>
                        <a:rPr lang="zh-CN" sz="2000" kern="0" dirty="0">
                          <a:effectLst/>
                          <a:latin typeface="+mj-lt"/>
                        </a:rPr>
                        <a:t>其他格式数据会转为</a:t>
                      </a:r>
                      <a:r>
                        <a:rPr lang="en-US" altLang="zh-CN" sz="2000" kern="0" dirty="0">
                          <a:effectLst/>
                          <a:latin typeface="+mj-lt"/>
                        </a:rPr>
                        <a:t> </a:t>
                      </a:r>
                      <a:r>
                        <a:rPr lang="en-US" sz="2000" kern="0" dirty="0" err="1">
                          <a:effectLst/>
                          <a:latin typeface="+mj-lt"/>
                        </a:rPr>
                        <a:t>unicode</a:t>
                      </a:r>
                      <a:r>
                        <a:rPr lang="en-US" sz="2000" kern="0" dirty="0">
                          <a:effectLst/>
                          <a:latin typeface="+mj-lt"/>
                        </a:rPr>
                        <a:t> </a:t>
                      </a:r>
                      <a:r>
                        <a:rPr lang="zh-CN" sz="2000" kern="0" dirty="0">
                          <a:effectLst/>
                          <a:latin typeface="+mj-lt"/>
                        </a:rPr>
                        <a:t>格式</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r>
              <a:tr h="1094181">
                <a:tc>
                  <a:txBody>
                    <a:bodyPr/>
                    <a:lstStyle/>
                    <a:p>
                      <a:pPr algn="l"/>
                      <a:r>
                        <a:rPr lang="en-US" sz="2000" kern="0" dirty="0">
                          <a:effectLst/>
                          <a:latin typeface="+mj-lt"/>
                        </a:rPr>
                        <a:t>  </a:t>
                      </a:r>
                      <a:r>
                        <a:rPr lang="en-US" sz="2000" kern="0" dirty="0" err="1">
                          <a:effectLst/>
                          <a:latin typeface="+mj-lt"/>
                        </a:rPr>
                        <a:t>json.load</a:t>
                      </a:r>
                      <a:r>
                        <a:rPr lang="en-US" sz="2000" kern="0" dirty="0">
                          <a:effectLst/>
                          <a:latin typeface="+mj-lt"/>
                        </a:rPr>
                        <a:t>(</a:t>
                      </a:r>
                      <a:r>
                        <a:rPr lang="en-US" sz="2000" kern="0" dirty="0" err="1">
                          <a:effectLst/>
                          <a:latin typeface="+mj-lt"/>
                        </a:rPr>
                        <a:t>fp</a:t>
                      </a:r>
                      <a:r>
                        <a:rPr lang="en-US" sz="2000" kern="0" dirty="0">
                          <a:effectLst/>
                          <a:latin typeface="+mj-lt"/>
                        </a:rPr>
                        <a:t>)</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c>
                  <a:txBody>
                    <a:bodyPr/>
                    <a:lstStyle/>
                    <a:p>
                      <a:pPr algn="l">
                        <a:lnSpc>
                          <a:spcPct val="150000"/>
                        </a:lnSpc>
                      </a:pPr>
                      <a:r>
                        <a:rPr lang="en-US" altLang="zh-CN" sz="2000" kern="0" dirty="0">
                          <a:effectLst/>
                          <a:latin typeface="+mj-lt"/>
                        </a:rPr>
                        <a:t> </a:t>
                      </a:r>
                      <a:r>
                        <a:rPr lang="zh-CN" sz="2000" kern="0" dirty="0">
                          <a:effectLst/>
                          <a:latin typeface="+mj-lt"/>
                        </a:rPr>
                        <a:t>将</a:t>
                      </a:r>
                      <a:r>
                        <a:rPr lang="zh-CN" sz="2000" b="1" kern="0" dirty="0">
                          <a:solidFill>
                            <a:schemeClr val="accent2"/>
                          </a:solidFill>
                          <a:effectLst/>
                          <a:latin typeface="+mj-lt"/>
                        </a:rPr>
                        <a:t>磁盘文件对象</a:t>
                      </a:r>
                      <a:r>
                        <a:rPr lang="en-US" altLang="zh-CN" sz="2000" b="1" kern="0" dirty="0">
                          <a:solidFill>
                            <a:schemeClr val="accent2"/>
                          </a:solidFill>
                          <a:effectLst/>
                          <a:latin typeface="+mj-lt"/>
                        </a:rPr>
                        <a:t> </a:t>
                      </a:r>
                      <a:r>
                        <a:rPr lang="en-US" sz="2000" b="1" kern="0" dirty="0" err="1">
                          <a:solidFill>
                            <a:schemeClr val="accent2"/>
                          </a:solidFill>
                          <a:effectLst/>
                          <a:latin typeface="+mj-lt"/>
                        </a:rPr>
                        <a:t>fp</a:t>
                      </a:r>
                      <a:r>
                        <a:rPr lang="en-US" sz="2000" b="1" kern="0" dirty="0">
                          <a:solidFill>
                            <a:schemeClr val="accent2"/>
                          </a:solidFill>
                          <a:effectLst/>
                          <a:latin typeface="+mj-lt"/>
                        </a:rPr>
                        <a:t> </a:t>
                      </a:r>
                      <a:r>
                        <a:rPr lang="zh-CN" sz="2000" kern="0" dirty="0">
                          <a:effectLst/>
                          <a:latin typeface="+mj-lt"/>
                        </a:rPr>
                        <a:t>中的</a:t>
                      </a:r>
                      <a:r>
                        <a:rPr lang="en-US" altLang="zh-CN" sz="2000" kern="0" dirty="0">
                          <a:effectLst/>
                          <a:latin typeface="+mj-lt"/>
                        </a:rPr>
                        <a:t> </a:t>
                      </a:r>
                      <a:r>
                        <a:rPr lang="en-US" sz="2000" kern="0" dirty="0">
                          <a:effectLst/>
                          <a:latin typeface="+mj-lt"/>
                        </a:rPr>
                        <a:t>JSON </a:t>
                      </a:r>
                      <a:r>
                        <a:rPr lang="zh-CN" sz="2000" kern="0" dirty="0">
                          <a:effectLst/>
                          <a:latin typeface="+mj-lt"/>
                        </a:rPr>
                        <a:t>数据解码为</a:t>
                      </a:r>
                      <a:r>
                        <a:rPr lang="en-US" sz="2000" kern="0" dirty="0">
                          <a:effectLst/>
                          <a:latin typeface="+mj-lt"/>
                        </a:rPr>
                        <a:t> Python </a:t>
                      </a:r>
                      <a:r>
                        <a:rPr lang="zh-CN" sz="2000" kern="0" dirty="0">
                          <a:effectLst/>
                          <a:latin typeface="+mj-lt"/>
                        </a:rPr>
                        <a:t>数据类型</a:t>
                      </a:r>
                      <a:endParaRPr lang="en-US" altLang="zh-CN" sz="2000" kern="0" dirty="0">
                        <a:effectLst/>
                        <a:latin typeface="+mj-lt"/>
                      </a:endParaRPr>
                    </a:p>
                    <a:p>
                      <a:pPr algn="l">
                        <a:lnSpc>
                          <a:spcPct val="150000"/>
                        </a:lnSpc>
                      </a:pPr>
                      <a:r>
                        <a:rPr lang="en-US" altLang="zh-CN" sz="2000" kern="0" dirty="0">
                          <a:effectLst/>
                          <a:latin typeface="+mj-lt"/>
                        </a:rPr>
                        <a:t> </a:t>
                      </a:r>
                      <a:r>
                        <a:rPr lang="zh-CN" sz="2000" kern="0" dirty="0">
                          <a:effectLst/>
                          <a:latin typeface="+mj-lt"/>
                        </a:rPr>
                        <a:t>其他格式数据会转为</a:t>
                      </a:r>
                      <a:r>
                        <a:rPr lang="en-US" altLang="zh-CN" sz="2000" kern="0" dirty="0">
                          <a:effectLst/>
                          <a:latin typeface="+mj-lt"/>
                        </a:rPr>
                        <a:t> </a:t>
                      </a:r>
                      <a:r>
                        <a:rPr lang="en-US" sz="2000" kern="0" dirty="0" err="1">
                          <a:effectLst/>
                          <a:latin typeface="+mj-lt"/>
                        </a:rPr>
                        <a:t>unicode</a:t>
                      </a:r>
                      <a:r>
                        <a:rPr lang="en-US" sz="2000" kern="0" dirty="0">
                          <a:effectLst/>
                          <a:latin typeface="+mj-lt"/>
                        </a:rPr>
                        <a:t> </a:t>
                      </a:r>
                      <a:r>
                        <a:rPr lang="zh-CN" sz="2000" kern="0" dirty="0">
                          <a:effectLst/>
                          <a:latin typeface="+mj-lt"/>
                        </a:rPr>
                        <a:t>格式</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r>
            </a:tbl>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7.3</a:t>
            </a:r>
            <a:endParaRPr lang="zh-CN" altLang="en-US" dirty="0"/>
          </a:p>
        </p:txBody>
      </p:sp>
      <p:sp>
        <p:nvSpPr>
          <p:cNvPr id="3" name="标题 2"/>
          <p:cNvSpPr>
            <a:spLocks noGrp="1"/>
          </p:cNvSpPr>
          <p:nvPr>
            <p:ph type="title"/>
          </p:nvPr>
        </p:nvSpPr>
        <p:spPr/>
        <p:txBody>
          <a:bodyPr/>
          <a:lstStyle/>
          <a:p>
            <a:r>
              <a:rPr lang="en-US" altLang="zh-CN" dirty="0"/>
              <a:t>JSON </a:t>
            </a:r>
            <a:r>
              <a:rPr lang="zh-CN" altLang="en-US" dirty="0"/>
              <a:t>文件</a:t>
            </a:r>
            <a:endParaRPr lang="zh-CN" altLang="en-US" dirty="0"/>
          </a:p>
        </p:txBody>
      </p:sp>
      <p:sp>
        <p:nvSpPr>
          <p:cNvPr id="2" name="内容占位符 1"/>
          <p:cNvSpPr txBox="1"/>
          <p:nvPr/>
        </p:nvSpPr>
        <p:spPr>
          <a:xfrm>
            <a:off x="616718" y="995313"/>
            <a:ext cx="10958564" cy="1187451"/>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25000"/>
              </a:lnSpc>
              <a:spcBef>
                <a:spcPts val="500"/>
              </a:spcBef>
              <a:defRPr/>
            </a:pPr>
            <a:r>
              <a:rPr lang="zh-CN" altLang="en-US" sz="2400" dirty="0">
                <a:solidFill>
                  <a:sysClr val="windowText" lastClr="000000"/>
                </a:solidFill>
                <a:latin typeface="微软雅黑" panose="020B0503020204020204" pitchFamily="34" charset="-122"/>
                <a:ea typeface="微软雅黑" panose="020B0503020204020204" pitchFamily="34" charset="-122"/>
              </a:rPr>
              <a:t>在</a:t>
            </a:r>
            <a:r>
              <a:rPr lang="zh-CN" altLang="en-US" sz="2400" b="1" dirty="0">
                <a:solidFill>
                  <a:schemeClr val="accent2"/>
                </a:solidFill>
                <a:latin typeface="微软雅黑" panose="020B0503020204020204" pitchFamily="34" charset="-122"/>
                <a:ea typeface="微软雅黑" panose="020B0503020204020204" pitchFamily="34" charset="-122"/>
              </a:rPr>
              <a:t>编码和解码</a:t>
            </a:r>
            <a:r>
              <a:rPr lang="zh-CN" altLang="en-US" sz="2400" dirty="0">
                <a:solidFill>
                  <a:sysClr val="windowText" lastClr="000000"/>
                </a:solidFill>
                <a:latin typeface="微软雅黑" panose="020B0503020204020204" pitchFamily="34" charset="-122"/>
                <a:ea typeface="微软雅黑" panose="020B0503020204020204" pitchFamily="34" charset="-122"/>
              </a:rPr>
              <a:t>过程中存在 </a:t>
            </a:r>
            <a:r>
              <a:rPr lang="en-US" altLang="zh-CN" sz="2400" dirty="0">
                <a:solidFill>
                  <a:sysClr val="windowText" lastClr="000000"/>
                </a:solidFill>
                <a:latin typeface="微软雅黑" panose="020B0503020204020204" pitchFamily="34" charset="-122"/>
                <a:ea typeface="微软雅黑" panose="020B0503020204020204" pitchFamily="34" charset="-122"/>
              </a:rPr>
              <a:t>Python </a:t>
            </a:r>
            <a:r>
              <a:rPr lang="zh-CN" altLang="en-US" sz="2400" dirty="0">
                <a:solidFill>
                  <a:sysClr val="windowText" lastClr="000000"/>
                </a:solidFill>
                <a:latin typeface="微软雅黑" panose="020B0503020204020204" pitchFamily="34" charset="-122"/>
                <a:ea typeface="微软雅黑" panose="020B0503020204020204" pitchFamily="34" charset="-122"/>
              </a:rPr>
              <a:t>数据类型和 </a:t>
            </a:r>
            <a:r>
              <a:rPr lang="en-US" altLang="zh-CN" sz="2400" dirty="0">
                <a:solidFill>
                  <a:sysClr val="windowText" lastClr="000000"/>
                </a:solidFill>
                <a:latin typeface="微软雅黑" panose="020B0503020204020204" pitchFamily="34" charset="-122"/>
                <a:ea typeface="微软雅黑" panose="020B0503020204020204" pitchFamily="34" charset="-122"/>
              </a:rPr>
              <a:t>JSON </a:t>
            </a:r>
            <a:r>
              <a:rPr lang="zh-CN" altLang="en-US" sz="2400" dirty="0">
                <a:solidFill>
                  <a:sysClr val="windowText" lastClr="000000"/>
                </a:solidFill>
                <a:latin typeface="微软雅黑" panose="020B0503020204020204" pitchFamily="34" charset="-122"/>
                <a:ea typeface="微软雅黑" panose="020B0503020204020204" pitchFamily="34" charset="-122"/>
              </a:rPr>
              <a:t>数据类型的</a:t>
            </a:r>
            <a:r>
              <a:rPr lang="zh-CN" altLang="en-US" sz="2400" b="1" dirty="0">
                <a:solidFill>
                  <a:schemeClr val="accent2"/>
                </a:solidFill>
                <a:latin typeface="微软雅黑" panose="020B0503020204020204" pitchFamily="34" charset="-122"/>
                <a:ea typeface="微软雅黑" panose="020B0503020204020204" pitchFamily="34" charset="-122"/>
              </a:rPr>
              <a:t>转换</a:t>
            </a:r>
            <a:r>
              <a:rPr lang="zh-CN" altLang="en-US" sz="2400" dirty="0">
                <a:solidFill>
                  <a:sysClr val="windowText" lastClr="000000"/>
                </a:solidFill>
                <a:latin typeface="微软雅黑" panose="020B0503020204020204" pitchFamily="34" charset="-122"/>
                <a:ea typeface="微软雅黑" panose="020B0503020204020204" pitchFamily="34" charset="-122"/>
              </a:rPr>
              <a:t>过程</a:t>
            </a:r>
            <a:endParaRPr lang="en-US" altLang="zh-CN" sz="2400" dirty="0">
              <a:solidFill>
                <a:sysClr val="windowText" lastClr="000000"/>
              </a:solidFill>
              <a:latin typeface="微软雅黑" panose="020B0503020204020204" pitchFamily="34" charset="-122"/>
              <a:ea typeface="微软雅黑" panose="020B0503020204020204" pitchFamily="34" charset="-122"/>
            </a:endParaRPr>
          </a:p>
          <a:p>
            <a:pPr>
              <a:lnSpc>
                <a:spcPct val="125000"/>
              </a:lnSpc>
              <a:spcBef>
                <a:spcPts val="500"/>
              </a:spcBef>
              <a:defRPr/>
            </a:pPr>
            <a:r>
              <a:rPr lang="zh-CN" altLang="en-US" sz="2400" dirty="0">
                <a:solidFill>
                  <a:sysClr val="windowText" lastClr="000000"/>
                </a:solidFill>
                <a:latin typeface="微软雅黑" panose="020B0503020204020204" pitchFamily="34" charset="-122"/>
                <a:ea typeface="微软雅黑" panose="020B0503020204020204" pitchFamily="34" charset="-122"/>
              </a:rPr>
              <a:t>具体转换关系如下：</a:t>
            </a:r>
            <a:endParaRPr lang="en-US" altLang="zh-CN" sz="2400" dirty="0">
              <a:solidFill>
                <a:sysClr val="windowText" lastClr="000000"/>
              </a:solidFill>
              <a:latin typeface="微软雅黑" panose="020B0503020204020204" pitchFamily="34" charset="-122"/>
              <a:ea typeface="微软雅黑" panose="020B0503020204020204" pitchFamily="34" charset="-122"/>
            </a:endParaRPr>
          </a:p>
        </p:txBody>
      </p:sp>
      <p:graphicFrame>
        <p:nvGraphicFramePr>
          <p:cNvPr id="6" name="表格 5"/>
          <p:cNvGraphicFramePr>
            <a:graphicFrameLocks noGrp="1"/>
          </p:cNvGraphicFramePr>
          <p:nvPr/>
        </p:nvGraphicFramePr>
        <p:xfrm>
          <a:off x="689360" y="2102147"/>
          <a:ext cx="10813280" cy="4516974"/>
        </p:xfrm>
        <a:graphic>
          <a:graphicData uri="http://schemas.openxmlformats.org/drawingml/2006/table">
            <a:tbl>
              <a:tblPr firstRow="1" firstCol="1" bandRow="1">
                <a:tableStyleId>{B301B821-A1FF-4177-AEE7-76D212191A09}</a:tableStyleId>
              </a:tblPr>
              <a:tblGrid>
                <a:gridCol w="2713234"/>
                <a:gridCol w="2710061"/>
                <a:gridCol w="2710855"/>
                <a:gridCol w="2679130"/>
              </a:tblGrid>
              <a:tr h="599766">
                <a:tc gridSpan="2">
                  <a:txBody>
                    <a:bodyPr/>
                    <a:lstStyle/>
                    <a:p>
                      <a:pPr algn="ctr"/>
                      <a:r>
                        <a:rPr lang="en-US" sz="2000" kern="0" dirty="0">
                          <a:effectLst/>
                          <a:latin typeface="+mj-lt"/>
                        </a:rPr>
                        <a:t>Python → JSON</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lnR w="12700" cap="flat" cmpd="sng" algn="ctr">
                      <a:solidFill>
                        <a:srgbClr val="0037A6"/>
                      </a:solidFill>
                      <a:prstDash val="solid"/>
                      <a:round/>
                      <a:headEnd type="none" w="med" len="med"/>
                      <a:tailEnd type="none" w="med" len="med"/>
                    </a:lnR>
                  </a:tcPr>
                </a:tc>
                <a:tc hMerge="1">
                  <a:tcPr/>
                </a:tc>
                <a:tc gridSpan="2">
                  <a:txBody>
                    <a:bodyPr/>
                    <a:lstStyle/>
                    <a:p>
                      <a:pPr algn="ctr"/>
                      <a:r>
                        <a:rPr lang="en-US" sz="2000" kern="0" dirty="0">
                          <a:effectLst/>
                          <a:latin typeface="+mj-lt"/>
                        </a:rPr>
                        <a:t>JSON → Python</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lnL w="12700" cap="flat" cmpd="sng" algn="ctr">
                      <a:solidFill>
                        <a:srgbClr val="0037A6"/>
                      </a:solidFill>
                      <a:prstDash val="solid"/>
                      <a:round/>
                      <a:headEnd type="none" w="med" len="med"/>
                      <a:tailEnd type="none" w="med" len="med"/>
                    </a:lnL>
                  </a:tcPr>
                </a:tc>
                <a:tc hMerge="1">
                  <a:tcPr/>
                </a:tc>
              </a:tr>
              <a:tr h="489651">
                <a:tc>
                  <a:txBody>
                    <a:bodyPr/>
                    <a:lstStyle/>
                    <a:p>
                      <a:pPr algn="l"/>
                      <a:r>
                        <a:rPr lang="en-US" sz="2000" b="0" kern="0" dirty="0">
                          <a:effectLst/>
                          <a:latin typeface="+mj-lt"/>
                        </a:rPr>
                        <a:t> </a:t>
                      </a:r>
                      <a:r>
                        <a:rPr lang="en-US" sz="2000" b="0" kern="0" dirty="0" err="1">
                          <a:effectLst/>
                          <a:latin typeface="+mj-lt"/>
                        </a:rPr>
                        <a:t>dict</a:t>
                      </a:r>
                      <a:endParaRPr lang="zh-CN" sz="2800" b="0" kern="100" dirty="0">
                        <a:effectLst/>
                        <a:latin typeface="+mj-lt"/>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sz="2000" kern="0" dirty="0">
                          <a:effectLst/>
                          <a:latin typeface="+mj-lt"/>
                        </a:rPr>
                        <a:t>object</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lnR w="12700" cap="flat" cmpd="sng" algn="ctr">
                      <a:solidFill>
                        <a:srgbClr val="0037A6"/>
                      </a:solidFill>
                      <a:prstDash val="solid"/>
                      <a:round/>
                      <a:headEnd type="none" w="med" len="med"/>
                      <a:tailEnd type="none" w="med" len="med"/>
                    </a:lnR>
                  </a:tcPr>
                </a:tc>
                <a:tc>
                  <a:txBody>
                    <a:bodyPr/>
                    <a:lstStyle/>
                    <a:p>
                      <a:pPr algn="l"/>
                      <a:r>
                        <a:rPr lang="en-US" sz="2000" kern="0" dirty="0">
                          <a:effectLst/>
                          <a:latin typeface="+mj-lt"/>
                        </a:rPr>
                        <a:t> object</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lnL w="12700" cap="flat" cmpd="sng" algn="ctr">
                      <a:solidFill>
                        <a:srgbClr val="0037A6"/>
                      </a:solidFill>
                      <a:prstDash val="solid"/>
                      <a:round/>
                      <a:headEnd type="none" w="med" len="med"/>
                      <a:tailEnd type="none" w="med" len="med"/>
                    </a:lnL>
                  </a:tcPr>
                </a:tc>
                <a:tc>
                  <a:txBody>
                    <a:bodyPr/>
                    <a:lstStyle/>
                    <a:p>
                      <a:pPr algn="l"/>
                      <a:r>
                        <a:rPr lang="en-US" sz="2000" kern="0" dirty="0" err="1">
                          <a:effectLst/>
                          <a:latin typeface="+mj-lt"/>
                        </a:rPr>
                        <a:t>dict</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r>
              <a:tr h="489651">
                <a:tc>
                  <a:txBody>
                    <a:bodyPr/>
                    <a:lstStyle/>
                    <a:p>
                      <a:pPr algn="l"/>
                      <a:r>
                        <a:rPr lang="en-US" sz="2000" b="0" kern="0" dirty="0">
                          <a:effectLst/>
                          <a:latin typeface="+mj-lt"/>
                        </a:rPr>
                        <a:t> list, tuple</a:t>
                      </a:r>
                      <a:endParaRPr lang="zh-CN" sz="2800" b="0" kern="100" dirty="0">
                        <a:effectLst/>
                        <a:latin typeface="+mj-lt"/>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sz="2000" kern="0">
                          <a:effectLst/>
                          <a:latin typeface="+mj-lt"/>
                        </a:rPr>
                        <a:t>array</a:t>
                      </a:r>
                      <a:endParaRPr lang="zh-CN" sz="2800" kern="100">
                        <a:effectLst/>
                        <a:latin typeface="+mj-lt"/>
                        <a:ea typeface="等线" panose="02010600030101010101" pitchFamily="2" charset="-122"/>
                        <a:cs typeface="Times New Roman" panose="02020603050405020304" pitchFamily="18" charset="0"/>
                      </a:endParaRPr>
                    </a:p>
                  </a:txBody>
                  <a:tcPr marL="9525" marR="9525" marT="9525" marB="9525" anchor="ctr">
                    <a:lnR w="12700" cap="flat" cmpd="sng" algn="ctr">
                      <a:solidFill>
                        <a:srgbClr val="0037A6"/>
                      </a:solidFill>
                      <a:prstDash val="solid"/>
                      <a:round/>
                      <a:headEnd type="none" w="med" len="med"/>
                      <a:tailEnd type="none" w="med" len="med"/>
                    </a:lnR>
                  </a:tcPr>
                </a:tc>
                <a:tc>
                  <a:txBody>
                    <a:bodyPr/>
                    <a:lstStyle/>
                    <a:p>
                      <a:pPr algn="l"/>
                      <a:r>
                        <a:rPr lang="en-US" sz="2000" kern="0" dirty="0">
                          <a:effectLst/>
                          <a:latin typeface="+mj-lt"/>
                        </a:rPr>
                        <a:t> array</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lnL w="12700" cap="flat" cmpd="sng" algn="ctr">
                      <a:solidFill>
                        <a:srgbClr val="0037A6"/>
                      </a:solidFill>
                      <a:prstDash val="solid"/>
                      <a:round/>
                      <a:headEnd type="none" w="med" len="med"/>
                      <a:tailEnd type="none" w="med" len="med"/>
                    </a:lnL>
                  </a:tcPr>
                </a:tc>
                <a:tc>
                  <a:txBody>
                    <a:bodyPr/>
                    <a:lstStyle/>
                    <a:p>
                      <a:pPr algn="l"/>
                      <a:r>
                        <a:rPr lang="en-US" sz="2000" kern="0">
                          <a:effectLst/>
                          <a:latin typeface="+mj-lt"/>
                        </a:rPr>
                        <a:t>list</a:t>
                      </a:r>
                      <a:endParaRPr lang="zh-CN" sz="2800" kern="100">
                        <a:effectLst/>
                        <a:latin typeface="+mj-lt"/>
                        <a:ea typeface="等线" panose="02010600030101010101" pitchFamily="2" charset="-122"/>
                        <a:cs typeface="Times New Roman" panose="02020603050405020304" pitchFamily="18" charset="0"/>
                      </a:endParaRPr>
                    </a:p>
                  </a:txBody>
                  <a:tcPr marL="9525" marR="9525" marT="9525" marB="9525" anchor="ctr"/>
                </a:tc>
              </a:tr>
              <a:tr h="489651">
                <a:tc>
                  <a:txBody>
                    <a:bodyPr/>
                    <a:lstStyle/>
                    <a:p>
                      <a:pPr algn="l"/>
                      <a:r>
                        <a:rPr lang="en-US" sz="2000" b="0" kern="0" dirty="0">
                          <a:effectLst/>
                          <a:latin typeface="+mj-lt"/>
                        </a:rPr>
                        <a:t> str, </a:t>
                      </a:r>
                      <a:r>
                        <a:rPr lang="en-US" sz="2000" b="0" kern="0" dirty="0" err="1">
                          <a:effectLst/>
                          <a:latin typeface="+mj-lt"/>
                        </a:rPr>
                        <a:t>unicode</a:t>
                      </a:r>
                      <a:endParaRPr lang="zh-CN" sz="2800" b="0" kern="100" dirty="0">
                        <a:effectLst/>
                        <a:latin typeface="+mj-lt"/>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sz="2000" kern="0" dirty="0">
                          <a:effectLst/>
                          <a:latin typeface="+mj-lt"/>
                        </a:rPr>
                        <a:t>string</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lnR w="12700" cap="flat" cmpd="sng" algn="ctr">
                      <a:solidFill>
                        <a:srgbClr val="0037A6"/>
                      </a:solidFill>
                      <a:prstDash val="solid"/>
                      <a:round/>
                      <a:headEnd type="none" w="med" len="med"/>
                      <a:tailEnd type="none" w="med" len="med"/>
                    </a:lnR>
                  </a:tcPr>
                </a:tc>
                <a:tc>
                  <a:txBody>
                    <a:bodyPr/>
                    <a:lstStyle/>
                    <a:p>
                      <a:pPr algn="l"/>
                      <a:r>
                        <a:rPr lang="en-US" sz="2000" kern="0" dirty="0">
                          <a:effectLst/>
                          <a:latin typeface="+mj-lt"/>
                        </a:rPr>
                        <a:t> string</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lnL w="12700" cap="flat" cmpd="sng" algn="ctr">
                      <a:solidFill>
                        <a:srgbClr val="0037A6"/>
                      </a:solidFill>
                      <a:prstDash val="solid"/>
                      <a:round/>
                      <a:headEnd type="none" w="med" len="med"/>
                      <a:tailEnd type="none" w="med" len="med"/>
                    </a:lnL>
                  </a:tcPr>
                </a:tc>
                <a:tc>
                  <a:txBody>
                    <a:bodyPr/>
                    <a:lstStyle/>
                    <a:p>
                      <a:pPr algn="l"/>
                      <a:r>
                        <a:rPr lang="en-US" sz="2000" kern="0">
                          <a:effectLst/>
                          <a:latin typeface="+mj-lt"/>
                        </a:rPr>
                        <a:t>str</a:t>
                      </a:r>
                      <a:endParaRPr lang="zh-CN" sz="2800" kern="100">
                        <a:effectLst/>
                        <a:latin typeface="+mj-lt"/>
                        <a:ea typeface="等线" panose="02010600030101010101" pitchFamily="2" charset="-122"/>
                        <a:cs typeface="Times New Roman" panose="02020603050405020304" pitchFamily="18" charset="0"/>
                      </a:endParaRPr>
                    </a:p>
                  </a:txBody>
                  <a:tcPr marL="9525" marR="9525" marT="9525" marB="9525" anchor="ctr"/>
                </a:tc>
              </a:tr>
              <a:tr h="489651">
                <a:tc>
                  <a:txBody>
                    <a:bodyPr/>
                    <a:lstStyle/>
                    <a:p>
                      <a:pPr algn="l"/>
                      <a:r>
                        <a:rPr lang="en-US" sz="2000" b="0" kern="0" dirty="0">
                          <a:effectLst/>
                          <a:latin typeface="+mj-lt"/>
                        </a:rPr>
                        <a:t> int、 float</a:t>
                      </a:r>
                      <a:endParaRPr lang="zh-CN" sz="2800" b="0" kern="100" dirty="0">
                        <a:effectLst/>
                        <a:latin typeface="+mj-lt"/>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sz="2000" kern="0" dirty="0">
                          <a:effectLst/>
                          <a:latin typeface="+mj-lt"/>
                        </a:rPr>
                        <a:t>number</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lnR w="12700" cap="flat" cmpd="sng" algn="ctr">
                      <a:solidFill>
                        <a:srgbClr val="0037A6"/>
                      </a:solidFill>
                      <a:prstDash val="solid"/>
                      <a:round/>
                      <a:headEnd type="none" w="med" len="med"/>
                      <a:tailEnd type="none" w="med" len="med"/>
                    </a:lnR>
                  </a:tcPr>
                </a:tc>
                <a:tc>
                  <a:txBody>
                    <a:bodyPr/>
                    <a:lstStyle/>
                    <a:p>
                      <a:pPr algn="l"/>
                      <a:r>
                        <a:rPr lang="en-US" sz="2000" kern="0" dirty="0">
                          <a:effectLst/>
                          <a:latin typeface="+mj-lt"/>
                        </a:rPr>
                        <a:t> number (int)</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lnL w="12700" cap="flat" cmpd="sng" algn="ctr">
                      <a:solidFill>
                        <a:srgbClr val="0037A6"/>
                      </a:solidFill>
                      <a:prstDash val="solid"/>
                      <a:round/>
                      <a:headEnd type="none" w="med" len="med"/>
                      <a:tailEnd type="none" w="med" len="med"/>
                    </a:lnL>
                  </a:tcPr>
                </a:tc>
                <a:tc>
                  <a:txBody>
                    <a:bodyPr/>
                    <a:lstStyle/>
                    <a:p>
                      <a:pPr algn="l"/>
                      <a:r>
                        <a:rPr lang="en-US" sz="2000" kern="0">
                          <a:effectLst/>
                          <a:latin typeface="+mj-lt"/>
                        </a:rPr>
                        <a:t>int</a:t>
                      </a:r>
                      <a:endParaRPr lang="zh-CN" sz="2800" kern="100">
                        <a:effectLst/>
                        <a:latin typeface="+mj-lt"/>
                        <a:ea typeface="等线" panose="02010600030101010101" pitchFamily="2" charset="-122"/>
                        <a:cs typeface="Times New Roman" panose="02020603050405020304" pitchFamily="18" charset="0"/>
                      </a:endParaRPr>
                    </a:p>
                  </a:txBody>
                  <a:tcPr marL="9525" marR="9525" marT="9525" marB="9525" anchor="ctr"/>
                </a:tc>
              </a:tr>
              <a:tr h="489651">
                <a:tc>
                  <a:txBody>
                    <a:bodyPr/>
                    <a:lstStyle/>
                    <a:p>
                      <a:pPr algn="l"/>
                      <a:r>
                        <a:rPr lang="en-US" sz="2000" b="0" kern="0" dirty="0">
                          <a:effectLst/>
                          <a:latin typeface="+mj-lt"/>
                        </a:rPr>
                        <a:t> </a:t>
                      </a:r>
                      <a:endParaRPr lang="zh-CN" sz="2800" b="0" kern="100" dirty="0">
                        <a:effectLst/>
                        <a:latin typeface="+mj-lt"/>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sz="2000" kern="0" dirty="0">
                          <a:effectLst/>
                          <a:latin typeface="+mj-lt"/>
                        </a:rPr>
                        <a:t> </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lnR w="12700" cap="flat" cmpd="sng" algn="ctr">
                      <a:solidFill>
                        <a:srgbClr val="0037A6"/>
                      </a:solidFill>
                      <a:prstDash val="solid"/>
                      <a:round/>
                      <a:headEnd type="none" w="med" len="med"/>
                      <a:tailEnd type="none" w="med" len="med"/>
                    </a:lnR>
                  </a:tcPr>
                </a:tc>
                <a:tc>
                  <a:txBody>
                    <a:bodyPr/>
                    <a:lstStyle/>
                    <a:p>
                      <a:pPr algn="l"/>
                      <a:r>
                        <a:rPr lang="en-US" sz="2000" kern="0" dirty="0">
                          <a:effectLst/>
                          <a:latin typeface="+mj-lt"/>
                        </a:rPr>
                        <a:t> number (real)</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lnL w="12700" cap="flat" cmpd="sng" algn="ctr">
                      <a:solidFill>
                        <a:srgbClr val="0037A6"/>
                      </a:solidFill>
                      <a:prstDash val="solid"/>
                      <a:round/>
                      <a:headEnd type="none" w="med" len="med"/>
                      <a:tailEnd type="none" w="med" len="med"/>
                    </a:lnL>
                  </a:tcPr>
                </a:tc>
                <a:tc>
                  <a:txBody>
                    <a:bodyPr/>
                    <a:lstStyle/>
                    <a:p>
                      <a:pPr algn="l"/>
                      <a:r>
                        <a:rPr lang="en-US" sz="2000" kern="0">
                          <a:effectLst/>
                          <a:latin typeface="+mj-lt"/>
                        </a:rPr>
                        <a:t>float</a:t>
                      </a:r>
                      <a:endParaRPr lang="zh-CN" sz="2800" kern="100">
                        <a:effectLst/>
                        <a:latin typeface="+mj-lt"/>
                        <a:ea typeface="等线" panose="02010600030101010101" pitchFamily="2" charset="-122"/>
                        <a:cs typeface="Times New Roman" panose="02020603050405020304" pitchFamily="18" charset="0"/>
                      </a:endParaRPr>
                    </a:p>
                  </a:txBody>
                  <a:tcPr marL="9525" marR="9525" marT="9525" marB="9525" anchor="ctr"/>
                </a:tc>
              </a:tr>
              <a:tr h="489651">
                <a:tc>
                  <a:txBody>
                    <a:bodyPr/>
                    <a:lstStyle/>
                    <a:p>
                      <a:pPr algn="l"/>
                      <a:r>
                        <a:rPr lang="en-US" sz="2000" b="0" kern="0" dirty="0">
                          <a:effectLst/>
                          <a:latin typeface="+mj-lt"/>
                        </a:rPr>
                        <a:t> True</a:t>
                      </a:r>
                      <a:endParaRPr lang="zh-CN" sz="2800" b="0" kern="100" dirty="0">
                        <a:effectLst/>
                        <a:latin typeface="+mj-lt"/>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sz="2000" kern="0" dirty="0">
                          <a:effectLst/>
                          <a:latin typeface="+mj-lt"/>
                        </a:rPr>
                        <a:t>true</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lnR w="12700" cap="flat" cmpd="sng" algn="ctr">
                      <a:solidFill>
                        <a:srgbClr val="0037A6"/>
                      </a:solidFill>
                      <a:prstDash val="solid"/>
                      <a:round/>
                      <a:headEnd type="none" w="med" len="med"/>
                      <a:tailEnd type="none" w="med" len="med"/>
                    </a:lnR>
                  </a:tcPr>
                </a:tc>
                <a:tc>
                  <a:txBody>
                    <a:bodyPr/>
                    <a:lstStyle/>
                    <a:p>
                      <a:pPr algn="l"/>
                      <a:r>
                        <a:rPr lang="en-US" sz="2000" kern="0" dirty="0">
                          <a:effectLst/>
                          <a:latin typeface="+mj-lt"/>
                        </a:rPr>
                        <a:t> true</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lnL w="12700" cap="flat" cmpd="sng" algn="ctr">
                      <a:solidFill>
                        <a:srgbClr val="0037A6"/>
                      </a:solidFill>
                      <a:prstDash val="solid"/>
                      <a:round/>
                      <a:headEnd type="none" w="med" len="med"/>
                      <a:tailEnd type="none" w="med" len="med"/>
                    </a:lnL>
                  </a:tcPr>
                </a:tc>
                <a:tc>
                  <a:txBody>
                    <a:bodyPr/>
                    <a:lstStyle/>
                    <a:p>
                      <a:pPr algn="l"/>
                      <a:r>
                        <a:rPr lang="en-US" sz="2000" kern="0">
                          <a:effectLst/>
                          <a:latin typeface="+mj-lt"/>
                        </a:rPr>
                        <a:t>True</a:t>
                      </a:r>
                      <a:endParaRPr lang="zh-CN" sz="2800" kern="100">
                        <a:effectLst/>
                        <a:latin typeface="+mj-lt"/>
                        <a:ea typeface="等线" panose="02010600030101010101" pitchFamily="2" charset="-122"/>
                        <a:cs typeface="Times New Roman" panose="02020603050405020304" pitchFamily="18" charset="0"/>
                      </a:endParaRPr>
                    </a:p>
                  </a:txBody>
                  <a:tcPr marL="9525" marR="9525" marT="9525" marB="9525" anchor="ctr"/>
                </a:tc>
              </a:tr>
              <a:tr h="489651">
                <a:tc>
                  <a:txBody>
                    <a:bodyPr/>
                    <a:lstStyle/>
                    <a:p>
                      <a:pPr algn="l"/>
                      <a:r>
                        <a:rPr lang="en-US" sz="2000" b="0" kern="0" dirty="0">
                          <a:effectLst/>
                          <a:latin typeface="+mj-lt"/>
                        </a:rPr>
                        <a:t> False</a:t>
                      </a:r>
                      <a:endParaRPr lang="zh-CN" sz="2800" b="0" kern="100" dirty="0">
                        <a:effectLst/>
                        <a:latin typeface="+mj-lt"/>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sz="2000" kern="0" dirty="0">
                          <a:effectLst/>
                          <a:latin typeface="+mj-lt"/>
                        </a:rPr>
                        <a:t>false</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lnR w="12700" cap="flat" cmpd="sng" algn="ctr">
                      <a:solidFill>
                        <a:srgbClr val="0037A6"/>
                      </a:solidFill>
                      <a:prstDash val="solid"/>
                      <a:round/>
                      <a:headEnd type="none" w="med" len="med"/>
                      <a:tailEnd type="none" w="med" len="med"/>
                    </a:lnR>
                  </a:tcPr>
                </a:tc>
                <a:tc>
                  <a:txBody>
                    <a:bodyPr/>
                    <a:lstStyle/>
                    <a:p>
                      <a:pPr algn="l"/>
                      <a:r>
                        <a:rPr lang="en-US" sz="2000" kern="0" dirty="0">
                          <a:effectLst/>
                          <a:latin typeface="+mj-lt"/>
                        </a:rPr>
                        <a:t> false</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lnL w="12700" cap="flat" cmpd="sng" algn="ctr">
                      <a:solidFill>
                        <a:srgbClr val="0037A6"/>
                      </a:solidFill>
                      <a:prstDash val="solid"/>
                      <a:round/>
                      <a:headEnd type="none" w="med" len="med"/>
                      <a:tailEnd type="none" w="med" len="med"/>
                    </a:lnL>
                  </a:tcPr>
                </a:tc>
                <a:tc>
                  <a:txBody>
                    <a:bodyPr/>
                    <a:lstStyle/>
                    <a:p>
                      <a:pPr algn="l"/>
                      <a:r>
                        <a:rPr lang="en-US" sz="2000" kern="0">
                          <a:effectLst/>
                          <a:latin typeface="+mj-lt"/>
                        </a:rPr>
                        <a:t>False</a:t>
                      </a:r>
                      <a:endParaRPr lang="zh-CN" sz="2800" kern="100">
                        <a:effectLst/>
                        <a:latin typeface="+mj-lt"/>
                        <a:ea typeface="等线" panose="02010600030101010101" pitchFamily="2" charset="-122"/>
                        <a:cs typeface="Times New Roman" panose="02020603050405020304" pitchFamily="18" charset="0"/>
                      </a:endParaRPr>
                    </a:p>
                  </a:txBody>
                  <a:tcPr marL="9525" marR="9525" marT="9525" marB="9525" anchor="ctr"/>
                </a:tc>
              </a:tr>
              <a:tr h="489651">
                <a:tc>
                  <a:txBody>
                    <a:bodyPr/>
                    <a:lstStyle/>
                    <a:p>
                      <a:pPr algn="l"/>
                      <a:r>
                        <a:rPr lang="en-US" sz="2000" kern="0">
                          <a:effectLst/>
                          <a:latin typeface="+mj-lt"/>
                        </a:rPr>
                        <a:t> </a:t>
                      </a:r>
                      <a:endParaRPr lang="zh-CN" sz="2800" kern="100">
                        <a:effectLst/>
                        <a:latin typeface="+mj-lt"/>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sz="2000" kern="0">
                          <a:effectLst/>
                          <a:latin typeface="+mj-lt"/>
                        </a:rPr>
                        <a:t> </a:t>
                      </a:r>
                      <a:endParaRPr lang="zh-CN" sz="2800" kern="100">
                        <a:effectLst/>
                        <a:latin typeface="+mj-lt"/>
                        <a:ea typeface="等线" panose="02010600030101010101" pitchFamily="2" charset="-122"/>
                        <a:cs typeface="Times New Roman" panose="02020603050405020304" pitchFamily="18" charset="0"/>
                      </a:endParaRPr>
                    </a:p>
                  </a:txBody>
                  <a:tcPr marL="9525" marR="9525" marT="9525" marB="9525" anchor="ctr">
                    <a:lnR w="12700" cap="flat" cmpd="sng" algn="ctr">
                      <a:solidFill>
                        <a:srgbClr val="0037A6"/>
                      </a:solidFill>
                      <a:prstDash val="solid"/>
                      <a:round/>
                      <a:headEnd type="none" w="med" len="med"/>
                      <a:tailEnd type="none" w="med" len="med"/>
                    </a:lnR>
                  </a:tcPr>
                </a:tc>
                <a:tc>
                  <a:txBody>
                    <a:bodyPr/>
                    <a:lstStyle/>
                    <a:p>
                      <a:pPr algn="l"/>
                      <a:r>
                        <a:rPr lang="en-US" sz="2000" kern="0" dirty="0">
                          <a:effectLst/>
                          <a:latin typeface="+mj-lt"/>
                        </a:rPr>
                        <a:t> null</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lnL w="12700" cap="flat" cmpd="sng" algn="ctr">
                      <a:solidFill>
                        <a:srgbClr val="0037A6"/>
                      </a:solidFill>
                      <a:prstDash val="solid"/>
                      <a:round/>
                      <a:headEnd type="none" w="med" len="med"/>
                      <a:tailEnd type="none" w="med" len="med"/>
                    </a:lnL>
                  </a:tcPr>
                </a:tc>
                <a:tc>
                  <a:txBody>
                    <a:bodyPr/>
                    <a:lstStyle/>
                    <a:p>
                      <a:pPr algn="l"/>
                      <a:r>
                        <a:rPr lang="en-US" sz="2000" kern="0" dirty="0">
                          <a:effectLst/>
                          <a:latin typeface="+mj-lt"/>
                        </a:rPr>
                        <a:t>None</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r>
            </a:tbl>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7.3</a:t>
            </a:r>
            <a:endParaRPr lang="zh-CN" altLang="en-US" dirty="0"/>
          </a:p>
        </p:txBody>
      </p:sp>
      <p:sp>
        <p:nvSpPr>
          <p:cNvPr id="3" name="标题 2"/>
          <p:cNvSpPr>
            <a:spLocks noGrp="1"/>
          </p:cNvSpPr>
          <p:nvPr>
            <p:ph type="title"/>
          </p:nvPr>
        </p:nvSpPr>
        <p:spPr/>
        <p:txBody>
          <a:bodyPr/>
          <a:lstStyle/>
          <a:p>
            <a:r>
              <a:rPr lang="en-US" altLang="zh-CN" dirty="0"/>
              <a:t>JSON </a:t>
            </a:r>
            <a:r>
              <a:rPr lang="zh-CN" altLang="en-US" dirty="0"/>
              <a:t>文件</a:t>
            </a:r>
            <a:endParaRPr lang="zh-CN" altLang="en-US" dirty="0"/>
          </a:p>
        </p:txBody>
      </p:sp>
      <p:sp>
        <p:nvSpPr>
          <p:cNvPr id="2" name="内容占位符 1"/>
          <p:cNvSpPr txBox="1"/>
          <p:nvPr/>
        </p:nvSpPr>
        <p:spPr>
          <a:xfrm>
            <a:off x="780061" y="1191959"/>
            <a:ext cx="10631877" cy="1187451"/>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50000"/>
              </a:lnSpc>
              <a:spcBef>
                <a:spcPts val="500"/>
              </a:spcBef>
              <a:defRPr/>
            </a:pPr>
            <a:r>
              <a:rPr lang="zh-CN" altLang="en-US" sz="2400" dirty="0">
                <a:solidFill>
                  <a:sysClr val="windowText" lastClr="000000"/>
                </a:solidFill>
                <a:latin typeface="微软雅黑" panose="020B0503020204020204" pitchFamily="34" charset="-122"/>
                <a:ea typeface="微软雅黑" panose="020B0503020204020204" pitchFamily="34" charset="-122"/>
              </a:rPr>
              <a:t>将 </a:t>
            </a:r>
            <a:r>
              <a:rPr lang="en-US" altLang="zh-CN" sz="2400" dirty="0">
                <a:solidFill>
                  <a:sysClr val="windowText" lastClr="000000"/>
                </a:solidFill>
                <a:latin typeface="微软雅黑" panose="020B0503020204020204" pitchFamily="34" charset="-122"/>
                <a:ea typeface="微软雅黑" panose="020B0503020204020204" pitchFamily="34" charset="-122"/>
              </a:rPr>
              <a:t>Python </a:t>
            </a:r>
            <a:r>
              <a:rPr lang="zh-CN" altLang="en-US" sz="2400" dirty="0">
                <a:solidFill>
                  <a:sysClr val="windowText" lastClr="000000"/>
                </a:solidFill>
                <a:latin typeface="微软雅黑" panose="020B0503020204020204" pitchFamily="34" charset="-122"/>
                <a:ea typeface="微软雅黑" panose="020B0503020204020204" pitchFamily="34" charset="-122"/>
              </a:rPr>
              <a:t>中的字典转成 </a:t>
            </a:r>
            <a:r>
              <a:rPr lang="en-US" altLang="zh-CN" sz="2400" dirty="0">
                <a:solidFill>
                  <a:sysClr val="windowText" lastClr="000000"/>
                </a:solidFill>
                <a:latin typeface="微软雅黑" panose="020B0503020204020204" pitchFamily="34" charset="-122"/>
                <a:ea typeface="微软雅黑" panose="020B0503020204020204" pitchFamily="34" charset="-122"/>
              </a:rPr>
              <a:t>JSON </a:t>
            </a:r>
            <a:r>
              <a:rPr lang="zh-CN" altLang="en-US" sz="2400" dirty="0">
                <a:solidFill>
                  <a:sysClr val="windowText" lastClr="000000"/>
                </a:solidFill>
                <a:latin typeface="微软雅黑" panose="020B0503020204020204" pitchFamily="34" charset="-122"/>
                <a:ea typeface="微软雅黑" panose="020B0503020204020204" pitchFamily="34" charset="-122"/>
              </a:rPr>
              <a:t>格式，设置 </a:t>
            </a:r>
            <a:r>
              <a:rPr lang="en-US" altLang="zh-CN" sz="2400" dirty="0" err="1">
                <a:solidFill>
                  <a:sysClr val="windowText" lastClr="000000"/>
                </a:solidFill>
                <a:latin typeface="微软雅黑" panose="020B0503020204020204" pitchFamily="34" charset="-122"/>
                <a:ea typeface="微软雅黑" panose="020B0503020204020204" pitchFamily="34" charset="-122"/>
              </a:rPr>
              <a:t>ensure_ascii</a:t>
            </a:r>
            <a:r>
              <a:rPr lang="en-US" altLang="zh-CN" sz="2400" dirty="0">
                <a:solidFill>
                  <a:sysClr val="windowText" lastClr="000000"/>
                </a:solidFill>
                <a:latin typeface="微软雅黑" panose="020B0503020204020204" pitchFamily="34" charset="-122"/>
                <a:ea typeface="微软雅黑" panose="020B0503020204020204" pitchFamily="34" charset="-122"/>
              </a:rPr>
              <a:t>=False </a:t>
            </a:r>
            <a:r>
              <a:rPr lang="zh-CN" altLang="en-US" sz="2400" dirty="0">
                <a:solidFill>
                  <a:sysClr val="windowText" lastClr="000000"/>
                </a:solidFill>
                <a:latin typeface="微软雅黑" panose="020B0503020204020204" pitchFamily="34" charset="-122"/>
                <a:ea typeface="微软雅黑" panose="020B0503020204020204" pitchFamily="34" charset="-122"/>
              </a:rPr>
              <a:t>可保持非 </a:t>
            </a:r>
            <a:r>
              <a:rPr lang="en-US" altLang="zh-CN" sz="2400" dirty="0">
                <a:solidFill>
                  <a:sysClr val="windowText" lastClr="000000"/>
                </a:solidFill>
                <a:latin typeface="微软雅黑" panose="020B0503020204020204" pitchFamily="34" charset="-122"/>
                <a:ea typeface="微软雅黑" panose="020B0503020204020204" pitchFamily="34" charset="-122"/>
              </a:rPr>
              <a:t>ASCII </a:t>
            </a:r>
            <a:r>
              <a:rPr lang="zh-CN" altLang="en-US" sz="2400" dirty="0">
                <a:solidFill>
                  <a:sysClr val="windowText" lastClr="000000"/>
                </a:solidFill>
                <a:latin typeface="微软雅黑" panose="020B0503020204020204" pitchFamily="34" charset="-122"/>
                <a:ea typeface="微软雅黑" panose="020B0503020204020204" pitchFamily="34" charset="-122"/>
              </a:rPr>
              <a:t>码字符原样输出：</a:t>
            </a:r>
            <a:endParaRPr lang="en-US" altLang="zh-CN" sz="2400" dirty="0">
              <a:solidFill>
                <a:sysClr val="windowText" lastClr="000000"/>
              </a:solidFill>
              <a:latin typeface="微软雅黑" panose="020B0503020204020204" pitchFamily="34" charset="-122"/>
              <a:ea typeface="微软雅黑" panose="020B0503020204020204" pitchFamily="34" charset="-122"/>
            </a:endParaRPr>
          </a:p>
        </p:txBody>
      </p:sp>
      <p:sp>
        <p:nvSpPr>
          <p:cNvPr id="5" name="内容占位符 5"/>
          <p:cNvSpPr txBox="1"/>
          <p:nvPr/>
        </p:nvSpPr>
        <p:spPr>
          <a:xfrm>
            <a:off x="780061" y="2566219"/>
            <a:ext cx="10631877" cy="2931142"/>
          </a:xfrm>
          <a:prstGeom prst="roundRect">
            <a:avLst>
              <a:gd name="adj" fmla="val 17724"/>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dirty="0">
                <a:solidFill>
                  <a:srgbClr val="4B69C6"/>
                </a:solidFill>
                <a:latin typeface="+mj-lt"/>
              </a:rPr>
              <a:t>import</a:t>
            </a:r>
            <a:r>
              <a:rPr lang="en-US" altLang="zh-CN" dirty="0">
                <a:solidFill>
                  <a:srgbClr val="333333"/>
                </a:solidFill>
                <a:latin typeface="+mj-lt"/>
              </a:rPr>
              <a:t> </a:t>
            </a:r>
            <a:r>
              <a:rPr lang="en-US" altLang="zh-CN" b="1" dirty="0" err="1">
                <a:solidFill>
                  <a:srgbClr val="7A3E9D"/>
                </a:solidFill>
                <a:latin typeface="+mj-lt"/>
              </a:rPr>
              <a:t>json</a:t>
            </a:r>
            <a:endParaRPr lang="en-US" altLang="zh-CN" dirty="0">
              <a:solidFill>
                <a:srgbClr val="333333"/>
              </a:solidFill>
              <a:latin typeface="+mj-lt"/>
            </a:endParaRPr>
          </a:p>
          <a:p>
            <a:r>
              <a:rPr lang="en-US" altLang="zh-CN" dirty="0">
                <a:solidFill>
                  <a:srgbClr val="333333"/>
                </a:solidFill>
                <a:latin typeface="+mj-lt"/>
              </a:rPr>
              <a:t> </a:t>
            </a:r>
            <a:endParaRPr lang="en-US" altLang="zh-CN" dirty="0">
              <a:solidFill>
                <a:srgbClr val="333333"/>
              </a:solidFill>
              <a:latin typeface="+mj-lt"/>
            </a:endParaRPr>
          </a:p>
          <a:p>
            <a:r>
              <a:rPr lang="en-US" altLang="zh-CN" dirty="0">
                <a:solidFill>
                  <a:srgbClr val="7A3E9D"/>
                </a:solidFill>
                <a:latin typeface="+mj-lt"/>
              </a:rPr>
              <a:t>data</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448C27"/>
                </a:solidFill>
                <a:latin typeface="+mj-lt"/>
              </a:rPr>
              <a:t>name</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zh-CN" altLang="en-US" dirty="0">
                <a:solidFill>
                  <a:srgbClr val="448C27"/>
                </a:solidFill>
                <a:latin typeface="+mj-lt"/>
              </a:rPr>
              <a:t>李立</a:t>
            </a:r>
            <a:r>
              <a:rPr lang="en-US" altLang="zh-CN" dirty="0">
                <a:solidFill>
                  <a:srgbClr val="777777"/>
                </a:solidFill>
                <a:latin typeface="+mj-lt"/>
              </a:rPr>
              <a:t>',</a:t>
            </a:r>
            <a:r>
              <a:rPr lang="zh-CN" altLang="en-US" dirty="0">
                <a:solidFill>
                  <a:srgbClr val="333333"/>
                </a:solidFill>
                <a:latin typeface="+mj-lt"/>
              </a:rPr>
              <a:t> </a:t>
            </a:r>
            <a:r>
              <a:rPr lang="en-US" altLang="zh-CN" dirty="0">
                <a:solidFill>
                  <a:srgbClr val="777777"/>
                </a:solidFill>
                <a:latin typeface="+mj-lt"/>
              </a:rPr>
              <a:t>'</a:t>
            </a:r>
            <a:r>
              <a:rPr lang="en-US" altLang="zh-CN" dirty="0" err="1">
                <a:solidFill>
                  <a:srgbClr val="448C27"/>
                </a:solidFill>
                <a:latin typeface="+mj-lt"/>
              </a:rPr>
              <a:t>phonenumber</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448C27"/>
                </a:solidFill>
                <a:latin typeface="+mj-lt"/>
              </a:rPr>
              <a:t>13988776655</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448C27"/>
                </a:solidFill>
                <a:latin typeface="+mj-lt"/>
              </a:rPr>
              <a:t>city</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zh-CN" altLang="en-US" dirty="0">
                <a:solidFill>
                  <a:srgbClr val="448C27"/>
                </a:solidFill>
                <a:latin typeface="+mj-lt"/>
              </a:rPr>
              <a:t>武汉</a:t>
            </a:r>
            <a:r>
              <a:rPr lang="en-US" altLang="zh-CN" dirty="0">
                <a:solidFill>
                  <a:srgbClr val="777777"/>
                </a:solidFill>
                <a:latin typeface="+mj-lt"/>
              </a:rPr>
              <a:t>'}</a:t>
            </a:r>
            <a:r>
              <a:rPr lang="zh-CN" altLang="en-US"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字典</a:t>
            </a:r>
            <a:endParaRPr lang="zh-CN" altLang="en-US" dirty="0">
              <a:solidFill>
                <a:srgbClr val="333333"/>
              </a:solidFill>
              <a:latin typeface="+mj-lt"/>
            </a:endParaRPr>
          </a:p>
          <a:p>
            <a:r>
              <a:rPr lang="en-US" altLang="zh-CN" dirty="0" err="1">
                <a:solidFill>
                  <a:srgbClr val="7A3E9D"/>
                </a:solidFill>
                <a:latin typeface="+mj-lt"/>
              </a:rPr>
              <a:t>data_json</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b="1" dirty="0" err="1">
                <a:solidFill>
                  <a:srgbClr val="7A3E9D"/>
                </a:solidFill>
                <a:latin typeface="+mj-lt"/>
              </a:rPr>
              <a:t>json</a:t>
            </a:r>
            <a:r>
              <a:rPr lang="en-US" altLang="zh-CN" dirty="0" err="1">
                <a:solidFill>
                  <a:srgbClr val="777777"/>
                </a:solidFill>
                <a:latin typeface="+mj-lt"/>
              </a:rPr>
              <a:t>.</a:t>
            </a:r>
            <a:r>
              <a:rPr lang="en-US" altLang="zh-CN" b="1" dirty="0" err="1">
                <a:solidFill>
                  <a:srgbClr val="AA3731"/>
                </a:solidFill>
                <a:latin typeface="+mj-lt"/>
              </a:rPr>
              <a:t>dumps</a:t>
            </a:r>
            <a:r>
              <a:rPr lang="en-US" altLang="zh-CN" dirty="0">
                <a:solidFill>
                  <a:srgbClr val="777777"/>
                </a:solidFill>
                <a:latin typeface="+mj-lt"/>
              </a:rPr>
              <a:t>(</a:t>
            </a:r>
            <a:r>
              <a:rPr lang="en-US" altLang="zh-CN" dirty="0" err="1">
                <a:solidFill>
                  <a:srgbClr val="7A3E9D"/>
                </a:solidFill>
                <a:latin typeface="+mj-lt"/>
              </a:rPr>
              <a:t>data</a:t>
            </a:r>
            <a:r>
              <a:rPr lang="en-US" altLang="zh-CN" dirty="0" err="1">
                <a:solidFill>
                  <a:srgbClr val="777777"/>
                </a:solidFill>
                <a:latin typeface="+mj-lt"/>
              </a:rPr>
              <a:t>,</a:t>
            </a:r>
            <a:r>
              <a:rPr lang="en-US" altLang="zh-CN" dirty="0" err="1">
                <a:solidFill>
                  <a:srgbClr val="7A3E9D"/>
                </a:solidFill>
                <a:latin typeface="+mj-lt"/>
              </a:rPr>
              <a:t>ensure_ascii</a:t>
            </a:r>
            <a:r>
              <a:rPr lang="en-US" altLang="zh-CN" dirty="0">
                <a:solidFill>
                  <a:srgbClr val="777777"/>
                </a:solidFill>
                <a:latin typeface="+mj-lt"/>
              </a:rPr>
              <a:t>=</a:t>
            </a:r>
            <a:r>
              <a:rPr lang="en-US" altLang="zh-CN" dirty="0">
                <a:solidFill>
                  <a:srgbClr val="9C5D27"/>
                </a:solidFill>
                <a:latin typeface="+mj-lt"/>
              </a:rPr>
              <a:t>False</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字典转 </a:t>
            </a:r>
            <a:r>
              <a:rPr lang="en-US" altLang="zh-CN" dirty="0">
                <a:solidFill>
                  <a:srgbClr val="AAAAAA"/>
                </a:solidFill>
                <a:latin typeface="+mj-lt"/>
              </a:rPr>
              <a:t>JSON</a:t>
            </a:r>
            <a:r>
              <a:rPr lang="zh-CN" altLang="en-US" dirty="0">
                <a:solidFill>
                  <a:srgbClr val="AAAAAA"/>
                </a:solidFill>
                <a:latin typeface="+mj-lt"/>
              </a:rPr>
              <a:t>，中文原样输出</a:t>
            </a:r>
            <a:endParaRPr lang="zh-CN" altLang="en-US" dirty="0">
              <a:solidFill>
                <a:srgbClr val="333333"/>
              </a:solidFill>
              <a:latin typeface="+mj-lt"/>
            </a:endParaRPr>
          </a:p>
          <a:p>
            <a:r>
              <a:rPr lang="en-US" altLang="zh-CN" b="1" dirty="0">
                <a:solidFill>
                  <a:srgbClr val="AA3731"/>
                </a:solidFill>
                <a:latin typeface="+mj-lt"/>
              </a:rPr>
              <a:t>print</a:t>
            </a:r>
            <a:r>
              <a:rPr lang="en-US" altLang="zh-CN" dirty="0">
                <a:solidFill>
                  <a:srgbClr val="777777"/>
                </a:solidFill>
                <a:latin typeface="+mj-lt"/>
              </a:rPr>
              <a:t>(</a:t>
            </a:r>
            <a:r>
              <a:rPr lang="en-US" altLang="zh-CN" dirty="0" err="1">
                <a:solidFill>
                  <a:srgbClr val="7A3E9D"/>
                </a:solidFill>
                <a:latin typeface="+mj-lt"/>
              </a:rPr>
              <a:t>data_json</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{"name": "</a:t>
            </a:r>
            <a:r>
              <a:rPr lang="zh-CN" altLang="en-US" dirty="0">
                <a:solidFill>
                  <a:srgbClr val="AAAAAA"/>
                </a:solidFill>
                <a:latin typeface="+mj-lt"/>
              </a:rPr>
              <a:t>李立</a:t>
            </a:r>
            <a:r>
              <a:rPr lang="en-US" altLang="zh-CN" dirty="0">
                <a:solidFill>
                  <a:srgbClr val="AAAAAA"/>
                </a:solidFill>
                <a:latin typeface="+mj-lt"/>
              </a:rPr>
              <a:t>", "</a:t>
            </a:r>
            <a:r>
              <a:rPr lang="en-US" altLang="zh-CN" dirty="0" err="1">
                <a:solidFill>
                  <a:srgbClr val="AAAAAA"/>
                </a:solidFill>
                <a:latin typeface="+mj-lt"/>
              </a:rPr>
              <a:t>phonenumber</a:t>
            </a:r>
            <a:r>
              <a:rPr lang="en-US" altLang="zh-CN" dirty="0">
                <a:solidFill>
                  <a:srgbClr val="AAAAAA"/>
                </a:solidFill>
                <a:latin typeface="+mj-lt"/>
              </a:rPr>
              <a:t>": "13988776655", "city": "</a:t>
            </a:r>
            <a:r>
              <a:rPr lang="zh-CN" altLang="en-US" dirty="0">
                <a:solidFill>
                  <a:srgbClr val="AAAAAA"/>
                </a:solidFill>
                <a:latin typeface="+mj-lt"/>
              </a:rPr>
              <a:t>武汉</a:t>
            </a:r>
            <a:r>
              <a:rPr lang="en-US" altLang="zh-CN" dirty="0">
                <a:solidFill>
                  <a:srgbClr val="AAAAAA"/>
                </a:solidFill>
                <a:latin typeface="+mj-lt"/>
              </a:rPr>
              <a:t>"}</a:t>
            </a:r>
            <a:endParaRPr lang="zh-CN" altLang="en-US" dirty="0">
              <a:solidFill>
                <a:srgbClr val="333333"/>
              </a:solidFill>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7.3</a:t>
            </a:r>
            <a:endParaRPr lang="zh-CN" altLang="en-US" dirty="0"/>
          </a:p>
        </p:txBody>
      </p:sp>
      <p:sp>
        <p:nvSpPr>
          <p:cNvPr id="3" name="标题 2"/>
          <p:cNvSpPr>
            <a:spLocks noGrp="1"/>
          </p:cNvSpPr>
          <p:nvPr>
            <p:ph type="title"/>
          </p:nvPr>
        </p:nvSpPr>
        <p:spPr/>
        <p:txBody>
          <a:bodyPr/>
          <a:lstStyle/>
          <a:p>
            <a:r>
              <a:rPr lang="en-US" altLang="zh-CN" dirty="0"/>
              <a:t>JSON </a:t>
            </a:r>
            <a:r>
              <a:rPr lang="zh-CN" altLang="en-US" dirty="0"/>
              <a:t>文件</a:t>
            </a:r>
            <a:endParaRPr lang="zh-CN" altLang="en-US" dirty="0"/>
          </a:p>
        </p:txBody>
      </p:sp>
      <p:sp>
        <p:nvSpPr>
          <p:cNvPr id="2" name="内容占位符 1"/>
          <p:cNvSpPr txBox="1"/>
          <p:nvPr/>
        </p:nvSpPr>
        <p:spPr>
          <a:xfrm>
            <a:off x="780060" y="1054306"/>
            <a:ext cx="10795221" cy="1974028"/>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nSpc>
                <a:spcPct val="150000"/>
              </a:lnSpc>
              <a:spcBef>
                <a:spcPts val="500"/>
              </a:spcBef>
              <a:buNone/>
              <a:defRPr/>
            </a:pPr>
            <a:r>
              <a:rPr lang="zh-CN" altLang="en-US" sz="2400" dirty="0">
                <a:solidFill>
                  <a:sysClr val="windowText" lastClr="000000"/>
                </a:solidFill>
                <a:latin typeface="微软雅黑" panose="020B0503020204020204" pitchFamily="34" charset="-122"/>
                <a:ea typeface="微软雅黑" panose="020B0503020204020204" pitchFamily="34" charset="-122"/>
              </a:rPr>
              <a:t>   将 </a:t>
            </a:r>
            <a:r>
              <a:rPr lang="en-US" altLang="zh-CN" sz="2400" dirty="0">
                <a:solidFill>
                  <a:sysClr val="windowText" lastClr="000000"/>
                </a:solidFill>
                <a:latin typeface="微软雅黑" panose="020B0503020204020204" pitchFamily="34" charset="-122"/>
                <a:ea typeface="微软雅黑" panose="020B0503020204020204" pitchFamily="34" charset="-122"/>
              </a:rPr>
              <a:t>Python </a:t>
            </a:r>
            <a:r>
              <a:rPr lang="zh-CN" altLang="en-US" sz="2400" dirty="0">
                <a:solidFill>
                  <a:sysClr val="windowText" lastClr="000000"/>
                </a:solidFill>
                <a:latin typeface="微软雅黑" panose="020B0503020204020204" pitchFamily="34" charset="-122"/>
                <a:ea typeface="微软雅黑" panose="020B0503020204020204" pitchFamily="34" charset="-122"/>
              </a:rPr>
              <a:t>中的字典转成 </a:t>
            </a:r>
            <a:r>
              <a:rPr lang="en-US" altLang="zh-CN" sz="2400" dirty="0">
                <a:solidFill>
                  <a:sysClr val="windowText" lastClr="000000"/>
                </a:solidFill>
                <a:latin typeface="微软雅黑" panose="020B0503020204020204" pitchFamily="34" charset="-122"/>
                <a:ea typeface="微软雅黑" panose="020B0503020204020204" pitchFamily="34" charset="-122"/>
              </a:rPr>
              <a:t>JSON </a:t>
            </a:r>
            <a:r>
              <a:rPr lang="zh-CN" altLang="en-US" sz="2400" dirty="0">
                <a:solidFill>
                  <a:sysClr val="windowText" lastClr="000000"/>
                </a:solidFill>
                <a:latin typeface="微软雅黑" panose="020B0503020204020204" pitchFamily="34" charset="-122"/>
                <a:ea typeface="微软雅黑" panose="020B0503020204020204" pitchFamily="34" charset="-122"/>
              </a:rPr>
              <a:t>格式</a:t>
            </a:r>
            <a:endParaRPr lang="en-US" altLang="zh-CN" sz="2400" dirty="0">
              <a:solidFill>
                <a:sysClr val="windowText" lastClr="000000"/>
              </a:solidFill>
              <a:latin typeface="微软雅黑" panose="020B0503020204020204" pitchFamily="34" charset="-122"/>
              <a:ea typeface="微软雅黑" panose="020B0503020204020204" pitchFamily="34" charset="-122"/>
            </a:endParaRPr>
          </a:p>
          <a:p>
            <a:pPr>
              <a:lnSpc>
                <a:spcPct val="150000"/>
              </a:lnSpc>
              <a:spcBef>
                <a:spcPts val="500"/>
              </a:spcBef>
              <a:defRPr/>
            </a:pPr>
            <a:r>
              <a:rPr lang="zh-CN" altLang="en-US" sz="2400" dirty="0">
                <a:solidFill>
                  <a:sysClr val="windowText" lastClr="000000"/>
                </a:solidFill>
                <a:latin typeface="微软雅黑" panose="020B0503020204020204" pitchFamily="34" charset="-122"/>
                <a:ea typeface="微软雅黑" panose="020B0503020204020204" pitchFamily="34" charset="-122"/>
              </a:rPr>
              <a:t>设置 </a:t>
            </a:r>
            <a:r>
              <a:rPr lang="en-US" altLang="zh-CN" sz="2400" dirty="0" err="1">
                <a:solidFill>
                  <a:sysClr val="windowText" lastClr="000000"/>
                </a:solidFill>
                <a:latin typeface="微软雅黑" panose="020B0503020204020204" pitchFamily="34" charset="-122"/>
                <a:ea typeface="微软雅黑" panose="020B0503020204020204" pitchFamily="34" charset="-122"/>
              </a:rPr>
              <a:t>sort_keys</a:t>
            </a:r>
            <a:r>
              <a:rPr lang="en-US" altLang="zh-CN" sz="2400" dirty="0">
                <a:solidFill>
                  <a:sysClr val="windowText" lastClr="000000"/>
                </a:solidFill>
                <a:latin typeface="微软雅黑" panose="020B0503020204020204" pitchFamily="34" charset="-122"/>
                <a:ea typeface="微软雅黑" panose="020B0503020204020204" pitchFamily="34" charset="-122"/>
              </a:rPr>
              <a:t>=True </a:t>
            </a:r>
            <a:r>
              <a:rPr lang="zh-CN" altLang="en-US" sz="2400" dirty="0">
                <a:solidFill>
                  <a:sysClr val="windowText" lastClr="000000"/>
                </a:solidFill>
                <a:latin typeface="微软雅黑" panose="020B0503020204020204" pitchFamily="34" charset="-122"/>
                <a:ea typeface="微软雅黑" panose="020B0503020204020204" pitchFamily="34" charset="-122"/>
              </a:rPr>
              <a:t>使输出按</a:t>
            </a:r>
            <a:r>
              <a:rPr lang="zh-CN" altLang="en-US" sz="2400" b="1" dirty="0">
                <a:solidFill>
                  <a:schemeClr val="accent2"/>
                </a:solidFill>
                <a:latin typeface="微软雅黑" panose="020B0503020204020204" pitchFamily="34" charset="-122"/>
                <a:ea typeface="微软雅黑" panose="020B0503020204020204" pitchFamily="34" charset="-122"/>
              </a:rPr>
              <a:t>升序</a:t>
            </a:r>
            <a:r>
              <a:rPr lang="zh-CN" altLang="en-US" sz="2400" dirty="0">
                <a:solidFill>
                  <a:sysClr val="windowText" lastClr="000000"/>
                </a:solidFill>
                <a:latin typeface="微软雅黑" panose="020B0503020204020204" pitchFamily="34" charset="-122"/>
                <a:ea typeface="微软雅黑" panose="020B0503020204020204" pitchFamily="34" charset="-122"/>
              </a:rPr>
              <a:t>排序</a:t>
            </a:r>
            <a:endParaRPr lang="en-US" altLang="zh-CN" sz="2400" dirty="0">
              <a:solidFill>
                <a:sysClr val="windowText" lastClr="000000"/>
              </a:solidFill>
              <a:latin typeface="微软雅黑" panose="020B0503020204020204" pitchFamily="34" charset="-122"/>
              <a:ea typeface="微软雅黑" panose="020B0503020204020204" pitchFamily="34" charset="-122"/>
            </a:endParaRPr>
          </a:p>
          <a:p>
            <a:pPr>
              <a:lnSpc>
                <a:spcPct val="150000"/>
              </a:lnSpc>
              <a:spcBef>
                <a:spcPts val="500"/>
              </a:spcBef>
              <a:defRPr/>
            </a:pPr>
            <a:r>
              <a:rPr lang="zh-CN" altLang="en-US" sz="2400" dirty="0">
                <a:solidFill>
                  <a:sysClr val="windowText" lastClr="000000"/>
                </a:solidFill>
                <a:latin typeface="微软雅黑" panose="020B0503020204020204" pitchFamily="34" charset="-122"/>
                <a:ea typeface="微软雅黑" panose="020B0503020204020204" pitchFamily="34" charset="-122"/>
              </a:rPr>
              <a:t>设置 </a:t>
            </a:r>
            <a:r>
              <a:rPr lang="en-US" altLang="zh-CN" sz="2400" dirty="0">
                <a:solidFill>
                  <a:sysClr val="windowText" lastClr="000000"/>
                </a:solidFill>
                <a:latin typeface="微软雅黑" panose="020B0503020204020204" pitchFamily="34" charset="-122"/>
                <a:ea typeface="微软雅黑" panose="020B0503020204020204" pitchFamily="34" charset="-122"/>
              </a:rPr>
              <a:t>indent=4 </a:t>
            </a:r>
            <a:r>
              <a:rPr lang="zh-CN" altLang="en-US" sz="2400" dirty="0">
                <a:solidFill>
                  <a:sysClr val="windowText" lastClr="000000"/>
                </a:solidFill>
                <a:latin typeface="微软雅黑" panose="020B0503020204020204" pitchFamily="34" charset="-122"/>
                <a:ea typeface="微软雅黑" panose="020B0503020204020204" pitchFamily="34" charset="-122"/>
              </a:rPr>
              <a:t>对输出进行</a:t>
            </a:r>
            <a:r>
              <a:rPr lang="zh-CN" altLang="en-US" sz="2400" b="1" dirty="0">
                <a:solidFill>
                  <a:schemeClr val="accent2"/>
                </a:solidFill>
                <a:latin typeface="微软雅黑" panose="020B0503020204020204" pitchFamily="34" charset="-122"/>
                <a:ea typeface="微软雅黑" panose="020B0503020204020204" pitchFamily="34" charset="-122"/>
              </a:rPr>
              <a:t>格式化</a:t>
            </a:r>
            <a:r>
              <a:rPr lang="zh-CN" altLang="en-US" sz="2400" dirty="0">
                <a:solidFill>
                  <a:sysClr val="windowText" lastClr="000000"/>
                </a:solidFill>
                <a:latin typeface="微软雅黑" panose="020B0503020204020204" pitchFamily="34" charset="-122"/>
                <a:ea typeface="微软雅黑" panose="020B0503020204020204" pitchFamily="34" charset="-122"/>
              </a:rPr>
              <a:t>，使输出时每个数据缩进 </a:t>
            </a:r>
            <a:r>
              <a:rPr lang="en-US" altLang="zh-CN" sz="2400" dirty="0">
                <a:solidFill>
                  <a:sysClr val="windowText" lastClr="000000"/>
                </a:solidFill>
                <a:latin typeface="微软雅黑" panose="020B0503020204020204" pitchFamily="34" charset="-122"/>
                <a:ea typeface="微软雅黑" panose="020B0503020204020204" pitchFamily="34" charset="-122"/>
              </a:rPr>
              <a:t>4 </a:t>
            </a:r>
            <a:r>
              <a:rPr lang="zh-CN" altLang="en-US" sz="2400" dirty="0">
                <a:solidFill>
                  <a:sysClr val="windowText" lastClr="000000"/>
                </a:solidFill>
                <a:latin typeface="微软雅黑" panose="020B0503020204020204" pitchFamily="34" charset="-122"/>
                <a:ea typeface="微软雅黑" panose="020B0503020204020204" pitchFamily="34" charset="-122"/>
              </a:rPr>
              <a:t>个字符：</a:t>
            </a:r>
            <a:endParaRPr lang="en-US" altLang="zh-CN" sz="2400" dirty="0">
              <a:solidFill>
                <a:sysClr val="windowText" lastClr="000000"/>
              </a:solidFill>
              <a:latin typeface="微软雅黑" panose="020B0503020204020204" pitchFamily="34" charset="-122"/>
              <a:ea typeface="微软雅黑" panose="020B0503020204020204" pitchFamily="34" charset="-122"/>
            </a:endParaRPr>
          </a:p>
        </p:txBody>
      </p:sp>
      <p:sp>
        <p:nvSpPr>
          <p:cNvPr id="5" name="内容占位符 5"/>
          <p:cNvSpPr txBox="1"/>
          <p:nvPr/>
        </p:nvSpPr>
        <p:spPr>
          <a:xfrm>
            <a:off x="780061" y="3088858"/>
            <a:ext cx="10631877" cy="2931142"/>
          </a:xfrm>
          <a:prstGeom prst="roundRect">
            <a:avLst>
              <a:gd name="adj" fmla="val 17724"/>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dirty="0">
                <a:solidFill>
                  <a:srgbClr val="4B69C6"/>
                </a:solidFill>
                <a:latin typeface="+mj-lt"/>
              </a:rPr>
              <a:t>import</a:t>
            </a:r>
            <a:r>
              <a:rPr lang="en-US" altLang="zh-CN" dirty="0">
                <a:solidFill>
                  <a:srgbClr val="333333"/>
                </a:solidFill>
                <a:latin typeface="+mj-lt"/>
              </a:rPr>
              <a:t> </a:t>
            </a:r>
            <a:r>
              <a:rPr lang="en-US" altLang="zh-CN" b="1" dirty="0" err="1">
                <a:solidFill>
                  <a:srgbClr val="7A3E9D"/>
                </a:solidFill>
                <a:latin typeface="+mj-lt"/>
              </a:rPr>
              <a:t>json</a:t>
            </a:r>
            <a:endParaRPr lang="en-US" altLang="zh-CN" dirty="0">
              <a:solidFill>
                <a:srgbClr val="333333"/>
              </a:solidFill>
              <a:latin typeface="+mj-lt"/>
            </a:endParaRPr>
          </a:p>
          <a:p>
            <a:r>
              <a:rPr lang="en-US" altLang="zh-CN" dirty="0">
                <a:solidFill>
                  <a:srgbClr val="333333"/>
                </a:solidFill>
                <a:latin typeface="+mj-lt"/>
              </a:rPr>
              <a:t> </a:t>
            </a:r>
            <a:endParaRPr lang="en-US" altLang="zh-CN" dirty="0">
              <a:solidFill>
                <a:srgbClr val="333333"/>
              </a:solidFill>
              <a:latin typeface="+mj-lt"/>
            </a:endParaRPr>
          </a:p>
          <a:p>
            <a:r>
              <a:rPr lang="en-US" altLang="zh-CN" dirty="0">
                <a:solidFill>
                  <a:srgbClr val="7A3E9D"/>
                </a:solidFill>
                <a:latin typeface="+mj-lt"/>
              </a:rPr>
              <a:t>data</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448C27"/>
                </a:solidFill>
                <a:latin typeface="+mj-lt"/>
              </a:rPr>
              <a:t>name</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zh-CN" altLang="en-US" dirty="0">
                <a:solidFill>
                  <a:srgbClr val="448C27"/>
                </a:solidFill>
                <a:latin typeface="+mj-lt"/>
              </a:rPr>
              <a:t>李立</a:t>
            </a:r>
            <a:r>
              <a:rPr lang="en-US" altLang="zh-CN" dirty="0">
                <a:solidFill>
                  <a:srgbClr val="777777"/>
                </a:solidFill>
                <a:latin typeface="+mj-lt"/>
              </a:rPr>
              <a:t>',</a:t>
            </a:r>
            <a:r>
              <a:rPr lang="zh-CN" altLang="en-US" dirty="0">
                <a:solidFill>
                  <a:srgbClr val="333333"/>
                </a:solidFill>
                <a:latin typeface="+mj-lt"/>
              </a:rPr>
              <a:t> </a:t>
            </a:r>
            <a:r>
              <a:rPr lang="en-US" altLang="zh-CN" dirty="0">
                <a:solidFill>
                  <a:srgbClr val="777777"/>
                </a:solidFill>
                <a:latin typeface="+mj-lt"/>
              </a:rPr>
              <a:t>'</a:t>
            </a:r>
            <a:r>
              <a:rPr lang="en-US" altLang="zh-CN" dirty="0" err="1">
                <a:solidFill>
                  <a:srgbClr val="448C27"/>
                </a:solidFill>
                <a:latin typeface="+mj-lt"/>
              </a:rPr>
              <a:t>phonenumber</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448C27"/>
                </a:solidFill>
                <a:latin typeface="+mj-lt"/>
              </a:rPr>
              <a:t>13988776655</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448C27"/>
                </a:solidFill>
                <a:latin typeface="+mj-lt"/>
              </a:rPr>
              <a:t>city</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zh-CN" altLang="en-US" dirty="0">
                <a:solidFill>
                  <a:srgbClr val="448C27"/>
                </a:solidFill>
                <a:latin typeface="+mj-lt"/>
              </a:rPr>
              <a:t>武汉</a:t>
            </a:r>
            <a:r>
              <a:rPr lang="en-US" altLang="zh-CN" dirty="0">
                <a:solidFill>
                  <a:srgbClr val="777777"/>
                </a:solidFill>
                <a:latin typeface="+mj-lt"/>
              </a:rPr>
              <a:t>'}</a:t>
            </a:r>
            <a:endParaRPr lang="zh-CN" altLang="en-US" dirty="0">
              <a:solidFill>
                <a:srgbClr val="333333"/>
              </a:solidFill>
              <a:latin typeface="+mj-lt"/>
            </a:endParaRPr>
          </a:p>
          <a:p>
            <a:r>
              <a:rPr lang="en-US" altLang="zh-CN" dirty="0" err="1">
                <a:solidFill>
                  <a:srgbClr val="7A3E9D"/>
                </a:solidFill>
                <a:latin typeface="+mj-lt"/>
              </a:rPr>
              <a:t>data_json</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b="1" dirty="0" err="1">
                <a:solidFill>
                  <a:srgbClr val="7A3E9D"/>
                </a:solidFill>
                <a:latin typeface="+mj-lt"/>
              </a:rPr>
              <a:t>json</a:t>
            </a:r>
            <a:r>
              <a:rPr lang="en-US" altLang="zh-CN" dirty="0" err="1">
                <a:solidFill>
                  <a:srgbClr val="777777"/>
                </a:solidFill>
                <a:latin typeface="+mj-lt"/>
              </a:rPr>
              <a:t>.</a:t>
            </a:r>
            <a:r>
              <a:rPr lang="en-US" altLang="zh-CN" b="1" dirty="0" err="1">
                <a:solidFill>
                  <a:srgbClr val="AA3731"/>
                </a:solidFill>
                <a:latin typeface="+mj-lt"/>
              </a:rPr>
              <a:t>dumps</a:t>
            </a:r>
            <a:r>
              <a:rPr lang="en-US" altLang="zh-CN" dirty="0">
                <a:solidFill>
                  <a:srgbClr val="777777"/>
                </a:solidFill>
                <a:latin typeface="+mj-lt"/>
              </a:rPr>
              <a:t>(</a:t>
            </a:r>
            <a:r>
              <a:rPr lang="en-US" altLang="zh-CN" dirty="0">
                <a:solidFill>
                  <a:srgbClr val="7A3E9D"/>
                </a:solidFill>
                <a:latin typeface="+mj-lt"/>
              </a:rPr>
              <a:t>data</a:t>
            </a:r>
            <a:r>
              <a:rPr lang="en-US" altLang="zh-CN" dirty="0">
                <a:solidFill>
                  <a:srgbClr val="777777"/>
                </a:solidFill>
                <a:latin typeface="+mj-lt"/>
              </a:rPr>
              <a:t>,</a:t>
            </a:r>
            <a:r>
              <a:rPr lang="en-US" altLang="zh-CN" dirty="0">
                <a:solidFill>
                  <a:srgbClr val="333333"/>
                </a:solidFill>
                <a:latin typeface="+mj-lt"/>
              </a:rPr>
              <a:t> </a:t>
            </a:r>
            <a:r>
              <a:rPr lang="en-US" altLang="zh-CN" dirty="0" err="1">
                <a:solidFill>
                  <a:srgbClr val="7A3E9D"/>
                </a:solidFill>
                <a:latin typeface="+mj-lt"/>
              </a:rPr>
              <a:t>sort_keys</a:t>
            </a:r>
            <a:r>
              <a:rPr lang="en-US" altLang="zh-CN" dirty="0">
                <a:solidFill>
                  <a:srgbClr val="777777"/>
                </a:solidFill>
                <a:latin typeface="+mj-lt"/>
              </a:rPr>
              <a:t>=</a:t>
            </a:r>
            <a:r>
              <a:rPr lang="en-US" altLang="zh-CN" dirty="0">
                <a:solidFill>
                  <a:srgbClr val="9C5D27"/>
                </a:solidFill>
                <a:latin typeface="+mj-lt"/>
              </a:rPr>
              <a:t>True</a:t>
            </a:r>
            <a:r>
              <a:rPr lang="en-US" altLang="zh-CN" dirty="0">
                <a:solidFill>
                  <a:srgbClr val="777777"/>
                </a:solidFill>
                <a:latin typeface="+mj-lt"/>
              </a:rPr>
              <a:t>,</a:t>
            </a:r>
            <a:r>
              <a:rPr lang="en-US" altLang="zh-CN" dirty="0">
                <a:solidFill>
                  <a:srgbClr val="333333"/>
                </a:solidFill>
                <a:latin typeface="+mj-lt"/>
              </a:rPr>
              <a:t> </a:t>
            </a:r>
            <a:r>
              <a:rPr lang="en-US" altLang="zh-CN" dirty="0" err="1">
                <a:solidFill>
                  <a:srgbClr val="7A3E9D"/>
                </a:solidFill>
                <a:latin typeface="+mj-lt"/>
              </a:rPr>
              <a:t>ensure_ascii</a:t>
            </a:r>
            <a:r>
              <a:rPr lang="en-US" altLang="zh-CN" dirty="0">
                <a:solidFill>
                  <a:srgbClr val="777777"/>
                </a:solidFill>
                <a:latin typeface="+mj-lt"/>
              </a:rPr>
              <a:t>=</a:t>
            </a:r>
            <a:r>
              <a:rPr lang="en-US" altLang="zh-CN" dirty="0">
                <a:solidFill>
                  <a:srgbClr val="9C5D27"/>
                </a:solidFill>
                <a:latin typeface="+mj-lt"/>
              </a:rPr>
              <a:t>False</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indent</a:t>
            </a:r>
            <a:r>
              <a:rPr lang="en-US" altLang="zh-CN" dirty="0">
                <a:solidFill>
                  <a:srgbClr val="777777"/>
                </a:solidFill>
                <a:latin typeface="+mj-lt"/>
              </a:rPr>
              <a:t>=</a:t>
            </a:r>
            <a:r>
              <a:rPr lang="en-US" altLang="zh-CN" dirty="0">
                <a:solidFill>
                  <a:srgbClr val="9C5D27"/>
                </a:solidFill>
                <a:latin typeface="+mj-lt"/>
              </a:rPr>
              <a:t>4</a:t>
            </a:r>
            <a:r>
              <a:rPr lang="en-US" altLang="zh-CN" dirty="0">
                <a:solidFill>
                  <a:srgbClr val="777777"/>
                </a:solidFill>
                <a:latin typeface="+mj-lt"/>
              </a:rPr>
              <a:t>)</a:t>
            </a:r>
            <a:r>
              <a:rPr lang="en-US" altLang="zh-CN" dirty="0">
                <a:solidFill>
                  <a:srgbClr val="333333"/>
                </a:solidFill>
                <a:latin typeface="+mj-lt"/>
              </a:rPr>
              <a:t>  </a:t>
            </a:r>
            <a:endParaRPr lang="en-US" altLang="zh-CN" dirty="0">
              <a:solidFill>
                <a:srgbClr val="333333"/>
              </a:solidFill>
              <a:latin typeface="+mj-lt"/>
            </a:endParaRPr>
          </a:p>
          <a:p>
            <a:r>
              <a:rPr lang="en-US" altLang="zh-CN" b="1" dirty="0">
                <a:solidFill>
                  <a:srgbClr val="AA3731"/>
                </a:solidFill>
                <a:latin typeface="+mj-lt"/>
              </a:rPr>
              <a:t>print</a:t>
            </a:r>
            <a:r>
              <a:rPr lang="en-US" altLang="zh-CN" dirty="0">
                <a:solidFill>
                  <a:srgbClr val="777777"/>
                </a:solidFill>
                <a:latin typeface="+mj-lt"/>
              </a:rPr>
              <a:t>(</a:t>
            </a:r>
            <a:r>
              <a:rPr lang="en-US" altLang="zh-CN" dirty="0" err="1">
                <a:solidFill>
                  <a:srgbClr val="7A3E9D"/>
                </a:solidFill>
                <a:latin typeface="+mj-lt"/>
              </a:rPr>
              <a:t>data_json</a:t>
            </a:r>
            <a:r>
              <a:rPr lang="en-US" altLang="zh-CN" dirty="0">
                <a:solidFill>
                  <a:srgbClr val="777777"/>
                </a:solidFill>
                <a:latin typeface="+mj-lt"/>
              </a:rPr>
              <a:t>)</a:t>
            </a:r>
            <a:endParaRPr lang="en-US" altLang="zh-CN" dirty="0">
              <a:solidFill>
                <a:srgbClr val="333333"/>
              </a:solidFill>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7.3</a:t>
            </a:r>
            <a:endParaRPr lang="zh-CN" altLang="en-US" dirty="0"/>
          </a:p>
        </p:txBody>
      </p:sp>
      <p:sp>
        <p:nvSpPr>
          <p:cNvPr id="3" name="标题 2"/>
          <p:cNvSpPr>
            <a:spLocks noGrp="1"/>
          </p:cNvSpPr>
          <p:nvPr>
            <p:ph type="title"/>
          </p:nvPr>
        </p:nvSpPr>
        <p:spPr/>
        <p:txBody>
          <a:bodyPr/>
          <a:lstStyle/>
          <a:p>
            <a:r>
              <a:rPr lang="en-US" altLang="zh-CN" dirty="0"/>
              <a:t>JSON </a:t>
            </a:r>
            <a:r>
              <a:rPr lang="zh-CN" altLang="en-US" dirty="0"/>
              <a:t>文件</a:t>
            </a:r>
            <a:endParaRPr lang="zh-CN" altLang="en-US" dirty="0"/>
          </a:p>
        </p:txBody>
      </p:sp>
      <p:sp>
        <p:nvSpPr>
          <p:cNvPr id="2" name="内容占位符 1"/>
          <p:cNvSpPr txBox="1"/>
          <p:nvPr/>
        </p:nvSpPr>
        <p:spPr>
          <a:xfrm>
            <a:off x="780060" y="1054306"/>
            <a:ext cx="10795221" cy="1256275"/>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50000"/>
              </a:lnSpc>
              <a:spcBef>
                <a:spcPts val="500"/>
              </a:spcBef>
              <a:defRPr/>
            </a:pPr>
            <a:r>
              <a:rPr lang="zh-CN" altLang="en-US" sz="2400" dirty="0">
                <a:solidFill>
                  <a:sysClr val="windowText" lastClr="000000"/>
                </a:solidFill>
                <a:latin typeface="微软雅黑" panose="020B0503020204020204" pitchFamily="34" charset="-122"/>
                <a:ea typeface="微软雅黑" panose="020B0503020204020204" pitchFamily="34" charset="-122"/>
              </a:rPr>
              <a:t>输出样式如下，注意到数据顺序与原始字典顺序不同，按字典的键进行升序排序再输出：</a:t>
            </a:r>
            <a:endParaRPr lang="en-US" altLang="zh-CN" sz="2400" dirty="0">
              <a:solidFill>
                <a:sysClr val="windowText" lastClr="000000"/>
              </a:solidFill>
              <a:latin typeface="微软雅黑" panose="020B0503020204020204" pitchFamily="34" charset="-122"/>
              <a:ea typeface="微软雅黑" panose="020B0503020204020204" pitchFamily="34" charset="-122"/>
            </a:endParaRPr>
          </a:p>
        </p:txBody>
      </p:sp>
      <p:sp>
        <p:nvSpPr>
          <p:cNvPr id="5" name="内容占位符 5"/>
          <p:cNvSpPr txBox="1"/>
          <p:nvPr/>
        </p:nvSpPr>
        <p:spPr>
          <a:xfrm>
            <a:off x="780060" y="2489090"/>
            <a:ext cx="10631877" cy="2931142"/>
          </a:xfrm>
          <a:prstGeom prst="roundRect">
            <a:avLst>
              <a:gd name="adj" fmla="val 17724"/>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sz="2400" dirty="0">
                <a:solidFill>
                  <a:srgbClr val="777777"/>
                </a:solidFill>
                <a:latin typeface="+mj-lt"/>
              </a:rPr>
              <a:t>{</a:t>
            </a:r>
            <a:endParaRPr lang="en-US" altLang="zh-CN" sz="2400" dirty="0">
              <a:solidFill>
                <a:srgbClr val="333333"/>
              </a:solidFill>
              <a:latin typeface="+mj-lt"/>
            </a:endParaRPr>
          </a:p>
          <a:p>
            <a:r>
              <a:rPr lang="en-US" altLang="zh-CN" sz="2400" dirty="0">
                <a:solidFill>
                  <a:srgbClr val="333333"/>
                </a:solidFill>
                <a:latin typeface="+mj-lt"/>
              </a:rPr>
              <a:t>    </a:t>
            </a:r>
            <a:r>
              <a:rPr lang="en-US" altLang="zh-CN" sz="2400" dirty="0">
                <a:solidFill>
                  <a:srgbClr val="777777"/>
                </a:solidFill>
                <a:latin typeface="+mj-lt"/>
              </a:rPr>
              <a:t>"</a:t>
            </a:r>
            <a:r>
              <a:rPr lang="en-US" altLang="zh-CN" sz="2400" dirty="0">
                <a:solidFill>
                  <a:srgbClr val="448C27"/>
                </a:solidFill>
                <a:latin typeface="+mj-lt"/>
              </a:rPr>
              <a:t>city</a:t>
            </a:r>
            <a:r>
              <a:rPr lang="en-US" altLang="zh-CN" sz="2400" dirty="0">
                <a:solidFill>
                  <a:srgbClr val="777777"/>
                </a:solidFill>
                <a:latin typeface="+mj-lt"/>
              </a:rPr>
              <a:t>":</a:t>
            </a:r>
            <a:r>
              <a:rPr lang="en-US" altLang="zh-CN" sz="2400" dirty="0">
                <a:solidFill>
                  <a:srgbClr val="333333"/>
                </a:solidFill>
                <a:latin typeface="+mj-lt"/>
              </a:rPr>
              <a:t> </a:t>
            </a:r>
            <a:r>
              <a:rPr lang="en-US" altLang="zh-CN" sz="2400" dirty="0">
                <a:solidFill>
                  <a:srgbClr val="777777"/>
                </a:solidFill>
                <a:latin typeface="+mj-lt"/>
              </a:rPr>
              <a:t>"</a:t>
            </a:r>
            <a:r>
              <a:rPr lang="zh-CN" altLang="en-US" sz="2400" dirty="0">
                <a:solidFill>
                  <a:srgbClr val="448C27"/>
                </a:solidFill>
                <a:latin typeface="+mj-lt"/>
              </a:rPr>
              <a:t>武汉</a:t>
            </a:r>
            <a:r>
              <a:rPr lang="en-US" altLang="zh-CN" sz="2400" dirty="0">
                <a:solidFill>
                  <a:srgbClr val="777777"/>
                </a:solidFill>
                <a:latin typeface="+mj-lt"/>
              </a:rPr>
              <a:t>",</a:t>
            </a:r>
            <a:endParaRPr lang="zh-CN" altLang="en-US" sz="2400" dirty="0">
              <a:solidFill>
                <a:srgbClr val="333333"/>
              </a:solidFill>
              <a:latin typeface="+mj-lt"/>
            </a:endParaRPr>
          </a:p>
          <a:p>
            <a:r>
              <a:rPr lang="zh-CN" altLang="en-US" sz="2400" dirty="0">
                <a:solidFill>
                  <a:srgbClr val="333333"/>
                </a:solidFill>
                <a:latin typeface="+mj-lt"/>
              </a:rPr>
              <a:t>    </a:t>
            </a:r>
            <a:r>
              <a:rPr lang="en-US" altLang="zh-CN" sz="2400" dirty="0">
                <a:solidFill>
                  <a:srgbClr val="777777"/>
                </a:solidFill>
                <a:latin typeface="+mj-lt"/>
              </a:rPr>
              <a:t>"</a:t>
            </a:r>
            <a:r>
              <a:rPr lang="en-US" altLang="zh-CN" sz="2400" dirty="0">
                <a:solidFill>
                  <a:srgbClr val="448C27"/>
                </a:solidFill>
                <a:latin typeface="+mj-lt"/>
              </a:rPr>
              <a:t>name</a:t>
            </a:r>
            <a:r>
              <a:rPr lang="en-US" altLang="zh-CN" sz="2400" dirty="0">
                <a:solidFill>
                  <a:srgbClr val="777777"/>
                </a:solidFill>
                <a:latin typeface="+mj-lt"/>
              </a:rPr>
              <a:t>":</a:t>
            </a:r>
            <a:r>
              <a:rPr lang="en-US" altLang="zh-CN" sz="2400" dirty="0">
                <a:solidFill>
                  <a:srgbClr val="333333"/>
                </a:solidFill>
                <a:latin typeface="+mj-lt"/>
              </a:rPr>
              <a:t> </a:t>
            </a:r>
            <a:r>
              <a:rPr lang="en-US" altLang="zh-CN" sz="2400" dirty="0">
                <a:solidFill>
                  <a:srgbClr val="777777"/>
                </a:solidFill>
                <a:latin typeface="+mj-lt"/>
              </a:rPr>
              <a:t>"</a:t>
            </a:r>
            <a:r>
              <a:rPr lang="zh-CN" altLang="en-US" sz="2400" dirty="0">
                <a:solidFill>
                  <a:srgbClr val="448C27"/>
                </a:solidFill>
                <a:latin typeface="+mj-lt"/>
              </a:rPr>
              <a:t>李立</a:t>
            </a:r>
            <a:r>
              <a:rPr lang="en-US" altLang="zh-CN" sz="2400" dirty="0">
                <a:solidFill>
                  <a:srgbClr val="777777"/>
                </a:solidFill>
                <a:latin typeface="+mj-lt"/>
              </a:rPr>
              <a:t>",</a:t>
            </a:r>
            <a:endParaRPr lang="zh-CN" altLang="en-US" sz="2400" dirty="0">
              <a:solidFill>
                <a:srgbClr val="333333"/>
              </a:solidFill>
              <a:latin typeface="+mj-lt"/>
            </a:endParaRPr>
          </a:p>
          <a:p>
            <a:r>
              <a:rPr lang="zh-CN" altLang="en-US" sz="2400" dirty="0">
                <a:solidFill>
                  <a:srgbClr val="333333"/>
                </a:solidFill>
                <a:latin typeface="+mj-lt"/>
              </a:rPr>
              <a:t>    </a:t>
            </a:r>
            <a:r>
              <a:rPr lang="en-US" altLang="zh-CN" sz="2400" dirty="0">
                <a:solidFill>
                  <a:srgbClr val="777777"/>
                </a:solidFill>
                <a:latin typeface="+mj-lt"/>
              </a:rPr>
              <a:t>"</a:t>
            </a:r>
            <a:r>
              <a:rPr lang="en-US" altLang="zh-CN" sz="2400" dirty="0" err="1">
                <a:solidFill>
                  <a:srgbClr val="448C27"/>
                </a:solidFill>
                <a:latin typeface="+mj-lt"/>
              </a:rPr>
              <a:t>phonenumber</a:t>
            </a:r>
            <a:r>
              <a:rPr lang="en-US" altLang="zh-CN" sz="2400" dirty="0">
                <a:solidFill>
                  <a:srgbClr val="777777"/>
                </a:solidFill>
                <a:latin typeface="+mj-lt"/>
              </a:rPr>
              <a:t>":</a:t>
            </a:r>
            <a:r>
              <a:rPr lang="en-US" altLang="zh-CN" sz="2400" dirty="0">
                <a:solidFill>
                  <a:srgbClr val="333333"/>
                </a:solidFill>
                <a:latin typeface="+mj-lt"/>
              </a:rPr>
              <a:t> </a:t>
            </a:r>
            <a:r>
              <a:rPr lang="en-US" altLang="zh-CN" sz="2400" dirty="0">
                <a:solidFill>
                  <a:srgbClr val="777777"/>
                </a:solidFill>
                <a:latin typeface="+mj-lt"/>
              </a:rPr>
              <a:t>"</a:t>
            </a:r>
            <a:r>
              <a:rPr lang="en-US" altLang="zh-CN" sz="2400" dirty="0">
                <a:solidFill>
                  <a:srgbClr val="448C27"/>
                </a:solidFill>
                <a:latin typeface="+mj-lt"/>
              </a:rPr>
              <a:t>13988776655</a:t>
            </a:r>
            <a:r>
              <a:rPr lang="en-US" altLang="zh-CN" sz="2400" dirty="0">
                <a:solidFill>
                  <a:srgbClr val="777777"/>
                </a:solidFill>
                <a:latin typeface="+mj-lt"/>
              </a:rPr>
              <a:t>"</a:t>
            </a:r>
            <a:endParaRPr lang="en-US" altLang="zh-CN" sz="2400" dirty="0">
              <a:solidFill>
                <a:srgbClr val="333333"/>
              </a:solidFill>
              <a:latin typeface="+mj-lt"/>
            </a:endParaRPr>
          </a:p>
          <a:p>
            <a:r>
              <a:rPr lang="en-US" altLang="zh-CN" sz="2400" dirty="0">
                <a:solidFill>
                  <a:srgbClr val="777777"/>
                </a:solidFill>
                <a:latin typeface="+mj-lt"/>
              </a:rPr>
              <a:t>}</a:t>
            </a:r>
            <a:endParaRPr lang="en-US" altLang="zh-CN" sz="2400" dirty="0">
              <a:solidFill>
                <a:srgbClr val="333333"/>
              </a:solidFill>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7.3</a:t>
            </a:r>
            <a:endParaRPr lang="zh-CN" altLang="en-US" dirty="0"/>
          </a:p>
        </p:txBody>
      </p:sp>
      <p:sp>
        <p:nvSpPr>
          <p:cNvPr id="3" name="标题 2"/>
          <p:cNvSpPr>
            <a:spLocks noGrp="1"/>
          </p:cNvSpPr>
          <p:nvPr>
            <p:ph type="title"/>
          </p:nvPr>
        </p:nvSpPr>
        <p:spPr/>
        <p:txBody>
          <a:bodyPr/>
          <a:lstStyle/>
          <a:p>
            <a:r>
              <a:rPr lang="en-US" altLang="zh-CN" dirty="0"/>
              <a:t>JSON </a:t>
            </a:r>
            <a:r>
              <a:rPr lang="zh-CN" altLang="en-US" dirty="0"/>
              <a:t>文件</a:t>
            </a:r>
            <a:endParaRPr lang="zh-CN" altLang="en-US" dirty="0"/>
          </a:p>
        </p:txBody>
      </p:sp>
      <p:sp>
        <p:nvSpPr>
          <p:cNvPr id="2" name="内容占位符 1"/>
          <p:cNvSpPr txBox="1"/>
          <p:nvPr/>
        </p:nvSpPr>
        <p:spPr>
          <a:xfrm>
            <a:off x="780061" y="1191959"/>
            <a:ext cx="10631877" cy="1187451"/>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50000"/>
              </a:lnSpc>
              <a:spcBef>
                <a:spcPts val="500"/>
              </a:spcBef>
              <a:defRPr/>
            </a:pPr>
            <a:r>
              <a:rPr lang="en-US" altLang="zh-CN" sz="2400" dirty="0" err="1">
                <a:solidFill>
                  <a:sysClr val="windowText" lastClr="000000"/>
                </a:solidFill>
                <a:latin typeface="微软雅黑" panose="020B0503020204020204" pitchFamily="34" charset="-122"/>
                <a:ea typeface="微软雅黑" panose="020B0503020204020204" pitchFamily="34" charset="-122"/>
              </a:rPr>
              <a:t>json.</a:t>
            </a:r>
            <a:r>
              <a:rPr lang="en-US" altLang="zh-CN" sz="2400" b="1" dirty="0" err="1">
                <a:solidFill>
                  <a:schemeClr val="accent2"/>
                </a:solidFill>
                <a:latin typeface="微软雅黑" panose="020B0503020204020204" pitchFamily="34" charset="-122"/>
                <a:ea typeface="微软雅黑" panose="020B0503020204020204" pitchFamily="34" charset="-122"/>
              </a:rPr>
              <a:t>dump</a:t>
            </a:r>
            <a:r>
              <a:rPr lang="en-US" altLang="zh-CN" sz="2400" dirty="0">
                <a:solidFill>
                  <a:sysClr val="windowText" lastClr="000000"/>
                </a:solidFill>
                <a:latin typeface="微软雅黑" panose="020B0503020204020204" pitchFamily="34" charset="-122"/>
                <a:ea typeface="微软雅黑" panose="020B0503020204020204" pitchFamily="34" charset="-122"/>
              </a:rPr>
              <a:t>(</a:t>
            </a:r>
            <a:r>
              <a:rPr lang="en-US" altLang="zh-CN" sz="2400" dirty="0" err="1">
                <a:solidFill>
                  <a:sysClr val="windowText" lastClr="000000"/>
                </a:solidFill>
                <a:latin typeface="微软雅黑" panose="020B0503020204020204" pitchFamily="34" charset="-122"/>
                <a:ea typeface="微软雅黑" panose="020B0503020204020204" pitchFamily="34" charset="-122"/>
              </a:rPr>
              <a:t>data,f</a:t>
            </a:r>
            <a:r>
              <a:rPr lang="en-US" altLang="zh-CN" sz="2400" dirty="0">
                <a:solidFill>
                  <a:sysClr val="windowText" lastClr="000000"/>
                </a:solidFill>
                <a:latin typeface="微软雅黑" panose="020B0503020204020204" pitchFamily="34" charset="-122"/>
                <a:ea typeface="微软雅黑" panose="020B0503020204020204" pitchFamily="34" charset="-122"/>
              </a:rPr>
              <a:t>) </a:t>
            </a:r>
            <a:r>
              <a:rPr lang="zh-CN" altLang="en-US" sz="2400" dirty="0">
                <a:solidFill>
                  <a:sysClr val="windowText" lastClr="000000"/>
                </a:solidFill>
                <a:latin typeface="微软雅黑" panose="020B0503020204020204" pitchFamily="34" charset="-122"/>
                <a:ea typeface="微软雅黑" panose="020B0503020204020204" pitchFamily="34" charset="-122"/>
              </a:rPr>
              <a:t>方法可以将 </a:t>
            </a:r>
            <a:r>
              <a:rPr lang="en-US" altLang="zh-CN" sz="2400" dirty="0">
                <a:solidFill>
                  <a:sysClr val="windowText" lastClr="000000"/>
                </a:solidFill>
                <a:latin typeface="微软雅黑" panose="020B0503020204020204" pitchFamily="34" charset="-122"/>
                <a:ea typeface="微软雅黑" panose="020B0503020204020204" pitchFamily="34" charset="-122"/>
              </a:rPr>
              <a:t>JSON </a:t>
            </a:r>
            <a:r>
              <a:rPr lang="zh-CN" altLang="en-US" sz="2400" dirty="0">
                <a:solidFill>
                  <a:sysClr val="windowText" lastClr="000000"/>
                </a:solidFill>
                <a:latin typeface="微软雅黑" panose="020B0503020204020204" pitchFamily="34" charset="-122"/>
                <a:ea typeface="微软雅黑" panose="020B0503020204020204" pitchFamily="34" charset="-122"/>
              </a:rPr>
              <a:t>数据写入到一个具有</a:t>
            </a:r>
            <a:r>
              <a:rPr lang="zh-CN" altLang="en-US" sz="2400" b="1" dirty="0">
                <a:solidFill>
                  <a:schemeClr val="accent2"/>
                </a:solidFill>
                <a:latin typeface="微软雅黑" panose="020B0503020204020204" pitchFamily="34" charset="-122"/>
                <a:ea typeface="微软雅黑" panose="020B0503020204020204" pitchFamily="34" charset="-122"/>
              </a:rPr>
              <a:t>写权限</a:t>
            </a:r>
            <a:r>
              <a:rPr lang="zh-CN" altLang="en-US" sz="2400" dirty="0">
                <a:solidFill>
                  <a:sysClr val="windowText" lastClr="000000"/>
                </a:solidFill>
                <a:latin typeface="微软雅黑" panose="020B0503020204020204" pitchFamily="34" charset="-122"/>
                <a:ea typeface="微软雅黑" panose="020B0503020204020204" pitchFamily="34" charset="-122"/>
              </a:rPr>
              <a:t>的文件对象中：</a:t>
            </a:r>
            <a:endParaRPr lang="en-US" altLang="zh-CN" sz="2400" dirty="0">
              <a:solidFill>
                <a:sysClr val="windowText" lastClr="000000"/>
              </a:solidFill>
              <a:latin typeface="微软雅黑" panose="020B0503020204020204" pitchFamily="34" charset="-122"/>
              <a:ea typeface="微软雅黑" panose="020B0503020204020204" pitchFamily="34" charset="-122"/>
            </a:endParaRPr>
          </a:p>
        </p:txBody>
      </p:sp>
      <p:sp>
        <p:nvSpPr>
          <p:cNvPr id="5" name="内容占位符 5"/>
          <p:cNvSpPr txBox="1"/>
          <p:nvPr/>
        </p:nvSpPr>
        <p:spPr>
          <a:xfrm>
            <a:off x="780061" y="2566219"/>
            <a:ext cx="10631877" cy="2931142"/>
          </a:xfrm>
          <a:prstGeom prst="roundRect">
            <a:avLst>
              <a:gd name="adj" fmla="val 17724"/>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dirty="0">
                <a:solidFill>
                  <a:srgbClr val="4B69C6"/>
                </a:solidFill>
                <a:latin typeface="+mj-lt"/>
              </a:rPr>
              <a:t>import</a:t>
            </a:r>
            <a:r>
              <a:rPr lang="en-US" altLang="zh-CN" dirty="0">
                <a:solidFill>
                  <a:srgbClr val="333333"/>
                </a:solidFill>
                <a:latin typeface="+mj-lt"/>
              </a:rPr>
              <a:t> </a:t>
            </a:r>
            <a:r>
              <a:rPr lang="en-US" altLang="zh-CN" b="1" dirty="0" err="1">
                <a:solidFill>
                  <a:srgbClr val="7A3E9D"/>
                </a:solidFill>
                <a:latin typeface="+mj-lt"/>
              </a:rPr>
              <a:t>json</a:t>
            </a:r>
            <a:endParaRPr lang="en-US" altLang="zh-CN" dirty="0">
              <a:solidFill>
                <a:srgbClr val="333333"/>
              </a:solidFill>
              <a:latin typeface="+mj-lt"/>
            </a:endParaRPr>
          </a:p>
          <a:p>
            <a:r>
              <a:rPr lang="en-US" altLang="zh-CN" dirty="0">
                <a:solidFill>
                  <a:srgbClr val="333333"/>
                </a:solidFill>
                <a:latin typeface="+mj-lt"/>
              </a:rPr>
              <a:t> </a:t>
            </a:r>
            <a:endParaRPr lang="en-US" altLang="zh-CN" dirty="0">
              <a:solidFill>
                <a:srgbClr val="333333"/>
              </a:solidFill>
              <a:latin typeface="+mj-lt"/>
            </a:endParaRPr>
          </a:p>
          <a:p>
            <a:r>
              <a:rPr lang="en-US" altLang="zh-CN" dirty="0">
                <a:solidFill>
                  <a:srgbClr val="7A3E9D"/>
                </a:solidFill>
                <a:latin typeface="+mj-lt"/>
              </a:rPr>
              <a:t>data</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448C27"/>
                </a:solidFill>
                <a:latin typeface="+mj-lt"/>
              </a:rPr>
              <a:t>name</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zh-CN" altLang="en-US" dirty="0">
                <a:solidFill>
                  <a:srgbClr val="448C27"/>
                </a:solidFill>
                <a:latin typeface="+mj-lt"/>
              </a:rPr>
              <a:t>李立</a:t>
            </a:r>
            <a:r>
              <a:rPr lang="en-US" altLang="zh-CN" dirty="0">
                <a:solidFill>
                  <a:srgbClr val="777777"/>
                </a:solidFill>
                <a:latin typeface="+mj-lt"/>
              </a:rPr>
              <a:t>',</a:t>
            </a:r>
            <a:r>
              <a:rPr lang="zh-CN" altLang="en-US" dirty="0">
                <a:solidFill>
                  <a:srgbClr val="333333"/>
                </a:solidFill>
                <a:latin typeface="+mj-lt"/>
              </a:rPr>
              <a:t> </a:t>
            </a:r>
            <a:r>
              <a:rPr lang="en-US" altLang="zh-CN" dirty="0">
                <a:solidFill>
                  <a:srgbClr val="777777"/>
                </a:solidFill>
                <a:latin typeface="+mj-lt"/>
              </a:rPr>
              <a:t>'</a:t>
            </a:r>
            <a:r>
              <a:rPr lang="en-US" altLang="zh-CN" dirty="0" err="1">
                <a:solidFill>
                  <a:srgbClr val="448C27"/>
                </a:solidFill>
                <a:latin typeface="+mj-lt"/>
              </a:rPr>
              <a:t>phonenumber</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448C27"/>
                </a:solidFill>
                <a:latin typeface="+mj-lt"/>
              </a:rPr>
              <a:t>13988776655</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448C27"/>
                </a:solidFill>
                <a:latin typeface="+mj-lt"/>
              </a:rPr>
              <a:t>city</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zh-CN" altLang="en-US" dirty="0">
                <a:solidFill>
                  <a:srgbClr val="448C27"/>
                </a:solidFill>
                <a:latin typeface="+mj-lt"/>
              </a:rPr>
              <a:t>武汉</a:t>
            </a:r>
            <a:r>
              <a:rPr lang="en-US" altLang="zh-CN" dirty="0">
                <a:solidFill>
                  <a:srgbClr val="777777"/>
                </a:solidFill>
                <a:latin typeface="+mj-lt"/>
              </a:rPr>
              <a:t>'}</a:t>
            </a:r>
            <a:endParaRPr lang="zh-CN" altLang="en-US" dirty="0">
              <a:solidFill>
                <a:srgbClr val="333333"/>
              </a:solidFill>
              <a:latin typeface="+mj-lt"/>
            </a:endParaRPr>
          </a:p>
          <a:p>
            <a:r>
              <a:rPr lang="en-US" altLang="zh-CN" dirty="0">
                <a:solidFill>
                  <a:srgbClr val="4B69C6"/>
                </a:solidFill>
                <a:latin typeface="+mj-lt"/>
              </a:rPr>
              <a:t>with</a:t>
            </a:r>
            <a:r>
              <a:rPr lang="en-US" altLang="zh-CN" dirty="0">
                <a:solidFill>
                  <a:srgbClr val="333333"/>
                </a:solidFill>
                <a:latin typeface="+mj-lt"/>
              </a:rPr>
              <a:t> </a:t>
            </a:r>
            <a:r>
              <a:rPr lang="en-US" altLang="zh-CN" b="1" dirty="0">
                <a:solidFill>
                  <a:srgbClr val="AA3731"/>
                </a:solidFill>
                <a:latin typeface="+mj-lt"/>
              </a:rPr>
              <a:t>open</a:t>
            </a:r>
            <a:r>
              <a:rPr lang="en-US" altLang="zh-CN" dirty="0">
                <a:solidFill>
                  <a:srgbClr val="777777"/>
                </a:solidFill>
                <a:latin typeface="+mj-lt"/>
              </a:rPr>
              <a:t>("</a:t>
            </a:r>
            <a:r>
              <a:rPr lang="en-US" altLang="zh-CN" dirty="0" err="1">
                <a:solidFill>
                  <a:srgbClr val="448C27"/>
                </a:solidFill>
                <a:latin typeface="+mj-lt"/>
              </a:rPr>
              <a:t>test.json</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448C27"/>
                </a:solidFill>
                <a:latin typeface="+mj-lt"/>
              </a:rPr>
              <a:t>w</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encoding</a:t>
            </a:r>
            <a:r>
              <a:rPr lang="en-US" altLang="zh-CN" dirty="0">
                <a:solidFill>
                  <a:srgbClr val="777777"/>
                </a:solidFill>
                <a:latin typeface="+mj-lt"/>
              </a:rPr>
              <a:t>='</a:t>
            </a:r>
            <a:r>
              <a:rPr lang="en-US" altLang="zh-CN" dirty="0">
                <a:solidFill>
                  <a:srgbClr val="448C27"/>
                </a:solidFill>
                <a:latin typeface="+mj-lt"/>
              </a:rPr>
              <a:t>utf-8</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4B69C6"/>
                </a:solidFill>
                <a:latin typeface="+mj-lt"/>
              </a:rPr>
              <a:t>as</a:t>
            </a:r>
            <a:r>
              <a:rPr lang="en-US" altLang="zh-CN" dirty="0">
                <a:solidFill>
                  <a:srgbClr val="333333"/>
                </a:solidFill>
                <a:latin typeface="+mj-lt"/>
              </a:rPr>
              <a:t> </a:t>
            </a:r>
            <a:r>
              <a:rPr lang="en-US" altLang="zh-CN" dirty="0">
                <a:solidFill>
                  <a:srgbClr val="7A3E9D"/>
                </a:solidFill>
                <a:latin typeface="+mj-lt"/>
              </a:rPr>
              <a:t>f</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文件对象 </a:t>
            </a:r>
            <a:r>
              <a:rPr lang="en-US" altLang="zh-CN" dirty="0">
                <a:solidFill>
                  <a:srgbClr val="AAAAAA"/>
                </a:solidFill>
                <a:latin typeface="+mj-lt"/>
              </a:rPr>
              <a:t>f</a:t>
            </a:r>
            <a:endParaRPr lang="en-US" altLang="zh-CN" dirty="0">
              <a:solidFill>
                <a:srgbClr val="333333"/>
              </a:solidFill>
              <a:latin typeface="+mj-lt"/>
            </a:endParaRPr>
          </a:p>
          <a:p>
            <a:r>
              <a:rPr lang="en-US" altLang="zh-CN" dirty="0">
                <a:solidFill>
                  <a:srgbClr val="333333"/>
                </a:solidFill>
                <a:latin typeface="+mj-lt"/>
              </a:rPr>
              <a:t>    </a:t>
            </a:r>
            <a:r>
              <a:rPr lang="en-US" altLang="zh-CN" b="1" dirty="0" err="1">
                <a:solidFill>
                  <a:srgbClr val="7A3E9D"/>
                </a:solidFill>
                <a:latin typeface="+mj-lt"/>
              </a:rPr>
              <a:t>json</a:t>
            </a:r>
            <a:r>
              <a:rPr lang="en-US" altLang="zh-CN" dirty="0" err="1">
                <a:solidFill>
                  <a:srgbClr val="777777"/>
                </a:solidFill>
                <a:latin typeface="+mj-lt"/>
              </a:rPr>
              <a:t>.</a:t>
            </a:r>
            <a:r>
              <a:rPr lang="en-US" altLang="zh-CN" b="1" dirty="0" err="1">
                <a:solidFill>
                  <a:srgbClr val="AA3731"/>
                </a:solidFill>
                <a:latin typeface="+mj-lt"/>
              </a:rPr>
              <a:t>dump</a:t>
            </a:r>
            <a:r>
              <a:rPr lang="en-US" altLang="zh-CN" dirty="0">
                <a:solidFill>
                  <a:srgbClr val="777777"/>
                </a:solidFill>
                <a:latin typeface="+mj-lt"/>
              </a:rPr>
              <a:t>(</a:t>
            </a:r>
            <a:r>
              <a:rPr lang="en-US" altLang="zh-CN" dirty="0">
                <a:solidFill>
                  <a:srgbClr val="7A3E9D"/>
                </a:solidFill>
                <a:latin typeface="+mj-lt"/>
              </a:rPr>
              <a:t>data</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f</a:t>
            </a:r>
            <a:r>
              <a:rPr lang="en-US" altLang="zh-CN" dirty="0">
                <a:solidFill>
                  <a:srgbClr val="777777"/>
                </a:solidFill>
                <a:latin typeface="+mj-lt"/>
              </a:rPr>
              <a:t>,</a:t>
            </a:r>
            <a:r>
              <a:rPr lang="en-US" altLang="zh-CN" dirty="0">
                <a:solidFill>
                  <a:srgbClr val="333333"/>
                </a:solidFill>
                <a:latin typeface="+mj-lt"/>
              </a:rPr>
              <a:t> </a:t>
            </a:r>
            <a:r>
              <a:rPr lang="en-US" altLang="zh-CN" dirty="0" err="1">
                <a:solidFill>
                  <a:srgbClr val="7A3E9D"/>
                </a:solidFill>
                <a:latin typeface="+mj-lt"/>
              </a:rPr>
              <a:t>ensure_ascii</a:t>
            </a:r>
            <a:r>
              <a:rPr lang="en-US" altLang="zh-CN" dirty="0">
                <a:solidFill>
                  <a:srgbClr val="777777"/>
                </a:solidFill>
                <a:latin typeface="+mj-lt"/>
              </a:rPr>
              <a:t>=</a:t>
            </a:r>
            <a:r>
              <a:rPr lang="en-US" altLang="zh-CN" dirty="0">
                <a:solidFill>
                  <a:srgbClr val="9C5D27"/>
                </a:solidFill>
                <a:latin typeface="+mj-lt"/>
              </a:rPr>
              <a:t>False</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indent</a:t>
            </a:r>
            <a:r>
              <a:rPr lang="en-US" altLang="zh-CN" dirty="0">
                <a:solidFill>
                  <a:srgbClr val="777777"/>
                </a:solidFill>
                <a:latin typeface="+mj-lt"/>
              </a:rPr>
              <a:t>=</a:t>
            </a:r>
            <a:r>
              <a:rPr lang="en-US" altLang="zh-CN" dirty="0">
                <a:solidFill>
                  <a:srgbClr val="9C5D27"/>
                </a:solidFill>
                <a:latin typeface="+mj-lt"/>
              </a:rPr>
              <a:t>4</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数据写入 </a:t>
            </a:r>
            <a:r>
              <a:rPr lang="en-US" altLang="zh-CN" dirty="0">
                <a:solidFill>
                  <a:srgbClr val="AAAAAA"/>
                </a:solidFill>
                <a:latin typeface="+mj-lt"/>
              </a:rPr>
              <a:t>f</a:t>
            </a:r>
            <a:endParaRPr lang="en-US" altLang="zh-CN" dirty="0">
              <a:solidFill>
                <a:srgbClr val="333333"/>
              </a:solidFill>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7.3</a:t>
            </a:r>
            <a:endParaRPr lang="zh-CN" altLang="en-US" dirty="0"/>
          </a:p>
        </p:txBody>
      </p:sp>
      <p:sp>
        <p:nvSpPr>
          <p:cNvPr id="3" name="标题 2"/>
          <p:cNvSpPr>
            <a:spLocks noGrp="1"/>
          </p:cNvSpPr>
          <p:nvPr>
            <p:ph type="title"/>
          </p:nvPr>
        </p:nvSpPr>
        <p:spPr/>
        <p:txBody>
          <a:bodyPr/>
          <a:lstStyle/>
          <a:p>
            <a:r>
              <a:rPr lang="en-US" altLang="zh-CN" dirty="0"/>
              <a:t>JSON </a:t>
            </a:r>
            <a:r>
              <a:rPr lang="zh-CN" altLang="en-US" dirty="0"/>
              <a:t>文件</a:t>
            </a:r>
            <a:endParaRPr lang="zh-CN" altLang="en-US" dirty="0"/>
          </a:p>
        </p:txBody>
      </p:sp>
      <p:sp>
        <p:nvSpPr>
          <p:cNvPr id="2" name="内容占位符 1"/>
          <p:cNvSpPr txBox="1"/>
          <p:nvPr/>
        </p:nvSpPr>
        <p:spPr>
          <a:xfrm>
            <a:off x="780061" y="1191959"/>
            <a:ext cx="10631877" cy="1187451"/>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50000"/>
              </a:lnSpc>
              <a:spcBef>
                <a:spcPts val="500"/>
              </a:spcBef>
              <a:defRPr/>
            </a:pPr>
            <a:r>
              <a:rPr lang="en-US" altLang="zh-CN" sz="2400" dirty="0">
                <a:solidFill>
                  <a:sysClr val="windowText" lastClr="000000"/>
                </a:solidFill>
                <a:latin typeface="微软雅黑" panose="020B0503020204020204" pitchFamily="34" charset="-122"/>
                <a:ea typeface="微软雅黑" panose="020B0503020204020204" pitchFamily="34" charset="-122"/>
              </a:rPr>
              <a:t>“</a:t>
            </a:r>
            <a:r>
              <a:rPr lang="en-US" altLang="zh-CN" sz="2400" dirty="0" err="1">
                <a:solidFill>
                  <a:sysClr val="windowText" lastClr="000000"/>
                </a:solidFill>
                <a:latin typeface="微软雅黑" panose="020B0503020204020204" pitchFamily="34" charset="-122"/>
                <a:ea typeface="微软雅黑" panose="020B0503020204020204" pitchFamily="34" charset="-122"/>
              </a:rPr>
              <a:t>test.json</a:t>
            </a:r>
            <a:r>
              <a:rPr lang="en-US" altLang="zh-CN" sz="2400" dirty="0">
                <a:solidFill>
                  <a:sysClr val="windowText" lastClr="000000"/>
                </a:solidFill>
                <a:latin typeface="微软雅黑" panose="020B0503020204020204" pitchFamily="34" charset="-122"/>
                <a:ea typeface="微软雅黑" panose="020B0503020204020204" pitchFamily="34" charset="-122"/>
              </a:rPr>
              <a:t>” </a:t>
            </a:r>
            <a:r>
              <a:rPr lang="zh-CN" altLang="en-US" sz="2400" dirty="0">
                <a:solidFill>
                  <a:sysClr val="windowText" lastClr="000000"/>
                </a:solidFill>
                <a:latin typeface="微软雅黑" panose="020B0503020204020204" pitchFamily="34" charset="-122"/>
                <a:ea typeface="微软雅黑" panose="020B0503020204020204" pitchFamily="34" charset="-122"/>
              </a:rPr>
              <a:t>文件中的数据存储如下所示：</a:t>
            </a:r>
            <a:endParaRPr lang="en-US" altLang="zh-CN" sz="2400" dirty="0">
              <a:solidFill>
                <a:sysClr val="windowText" lastClr="000000"/>
              </a:solidFill>
              <a:latin typeface="微软雅黑" panose="020B0503020204020204" pitchFamily="34" charset="-122"/>
              <a:ea typeface="微软雅黑" panose="020B0503020204020204" pitchFamily="34" charset="-122"/>
            </a:endParaRPr>
          </a:p>
        </p:txBody>
      </p:sp>
      <p:sp>
        <p:nvSpPr>
          <p:cNvPr id="6" name="内容占位符 5"/>
          <p:cNvSpPr txBox="1"/>
          <p:nvPr/>
        </p:nvSpPr>
        <p:spPr>
          <a:xfrm>
            <a:off x="780061" y="2282613"/>
            <a:ext cx="10631877" cy="2931142"/>
          </a:xfrm>
          <a:prstGeom prst="roundRect">
            <a:avLst>
              <a:gd name="adj" fmla="val 17724"/>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sz="2400" dirty="0">
                <a:solidFill>
                  <a:srgbClr val="777777"/>
                </a:solidFill>
                <a:latin typeface="+mj-lt"/>
              </a:rPr>
              <a:t>{</a:t>
            </a:r>
            <a:endParaRPr lang="en-US" altLang="zh-CN" sz="2400" dirty="0">
              <a:solidFill>
                <a:srgbClr val="333333"/>
              </a:solidFill>
              <a:latin typeface="+mj-lt"/>
            </a:endParaRPr>
          </a:p>
          <a:p>
            <a:r>
              <a:rPr lang="zh-CN" altLang="en-US" sz="2400" dirty="0">
                <a:solidFill>
                  <a:srgbClr val="333333"/>
                </a:solidFill>
                <a:latin typeface="+mj-lt"/>
              </a:rPr>
              <a:t>    </a:t>
            </a:r>
            <a:r>
              <a:rPr lang="en-US" altLang="zh-CN" sz="2400" dirty="0">
                <a:solidFill>
                  <a:srgbClr val="777777"/>
                </a:solidFill>
                <a:latin typeface="+mj-lt"/>
              </a:rPr>
              <a:t>"</a:t>
            </a:r>
            <a:r>
              <a:rPr lang="en-US" altLang="zh-CN" sz="2400" dirty="0">
                <a:solidFill>
                  <a:srgbClr val="448C27"/>
                </a:solidFill>
                <a:latin typeface="+mj-lt"/>
              </a:rPr>
              <a:t>name</a:t>
            </a:r>
            <a:r>
              <a:rPr lang="en-US" altLang="zh-CN" sz="2400" dirty="0">
                <a:solidFill>
                  <a:srgbClr val="777777"/>
                </a:solidFill>
                <a:latin typeface="+mj-lt"/>
              </a:rPr>
              <a:t>":</a:t>
            </a:r>
            <a:r>
              <a:rPr lang="en-US" altLang="zh-CN" sz="2400" dirty="0">
                <a:solidFill>
                  <a:srgbClr val="333333"/>
                </a:solidFill>
                <a:latin typeface="+mj-lt"/>
              </a:rPr>
              <a:t> </a:t>
            </a:r>
            <a:r>
              <a:rPr lang="en-US" altLang="zh-CN" sz="2400" dirty="0">
                <a:solidFill>
                  <a:srgbClr val="777777"/>
                </a:solidFill>
                <a:latin typeface="+mj-lt"/>
              </a:rPr>
              <a:t>"</a:t>
            </a:r>
            <a:r>
              <a:rPr lang="zh-CN" altLang="en-US" sz="2400" dirty="0">
                <a:solidFill>
                  <a:srgbClr val="448C27"/>
                </a:solidFill>
                <a:latin typeface="+mj-lt"/>
              </a:rPr>
              <a:t>李立</a:t>
            </a:r>
            <a:r>
              <a:rPr lang="en-US" altLang="zh-CN" sz="2400" dirty="0">
                <a:solidFill>
                  <a:srgbClr val="777777"/>
                </a:solidFill>
                <a:latin typeface="+mj-lt"/>
              </a:rPr>
              <a:t>",</a:t>
            </a:r>
            <a:endParaRPr lang="zh-CN" altLang="en-US" sz="2400" dirty="0">
              <a:solidFill>
                <a:srgbClr val="333333"/>
              </a:solidFill>
              <a:latin typeface="+mj-lt"/>
            </a:endParaRPr>
          </a:p>
          <a:p>
            <a:r>
              <a:rPr lang="zh-CN" altLang="en-US" sz="2400" dirty="0">
                <a:solidFill>
                  <a:srgbClr val="333333"/>
                </a:solidFill>
                <a:latin typeface="+mj-lt"/>
              </a:rPr>
              <a:t>    </a:t>
            </a:r>
            <a:r>
              <a:rPr lang="en-US" altLang="zh-CN" sz="2400" dirty="0">
                <a:solidFill>
                  <a:srgbClr val="777777"/>
                </a:solidFill>
                <a:latin typeface="+mj-lt"/>
              </a:rPr>
              <a:t>"</a:t>
            </a:r>
            <a:r>
              <a:rPr lang="en-US" altLang="zh-CN" sz="2400" dirty="0" err="1">
                <a:solidFill>
                  <a:srgbClr val="448C27"/>
                </a:solidFill>
                <a:latin typeface="+mj-lt"/>
              </a:rPr>
              <a:t>phonenumber</a:t>
            </a:r>
            <a:r>
              <a:rPr lang="en-US" altLang="zh-CN" sz="2400" dirty="0">
                <a:solidFill>
                  <a:srgbClr val="777777"/>
                </a:solidFill>
                <a:latin typeface="+mj-lt"/>
              </a:rPr>
              <a:t>":</a:t>
            </a:r>
            <a:r>
              <a:rPr lang="en-US" altLang="zh-CN" sz="2400" dirty="0">
                <a:solidFill>
                  <a:srgbClr val="333333"/>
                </a:solidFill>
                <a:latin typeface="+mj-lt"/>
              </a:rPr>
              <a:t> </a:t>
            </a:r>
            <a:r>
              <a:rPr lang="en-US" altLang="zh-CN" sz="2400" dirty="0">
                <a:solidFill>
                  <a:srgbClr val="777777"/>
                </a:solidFill>
                <a:latin typeface="+mj-lt"/>
              </a:rPr>
              <a:t>"</a:t>
            </a:r>
            <a:r>
              <a:rPr lang="en-US" altLang="zh-CN" sz="2400" dirty="0">
                <a:solidFill>
                  <a:srgbClr val="448C27"/>
                </a:solidFill>
                <a:latin typeface="+mj-lt"/>
              </a:rPr>
              <a:t>13988776655</a:t>
            </a:r>
            <a:r>
              <a:rPr lang="en-US" altLang="zh-CN" sz="2400" dirty="0">
                <a:solidFill>
                  <a:srgbClr val="777777"/>
                </a:solidFill>
              </a:rPr>
              <a:t>"</a:t>
            </a:r>
            <a:endParaRPr lang="en-US" altLang="zh-CN" sz="2400" dirty="0">
              <a:solidFill>
                <a:srgbClr val="777777"/>
              </a:solidFill>
              <a:latin typeface="+mj-lt"/>
            </a:endParaRPr>
          </a:p>
          <a:p>
            <a:r>
              <a:rPr lang="en-US" altLang="zh-CN" sz="2400" dirty="0">
                <a:solidFill>
                  <a:srgbClr val="333333"/>
                </a:solidFill>
              </a:rPr>
              <a:t>    </a:t>
            </a:r>
            <a:r>
              <a:rPr lang="en-US" altLang="zh-CN" sz="2400" dirty="0">
                <a:solidFill>
                  <a:srgbClr val="777777"/>
                </a:solidFill>
              </a:rPr>
              <a:t>"</a:t>
            </a:r>
            <a:r>
              <a:rPr lang="en-US" altLang="zh-CN" sz="2400" dirty="0">
                <a:solidFill>
                  <a:srgbClr val="448C27"/>
                </a:solidFill>
              </a:rPr>
              <a:t>city</a:t>
            </a:r>
            <a:r>
              <a:rPr lang="en-US" altLang="zh-CN" sz="2400" dirty="0">
                <a:solidFill>
                  <a:srgbClr val="777777"/>
                </a:solidFill>
              </a:rPr>
              <a:t>":</a:t>
            </a:r>
            <a:r>
              <a:rPr lang="en-US" altLang="zh-CN" sz="2400" dirty="0">
                <a:solidFill>
                  <a:srgbClr val="333333"/>
                </a:solidFill>
              </a:rPr>
              <a:t> </a:t>
            </a:r>
            <a:r>
              <a:rPr lang="en-US" altLang="zh-CN" sz="2400" dirty="0">
                <a:solidFill>
                  <a:srgbClr val="777777"/>
                </a:solidFill>
              </a:rPr>
              <a:t>"</a:t>
            </a:r>
            <a:r>
              <a:rPr lang="zh-CN" altLang="en-US" sz="2400" dirty="0">
                <a:solidFill>
                  <a:srgbClr val="448C27"/>
                </a:solidFill>
              </a:rPr>
              <a:t>武汉</a:t>
            </a:r>
            <a:r>
              <a:rPr lang="en-US" altLang="zh-CN" sz="2400" dirty="0">
                <a:solidFill>
                  <a:srgbClr val="777777"/>
                </a:solidFill>
              </a:rPr>
              <a:t>",</a:t>
            </a:r>
            <a:endParaRPr lang="en-US" altLang="zh-CN" sz="2400" kern="0" dirty="0">
              <a:solidFill>
                <a:schemeClr val="dk1"/>
              </a:solidFill>
              <a:latin typeface="+mj-lt"/>
              <a:ea typeface="+mn-ea"/>
              <a:cs typeface="+mn-cs"/>
            </a:endParaRPr>
          </a:p>
          <a:p>
            <a:r>
              <a:rPr lang="en-US" altLang="zh-CN" sz="2400" dirty="0">
                <a:solidFill>
                  <a:srgbClr val="777777"/>
                </a:solidFill>
                <a:latin typeface="+mj-lt"/>
              </a:rPr>
              <a:t>}</a:t>
            </a:r>
            <a:endParaRPr lang="en-US" altLang="zh-CN" sz="2400" dirty="0">
              <a:solidFill>
                <a:srgbClr val="333333"/>
              </a:solidFill>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7.3</a:t>
            </a:r>
            <a:endParaRPr lang="zh-CN" altLang="en-US" dirty="0"/>
          </a:p>
        </p:txBody>
      </p:sp>
      <p:sp>
        <p:nvSpPr>
          <p:cNvPr id="3" name="标题 2"/>
          <p:cNvSpPr>
            <a:spLocks noGrp="1"/>
          </p:cNvSpPr>
          <p:nvPr>
            <p:ph type="title"/>
          </p:nvPr>
        </p:nvSpPr>
        <p:spPr/>
        <p:txBody>
          <a:bodyPr/>
          <a:lstStyle/>
          <a:p>
            <a:r>
              <a:rPr lang="en-US" altLang="zh-CN" dirty="0"/>
              <a:t>JSON </a:t>
            </a:r>
            <a:r>
              <a:rPr lang="zh-CN" altLang="en-US" dirty="0"/>
              <a:t>文件</a:t>
            </a:r>
            <a:endParaRPr lang="zh-CN" altLang="en-US" dirty="0"/>
          </a:p>
        </p:txBody>
      </p:sp>
      <p:sp>
        <p:nvSpPr>
          <p:cNvPr id="2" name="内容占位符 1"/>
          <p:cNvSpPr txBox="1"/>
          <p:nvPr/>
        </p:nvSpPr>
        <p:spPr>
          <a:xfrm>
            <a:off x="780061" y="1073484"/>
            <a:ext cx="10631877" cy="637638"/>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50000"/>
              </a:lnSpc>
              <a:spcBef>
                <a:spcPts val="500"/>
              </a:spcBef>
              <a:defRPr/>
            </a:pPr>
            <a:r>
              <a:rPr lang="zh-CN" altLang="en-US" sz="2400" dirty="0">
                <a:solidFill>
                  <a:sysClr val="windowText" lastClr="000000"/>
                </a:solidFill>
                <a:latin typeface="微软雅黑" panose="020B0503020204020204" pitchFamily="34" charset="-122"/>
                <a:ea typeface="微软雅黑" panose="020B0503020204020204" pitchFamily="34" charset="-122"/>
              </a:rPr>
              <a:t>相反地操作，便可以将 </a:t>
            </a:r>
            <a:r>
              <a:rPr lang="en-US" altLang="zh-CN" sz="2400" dirty="0">
                <a:solidFill>
                  <a:sysClr val="windowText" lastClr="000000"/>
                </a:solidFill>
                <a:latin typeface="微软雅黑" panose="020B0503020204020204" pitchFamily="34" charset="-122"/>
                <a:ea typeface="微软雅黑" panose="020B0503020204020204" pitchFamily="34" charset="-122"/>
              </a:rPr>
              <a:t>JSON </a:t>
            </a:r>
            <a:r>
              <a:rPr lang="zh-CN" altLang="en-US" sz="2400" dirty="0">
                <a:solidFill>
                  <a:sysClr val="windowText" lastClr="000000"/>
                </a:solidFill>
                <a:latin typeface="微软雅黑" panose="020B0503020204020204" pitchFamily="34" charset="-122"/>
                <a:ea typeface="微软雅黑" panose="020B0503020204020204" pitchFamily="34" charset="-122"/>
              </a:rPr>
              <a:t>格式数据转为 </a:t>
            </a:r>
            <a:r>
              <a:rPr lang="en-US" altLang="zh-CN" sz="2400" dirty="0">
                <a:solidFill>
                  <a:sysClr val="windowText" lastClr="000000"/>
                </a:solidFill>
                <a:latin typeface="微软雅黑" panose="020B0503020204020204" pitchFamily="34" charset="-122"/>
                <a:ea typeface="微软雅黑" panose="020B0503020204020204" pitchFamily="34" charset="-122"/>
              </a:rPr>
              <a:t>Python </a:t>
            </a:r>
            <a:r>
              <a:rPr lang="zh-CN" altLang="en-US" sz="2400" dirty="0">
                <a:solidFill>
                  <a:sysClr val="windowText" lastClr="000000"/>
                </a:solidFill>
                <a:latin typeface="微软雅黑" panose="020B0503020204020204" pitchFamily="34" charset="-122"/>
                <a:ea typeface="微软雅黑" panose="020B0503020204020204" pitchFamily="34" charset="-122"/>
              </a:rPr>
              <a:t>的数据类型。</a:t>
            </a:r>
            <a:endParaRPr lang="en-US" altLang="zh-CN" sz="2400" dirty="0">
              <a:solidFill>
                <a:sysClr val="windowText" lastClr="000000"/>
              </a:solidFill>
              <a:latin typeface="微软雅黑" panose="020B0503020204020204" pitchFamily="34" charset="-122"/>
              <a:ea typeface="微软雅黑" panose="020B0503020204020204" pitchFamily="34" charset="-122"/>
            </a:endParaRPr>
          </a:p>
        </p:txBody>
      </p:sp>
      <p:sp>
        <p:nvSpPr>
          <p:cNvPr id="5" name="内容占位符 5"/>
          <p:cNvSpPr txBox="1"/>
          <p:nvPr/>
        </p:nvSpPr>
        <p:spPr>
          <a:xfrm>
            <a:off x="780061" y="1832337"/>
            <a:ext cx="10631877" cy="4737139"/>
          </a:xfrm>
          <a:prstGeom prst="roundRect">
            <a:avLst>
              <a:gd name="adj" fmla="val 10427"/>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dirty="0">
                <a:solidFill>
                  <a:srgbClr val="4B69C6"/>
                </a:solidFill>
                <a:latin typeface="+mj-lt"/>
              </a:rPr>
              <a:t>import</a:t>
            </a:r>
            <a:r>
              <a:rPr lang="en-US" altLang="zh-CN" dirty="0">
                <a:solidFill>
                  <a:srgbClr val="333333"/>
                </a:solidFill>
                <a:latin typeface="+mj-lt"/>
              </a:rPr>
              <a:t> </a:t>
            </a:r>
            <a:r>
              <a:rPr lang="en-US" altLang="zh-CN" b="1" dirty="0" err="1">
                <a:solidFill>
                  <a:srgbClr val="7A3E9D"/>
                </a:solidFill>
                <a:latin typeface="+mj-lt"/>
              </a:rPr>
              <a:t>json</a:t>
            </a:r>
            <a:endParaRPr lang="en-US" altLang="zh-CN" dirty="0">
              <a:solidFill>
                <a:srgbClr val="333333"/>
              </a:solidFill>
              <a:latin typeface="+mj-lt"/>
            </a:endParaRPr>
          </a:p>
          <a:p>
            <a:r>
              <a:rPr lang="en-US" altLang="zh-CN" dirty="0">
                <a:solidFill>
                  <a:srgbClr val="333333"/>
                </a:solidFill>
                <a:latin typeface="+mj-lt"/>
              </a:rPr>
              <a:t> </a:t>
            </a:r>
            <a:endParaRPr lang="en-US" altLang="zh-CN" dirty="0">
              <a:solidFill>
                <a:srgbClr val="333333"/>
              </a:solidFill>
              <a:latin typeface="+mj-lt"/>
            </a:endParaRPr>
          </a:p>
          <a:p>
            <a:r>
              <a:rPr lang="en-US" altLang="zh-CN" dirty="0">
                <a:solidFill>
                  <a:srgbClr val="4B69C6"/>
                </a:solidFill>
                <a:latin typeface="+mj-lt"/>
              </a:rPr>
              <a:t>with</a:t>
            </a:r>
            <a:r>
              <a:rPr lang="en-US" altLang="zh-CN" dirty="0">
                <a:solidFill>
                  <a:srgbClr val="333333"/>
                </a:solidFill>
                <a:latin typeface="+mj-lt"/>
              </a:rPr>
              <a:t> </a:t>
            </a:r>
            <a:r>
              <a:rPr lang="en-US" altLang="zh-CN" b="1" dirty="0">
                <a:solidFill>
                  <a:srgbClr val="AA3731"/>
                </a:solidFill>
                <a:latin typeface="+mj-lt"/>
              </a:rPr>
              <a:t>open</a:t>
            </a:r>
            <a:r>
              <a:rPr lang="en-US" altLang="zh-CN" dirty="0">
                <a:solidFill>
                  <a:srgbClr val="777777"/>
                </a:solidFill>
                <a:latin typeface="+mj-lt"/>
              </a:rPr>
              <a:t>("</a:t>
            </a:r>
            <a:r>
              <a:rPr lang="en-US" altLang="zh-CN" dirty="0" err="1">
                <a:solidFill>
                  <a:srgbClr val="448C27"/>
                </a:solidFill>
                <a:latin typeface="+mj-lt"/>
              </a:rPr>
              <a:t>test.json</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448C27"/>
                </a:solidFill>
                <a:latin typeface="+mj-lt"/>
              </a:rPr>
              <a:t>r</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encoding</a:t>
            </a:r>
            <a:r>
              <a:rPr lang="en-US" altLang="zh-CN" dirty="0">
                <a:solidFill>
                  <a:srgbClr val="777777"/>
                </a:solidFill>
                <a:latin typeface="+mj-lt"/>
              </a:rPr>
              <a:t>='</a:t>
            </a:r>
            <a:r>
              <a:rPr lang="en-US" altLang="zh-CN" dirty="0">
                <a:solidFill>
                  <a:srgbClr val="448C27"/>
                </a:solidFill>
                <a:latin typeface="+mj-lt"/>
              </a:rPr>
              <a:t>utf-8</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4B69C6"/>
                </a:solidFill>
                <a:latin typeface="+mj-lt"/>
              </a:rPr>
              <a:t>as</a:t>
            </a:r>
            <a:r>
              <a:rPr lang="en-US" altLang="zh-CN" dirty="0">
                <a:solidFill>
                  <a:srgbClr val="333333"/>
                </a:solidFill>
                <a:latin typeface="+mj-lt"/>
              </a:rPr>
              <a:t> </a:t>
            </a:r>
            <a:r>
              <a:rPr lang="en-US" altLang="zh-CN" dirty="0">
                <a:solidFill>
                  <a:srgbClr val="7A3E9D"/>
                </a:solidFill>
                <a:latin typeface="+mj-lt"/>
              </a:rPr>
              <a:t>f</a:t>
            </a:r>
            <a:r>
              <a:rPr lang="en-US" altLang="zh-CN" dirty="0">
                <a:solidFill>
                  <a:srgbClr val="777777"/>
                </a:solidFill>
                <a:latin typeface="+mj-lt"/>
              </a:rPr>
              <a:t>:</a:t>
            </a:r>
            <a:endParaRPr lang="en-US" altLang="zh-CN" dirty="0">
              <a:solidFill>
                <a:srgbClr val="333333"/>
              </a:solidFill>
              <a:latin typeface="+mj-lt"/>
            </a:endParaRPr>
          </a:p>
          <a:p>
            <a:r>
              <a:rPr lang="en-US" altLang="zh-CN" dirty="0">
                <a:solidFill>
                  <a:srgbClr val="333333"/>
                </a:solidFill>
                <a:latin typeface="+mj-lt"/>
              </a:rPr>
              <a:t>    </a:t>
            </a:r>
            <a:r>
              <a:rPr lang="en-US" altLang="zh-CN" dirty="0" err="1">
                <a:solidFill>
                  <a:srgbClr val="7A3E9D"/>
                </a:solidFill>
                <a:latin typeface="+mj-lt"/>
              </a:rPr>
              <a:t>dataPython</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b="1" dirty="0" err="1">
                <a:solidFill>
                  <a:srgbClr val="7A3E9D"/>
                </a:solidFill>
                <a:latin typeface="+mj-lt"/>
              </a:rPr>
              <a:t>json</a:t>
            </a:r>
            <a:r>
              <a:rPr lang="en-US" altLang="zh-CN" dirty="0" err="1">
                <a:solidFill>
                  <a:srgbClr val="777777"/>
                </a:solidFill>
                <a:latin typeface="+mj-lt"/>
              </a:rPr>
              <a:t>.</a:t>
            </a:r>
            <a:r>
              <a:rPr lang="en-US" altLang="zh-CN" b="1" dirty="0" err="1">
                <a:solidFill>
                  <a:srgbClr val="AA3731"/>
                </a:solidFill>
                <a:latin typeface="+mj-lt"/>
              </a:rPr>
              <a:t>load</a:t>
            </a:r>
            <a:r>
              <a:rPr lang="en-US" altLang="zh-CN" dirty="0">
                <a:solidFill>
                  <a:srgbClr val="777777"/>
                </a:solidFill>
                <a:latin typeface="+mj-lt"/>
              </a:rPr>
              <a:t>(</a:t>
            </a:r>
            <a:r>
              <a:rPr lang="en-US" altLang="zh-CN" dirty="0">
                <a:solidFill>
                  <a:srgbClr val="7A3E9D"/>
                </a:solidFill>
                <a:latin typeface="+mj-lt"/>
              </a:rPr>
              <a:t>f</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将 </a:t>
            </a:r>
            <a:r>
              <a:rPr lang="en-US" altLang="zh-CN" dirty="0">
                <a:solidFill>
                  <a:srgbClr val="AAAAAA"/>
                </a:solidFill>
                <a:latin typeface="+mj-lt"/>
              </a:rPr>
              <a:t>f </a:t>
            </a:r>
            <a:r>
              <a:rPr lang="zh-CN" altLang="en-US" dirty="0">
                <a:solidFill>
                  <a:srgbClr val="AAAAAA"/>
                </a:solidFill>
                <a:latin typeface="+mj-lt"/>
              </a:rPr>
              <a:t>中的 </a:t>
            </a:r>
            <a:r>
              <a:rPr lang="en-US" altLang="zh-CN" dirty="0" err="1">
                <a:solidFill>
                  <a:srgbClr val="AAAAAA"/>
                </a:solidFill>
                <a:latin typeface="+mj-lt"/>
              </a:rPr>
              <a:t>json</a:t>
            </a:r>
            <a:r>
              <a:rPr lang="en-US" altLang="zh-CN" dirty="0">
                <a:solidFill>
                  <a:srgbClr val="AAAAAA"/>
                </a:solidFill>
                <a:latin typeface="+mj-lt"/>
              </a:rPr>
              <a:t> </a:t>
            </a:r>
            <a:r>
              <a:rPr lang="zh-CN" altLang="en-US" dirty="0">
                <a:solidFill>
                  <a:srgbClr val="AAAAAA"/>
                </a:solidFill>
                <a:latin typeface="+mj-lt"/>
              </a:rPr>
              <a:t>数据解码为 </a:t>
            </a:r>
            <a:r>
              <a:rPr lang="en-US" altLang="zh-CN" dirty="0">
                <a:solidFill>
                  <a:srgbClr val="AAAAAA"/>
                </a:solidFill>
                <a:latin typeface="+mj-lt"/>
              </a:rPr>
              <a:t>python </a:t>
            </a:r>
            <a:r>
              <a:rPr lang="zh-CN" altLang="en-US" dirty="0">
                <a:solidFill>
                  <a:srgbClr val="AAAAAA"/>
                </a:solidFill>
                <a:latin typeface="+mj-lt"/>
              </a:rPr>
              <a:t>中字典</a:t>
            </a:r>
            <a:endParaRPr lang="zh-CN" altLang="en-US" dirty="0">
              <a:solidFill>
                <a:srgbClr val="333333"/>
              </a:solidFill>
              <a:latin typeface="+mj-lt"/>
            </a:endParaRPr>
          </a:p>
          <a:p>
            <a:r>
              <a:rPr lang="en-US" altLang="zh-CN" b="1" dirty="0">
                <a:solidFill>
                  <a:srgbClr val="AA3731"/>
                </a:solidFill>
                <a:latin typeface="+mj-lt"/>
              </a:rPr>
              <a:t>print</a:t>
            </a:r>
            <a:r>
              <a:rPr lang="en-US" altLang="zh-CN" dirty="0">
                <a:solidFill>
                  <a:srgbClr val="777777"/>
                </a:solidFill>
                <a:latin typeface="+mj-lt"/>
              </a:rPr>
              <a:t>(</a:t>
            </a:r>
            <a:r>
              <a:rPr lang="en-US" altLang="zh-CN" dirty="0" err="1">
                <a:solidFill>
                  <a:srgbClr val="7A3E9D"/>
                </a:solidFill>
                <a:latin typeface="+mj-lt"/>
              </a:rPr>
              <a:t>dataPython</a:t>
            </a:r>
            <a:r>
              <a:rPr lang="en-US" altLang="zh-CN" dirty="0">
                <a:solidFill>
                  <a:srgbClr val="777777"/>
                </a:solidFill>
                <a:latin typeface="+mj-lt"/>
              </a:rPr>
              <a:t>)</a:t>
            </a:r>
            <a:r>
              <a:rPr lang="en-US" altLang="zh-CN" dirty="0">
                <a:solidFill>
                  <a:srgbClr val="333333"/>
                </a:solidFill>
                <a:latin typeface="+mj-lt"/>
              </a:rPr>
              <a:t>              </a:t>
            </a:r>
            <a:endParaRPr lang="en-US" altLang="zh-CN" dirty="0">
              <a:solidFill>
                <a:srgbClr val="333333"/>
              </a:solidFill>
              <a:latin typeface="+mj-lt"/>
            </a:endParaRPr>
          </a:p>
          <a:p>
            <a:r>
              <a:rPr lang="en-US" altLang="zh-CN" dirty="0">
                <a:solidFill>
                  <a:srgbClr val="AAAAAA"/>
                </a:solidFill>
                <a:latin typeface="+mj-lt"/>
              </a:rPr>
              <a:t># {'name': '</a:t>
            </a:r>
            <a:r>
              <a:rPr lang="zh-CN" altLang="en-US" dirty="0">
                <a:solidFill>
                  <a:srgbClr val="AAAAAA"/>
                </a:solidFill>
                <a:latin typeface="+mj-lt"/>
              </a:rPr>
              <a:t>李立</a:t>
            </a:r>
            <a:r>
              <a:rPr lang="en-US" altLang="zh-CN" dirty="0">
                <a:solidFill>
                  <a:srgbClr val="AAAAAA"/>
                </a:solidFill>
                <a:latin typeface="+mj-lt"/>
              </a:rPr>
              <a:t>', '</a:t>
            </a:r>
            <a:r>
              <a:rPr lang="en-US" altLang="zh-CN" dirty="0" err="1">
                <a:solidFill>
                  <a:srgbClr val="AAAAAA"/>
                </a:solidFill>
                <a:latin typeface="+mj-lt"/>
              </a:rPr>
              <a:t>phonenumber</a:t>
            </a:r>
            <a:r>
              <a:rPr lang="en-US" altLang="zh-CN" dirty="0">
                <a:solidFill>
                  <a:srgbClr val="AAAAAA"/>
                </a:solidFill>
                <a:latin typeface="+mj-lt"/>
              </a:rPr>
              <a:t>': '13988776655', 'city': '</a:t>
            </a:r>
            <a:r>
              <a:rPr lang="zh-CN" altLang="en-US" dirty="0">
                <a:solidFill>
                  <a:srgbClr val="AAAAAA"/>
                </a:solidFill>
                <a:latin typeface="+mj-lt"/>
              </a:rPr>
              <a:t>武汉</a:t>
            </a:r>
            <a:r>
              <a:rPr lang="en-US" altLang="zh-CN" dirty="0">
                <a:solidFill>
                  <a:srgbClr val="AAAAAA"/>
                </a:solidFill>
                <a:latin typeface="+mj-lt"/>
              </a:rPr>
              <a:t>'} </a:t>
            </a:r>
            <a:endParaRPr lang="zh-CN" altLang="en-US" dirty="0">
              <a:solidFill>
                <a:srgbClr val="333333"/>
              </a:solidFill>
              <a:latin typeface="+mj-lt"/>
            </a:endParaRPr>
          </a:p>
          <a:p>
            <a:br>
              <a:rPr lang="zh-CN" altLang="en-US" dirty="0">
                <a:solidFill>
                  <a:srgbClr val="333333"/>
                </a:solidFill>
                <a:latin typeface="+mj-lt"/>
              </a:rPr>
            </a:br>
            <a:r>
              <a:rPr lang="en-US" altLang="zh-CN" dirty="0">
                <a:solidFill>
                  <a:srgbClr val="AAAAAA"/>
                </a:solidFill>
                <a:latin typeface="+mj-lt"/>
              </a:rPr>
              <a:t># </a:t>
            </a:r>
            <a:r>
              <a:rPr lang="zh-CN" altLang="en-US" dirty="0">
                <a:solidFill>
                  <a:srgbClr val="AAAAAA"/>
                </a:solidFill>
                <a:latin typeface="+mj-lt"/>
              </a:rPr>
              <a:t>包含 </a:t>
            </a:r>
            <a:r>
              <a:rPr lang="en-US" altLang="zh-CN" dirty="0">
                <a:solidFill>
                  <a:srgbClr val="AAAAAA"/>
                </a:solidFill>
                <a:latin typeface="+mj-lt"/>
              </a:rPr>
              <a:t>JSON </a:t>
            </a:r>
            <a:r>
              <a:rPr lang="zh-CN" altLang="en-US" dirty="0">
                <a:solidFill>
                  <a:srgbClr val="AAAAAA"/>
                </a:solidFill>
                <a:latin typeface="+mj-lt"/>
              </a:rPr>
              <a:t>格式数据的字符串</a:t>
            </a:r>
            <a:endParaRPr lang="zh-CN" altLang="en-US" dirty="0">
              <a:solidFill>
                <a:srgbClr val="333333"/>
              </a:solidFill>
              <a:latin typeface="+mj-lt"/>
            </a:endParaRPr>
          </a:p>
          <a:p>
            <a:r>
              <a:rPr lang="en-US" altLang="zh-CN" dirty="0">
                <a:solidFill>
                  <a:srgbClr val="7A3E9D"/>
                </a:solidFill>
                <a:latin typeface="+mj-lt"/>
              </a:rPr>
              <a:t>data</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448C27"/>
                </a:solidFill>
                <a:latin typeface="+mj-lt"/>
              </a:rPr>
              <a:t>{"name": "</a:t>
            </a:r>
            <a:r>
              <a:rPr lang="zh-CN" altLang="en-US" dirty="0">
                <a:solidFill>
                  <a:srgbClr val="448C27"/>
                </a:solidFill>
                <a:latin typeface="+mj-lt"/>
              </a:rPr>
              <a:t>李立</a:t>
            </a:r>
            <a:r>
              <a:rPr lang="en-US" altLang="zh-CN" dirty="0">
                <a:solidFill>
                  <a:srgbClr val="448C27"/>
                </a:solidFill>
                <a:latin typeface="+mj-lt"/>
              </a:rPr>
              <a:t>", "</a:t>
            </a:r>
            <a:r>
              <a:rPr lang="en-US" altLang="zh-CN" dirty="0" err="1">
                <a:solidFill>
                  <a:srgbClr val="448C27"/>
                </a:solidFill>
                <a:latin typeface="+mj-lt"/>
              </a:rPr>
              <a:t>phonenumber</a:t>
            </a:r>
            <a:r>
              <a:rPr lang="en-US" altLang="zh-CN" dirty="0">
                <a:solidFill>
                  <a:srgbClr val="448C27"/>
                </a:solidFill>
                <a:latin typeface="+mj-lt"/>
              </a:rPr>
              <a:t>": "13988776655", "city": "</a:t>
            </a:r>
            <a:r>
              <a:rPr lang="zh-CN" altLang="en-US" dirty="0">
                <a:solidFill>
                  <a:srgbClr val="448C27"/>
                </a:solidFill>
                <a:latin typeface="+mj-lt"/>
              </a:rPr>
              <a:t>武汉</a:t>
            </a:r>
            <a:r>
              <a:rPr lang="en-US" altLang="zh-CN" dirty="0">
                <a:solidFill>
                  <a:srgbClr val="448C27"/>
                </a:solidFill>
                <a:latin typeface="+mj-lt"/>
              </a:rPr>
              <a:t>"}</a:t>
            </a:r>
            <a:r>
              <a:rPr lang="en-US" altLang="zh-CN" dirty="0">
                <a:solidFill>
                  <a:srgbClr val="777777"/>
                </a:solidFill>
                <a:latin typeface="+mj-lt"/>
              </a:rPr>
              <a:t>'</a:t>
            </a:r>
            <a:r>
              <a:rPr lang="zh-CN" altLang="en-US" dirty="0">
                <a:solidFill>
                  <a:srgbClr val="333333"/>
                </a:solidFill>
                <a:latin typeface="+mj-lt"/>
              </a:rPr>
              <a:t> </a:t>
            </a:r>
            <a:endParaRPr lang="zh-CN" altLang="en-US" dirty="0">
              <a:solidFill>
                <a:srgbClr val="333333"/>
              </a:solidFill>
              <a:latin typeface="+mj-lt"/>
            </a:endParaRPr>
          </a:p>
          <a:p>
            <a:r>
              <a:rPr lang="en-US" altLang="zh-CN" b="1" dirty="0">
                <a:solidFill>
                  <a:srgbClr val="AA3731"/>
                </a:solidFill>
                <a:latin typeface="+mj-lt"/>
              </a:rPr>
              <a:t>print</a:t>
            </a:r>
            <a:r>
              <a:rPr lang="en-US" altLang="zh-CN" dirty="0">
                <a:solidFill>
                  <a:srgbClr val="777777"/>
                </a:solidFill>
                <a:latin typeface="+mj-lt"/>
              </a:rPr>
              <a:t>(</a:t>
            </a:r>
            <a:r>
              <a:rPr lang="en-US" altLang="zh-CN" b="1" dirty="0" err="1">
                <a:solidFill>
                  <a:srgbClr val="7A3E9D"/>
                </a:solidFill>
                <a:latin typeface="+mj-lt"/>
              </a:rPr>
              <a:t>json</a:t>
            </a:r>
            <a:r>
              <a:rPr lang="en-US" altLang="zh-CN" dirty="0" err="1">
                <a:solidFill>
                  <a:srgbClr val="777777"/>
                </a:solidFill>
                <a:latin typeface="+mj-lt"/>
              </a:rPr>
              <a:t>.</a:t>
            </a:r>
            <a:r>
              <a:rPr lang="en-US" altLang="zh-CN" b="1" dirty="0" err="1">
                <a:solidFill>
                  <a:srgbClr val="AA3731"/>
                </a:solidFill>
                <a:latin typeface="+mj-lt"/>
              </a:rPr>
              <a:t>loads</a:t>
            </a:r>
            <a:r>
              <a:rPr lang="en-US" altLang="zh-CN" dirty="0">
                <a:solidFill>
                  <a:srgbClr val="777777"/>
                </a:solidFill>
                <a:latin typeface="+mj-lt"/>
              </a:rPr>
              <a:t>(</a:t>
            </a:r>
            <a:r>
              <a:rPr lang="en-US" altLang="zh-CN" dirty="0">
                <a:solidFill>
                  <a:srgbClr val="7A3E9D"/>
                </a:solidFill>
                <a:latin typeface="+mj-lt"/>
              </a:rPr>
              <a:t>data</a:t>
            </a:r>
            <a:r>
              <a:rPr lang="en-US" altLang="zh-CN" dirty="0">
                <a:solidFill>
                  <a:srgbClr val="777777"/>
                </a:solidFill>
                <a:latin typeface="+mj-lt"/>
              </a:rPr>
              <a:t>))</a:t>
            </a:r>
            <a:r>
              <a:rPr lang="en-US" altLang="zh-CN" dirty="0">
                <a:solidFill>
                  <a:srgbClr val="333333"/>
                </a:solidFill>
                <a:latin typeface="+mj-lt"/>
              </a:rPr>
              <a:t>  </a:t>
            </a:r>
            <a:endParaRPr lang="en-US" altLang="zh-CN" dirty="0">
              <a:solidFill>
                <a:srgbClr val="333333"/>
              </a:solidFill>
              <a:latin typeface="+mj-lt"/>
            </a:endParaRPr>
          </a:p>
          <a:p>
            <a:r>
              <a:rPr lang="en-US" altLang="zh-CN" dirty="0">
                <a:solidFill>
                  <a:srgbClr val="AAAAAA"/>
                </a:solidFill>
                <a:latin typeface="+mj-lt"/>
              </a:rPr>
              <a:t># </a:t>
            </a:r>
            <a:r>
              <a:rPr lang="zh-CN" altLang="en-US" dirty="0">
                <a:solidFill>
                  <a:srgbClr val="AAAAAA"/>
                </a:solidFill>
                <a:latin typeface="+mj-lt"/>
              </a:rPr>
              <a:t>字典</a:t>
            </a:r>
            <a:r>
              <a:rPr lang="en-US" altLang="zh-CN" dirty="0">
                <a:solidFill>
                  <a:srgbClr val="AAAAAA"/>
                </a:solidFill>
                <a:latin typeface="+mj-lt"/>
              </a:rPr>
              <a:t>{'name': '</a:t>
            </a:r>
            <a:r>
              <a:rPr lang="zh-CN" altLang="en-US" dirty="0">
                <a:solidFill>
                  <a:srgbClr val="AAAAAA"/>
                </a:solidFill>
                <a:latin typeface="+mj-lt"/>
              </a:rPr>
              <a:t>李立</a:t>
            </a:r>
            <a:r>
              <a:rPr lang="en-US" altLang="zh-CN" dirty="0">
                <a:solidFill>
                  <a:srgbClr val="AAAAAA"/>
                </a:solidFill>
                <a:latin typeface="+mj-lt"/>
              </a:rPr>
              <a:t>', '</a:t>
            </a:r>
            <a:r>
              <a:rPr lang="en-US" altLang="zh-CN" dirty="0" err="1">
                <a:solidFill>
                  <a:srgbClr val="AAAAAA"/>
                </a:solidFill>
                <a:latin typeface="+mj-lt"/>
              </a:rPr>
              <a:t>phonenumber</a:t>
            </a:r>
            <a:r>
              <a:rPr lang="en-US" altLang="zh-CN" dirty="0">
                <a:solidFill>
                  <a:srgbClr val="AAAAAA"/>
                </a:solidFill>
                <a:latin typeface="+mj-lt"/>
              </a:rPr>
              <a:t>': '13988776655', 'city': '</a:t>
            </a:r>
            <a:r>
              <a:rPr lang="zh-CN" altLang="en-US" dirty="0">
                <a:solidFill>
                  <a:srgbClr val="AAAAAA"/>
                </a:solidFill>
                <a:latin typeface="+mj-lt"/>
              </a:rPr>
              <a:t>武汉</a:t>
            </a:r>
            <a:r>
              <a:rPr lang="en-US" altLang="zh-CN" dirty="0">
                <a:solidFill>
                  <a:srgbClr val="AAAAAA"/>
                </a:solidFill>
                <a:latin typeface="+mj-lt"/>
              </a:rPr>
              <a:t>'}</a:t>
            </a:r>
            <a:endParaRPr lang="zh-CN" altLang="en-US" dirty="0">
              <a:solidFill>
                <a:srgbClr val="333333"/>
              </a:solidFill>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7.3</a:t>
            </a:r>
            <a:endParaRPr lang="zh-CN" altLang="en-US" dirty="0"/>
          </a:p>
        </p:txBody>
      </p:sp>
      <p:sp>
        <p:nvSpPr>
          <p:cNvPr id="3" name="标题 2"/>
          <p:cNvSpPr>
            <a:spLocks noGrp="1"/>
          </p:cNvSpPr>
          <p:nvPr>
            <p:ph type="title"/>
          </p:nvPr>
        </p:nvSpPr>
        <p:spPr/>
        <p:txBody>
          <a:bodyPr/>
          <a:lstStyle/>
          <a:p>
            <a:r>
              <a:rPr lang="en-US" altLang="zh-CN" dirty="0"/>
              <a:t>JSON </a:t>
            </a:r>
            <a:r>
              <a:rPr lang="zh-CN" altLang="en-US" dirty="0"/>
              <a:t>文件</a:t>
            </a:r>
            <a:endParaRPr lang="zh-CN" altLang="en-US" dirty="0"/>
          </a:p>
        </p:txBody>
      </p:sp>
      <p:sp>
        <p:nvSpPr>
          <p:cNvPr id="2" name="内容占位符 1"/>
          <p:cNvSpPr txBox="1"/>
          <p:nvPr/>
        </p:nvSpPr>
        <p:spPr>
          <a:xfrm>
            <a:off x="780062" y="1545432"/>
            <a:ext cx="10458210" cy="3636168"/>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50000"/>
              </a:lnSpc>
              <a:spcBef>
                <a:spcPts val="500"/>
              </a:spcBef>
              <a:defRPr/>
            </a:pPr>
            <a:r>
              <a:rPr lang="zh-CN" altLang="en-US" sz="2400" dirty="0">
                <a:solidFill>
                  <a:sysClr val="windowText" lastClr="000000"/>
                </a:solidFill>
                <a:latin typeface="微软雅黑" panose="020B0503020204020204" pitchFamily="34" charset="-122"/>
                <a:ea typeface="微软雅黑" panose="020B0503020204020204" pitchFamily="34" charset="-122"/>
              </a:rPr>
              <a:t>注意：</a:t>
            </a:r>
            <a:endParaRPr lang="en-US" altLang="zh-CN" sz="2400" dirty="0">
              <a:solidFill>
                <a:sysClr val="windowText" lastClr="000000"/>
              </a:solidFill>
              <a:latin typeface="微软雅黑" panose="020B0503020204020204" pitchFamily="34" charset="-122"/>
              <a:ea typeface="微软雅黑" panose="020B0503020204020204" pitchFamily="34" charset="-122"/>
            </a:endParaRPr>
          </a:p>
          <a:p>
            <a:pPr>
              <a:lnSpc>
                <a:spcPct val="150000"/>
              </a:lnSpc>
              <a:spcBef>
                <a:spcPts val="500"/>
              </a:spcBef>
              <a:defRPr/>
            </a:pPr>
            <a:r>
              <a:rPr lang="en-US" altLang="zh-CN" sz="2400" dirty="0">
                <a:solidFill>
                  <a:sysClr val="windowText" lastClr="000000"/>
                </a:solidFill>
                <a:latin typeface="微软雅黑" panose="020B0503020204020204" pitchFamily="34" charset="-122"/>
                <a:ea typeface="微软雅黑" panose="020B0503020204020204" pitchFamily="34" charset="-122"/>
              </a:rPr>
              <a:t>data </a:t>
            </a:r>
            <a:r>
              <a:rPr lang="zh-CN" altLang="en-US" sz="2400" dirty="0">
                <a:solidFill>
                  <a:sysClr val="windowText" lastClr="000000"/>
                </a:solidFill>
                <a:latin typeface="微软雅黑" panose="020B0503020204020204" pitchFamily="34" charset="-122"/>
                <a:ea typeface="微软雅黑" panose="020B0503020204020204" pitchFamily="34" charset="-122"/>
              </a:rPr>
              <a:t>是一个包含有 </a:t>
            </a:r>
            <a:r>
              <a:rPr lang="en-US" altLang="zh-CN" sz="2400" b="1" dirty="0">
                <a:solidFill>
                  <a:schemeClr val="accent2"/>
                </a:solidFill>
                <a:latin typeface="微软雅黑" panose="020B0503020204020204" pitchFamily="34" charset="-122"/>
                <a:ea typeface="微软雅黑" panose="020B0503020204020204" pitchFamily="34" charset="-122"/>
              </a:rPr>
              <a:t>JSON </a:t>
            </a:r>
            <a:r>
              <a:rPr lang="zh-CN" altLang="en-US" sz="2400" b="1" dirty="0">
                <a:solidFill>
                  <a:schemeClr val="accent2"/>
                </a:solidFill>
                <a:latin typeface="微软雅黑" panose="020B0503020204020204" pitchFamily="34" charset="-122"/>
                <a:ea typeface="微软雅黑" panose="020B0503020204020204" pitchFamily="34" charset="-122"/>
              </a:rPr>
              <a:t>格式的字符串</a:t>
            </a:r>
            <a:r>
              <a:rPr lang="zh-CN" altLang="en-US" sz="2400" dirty="0">
                <a:solidFill>
                  <a:sysClr val="windowText" lastClr="000000"/>
                </a:solidFill>
                <a:latin typeface="微软雅黑" panose="020B0503020204020204" pitchFamily="34" charset="-122"/>
                <a:ea typeface="微软雅黑" panose="020B0503020204020204" pitchFamily="34" charset="-122"/>
              </a:rPr>
              <a:t>，此处</a:t>
            </a:r>
            <a:r>
              <a:rPr lang="zh-CN" altLang="en-US" sz="2400" b="1" dirty="0">
                <a:solidFill>
                  <a:schemeClr val="accent2"/>
                </a:solidFill>
                <a:latin typeface="微软雅黑" panose="020B0503020204020204" pitchFamily="34" charset="-122"/>
                <a:ea typeface="微软雅黑" panose="020B0503020204020204" pitchFamily="34" charset="-122"/>
              </a:rPr>
              <a:t>不可以用 </a:t>
            </a:r>
            <a:r>
              <a:rPr lang="en-US" altLang="zh-CN" sz="2400" b="1" dirty="0">
                <a:solidFill>
                  <a:schemeClr val="accent2"/>
                </a:solidFill>
                <a:latin typeface="微软雅黑" panose="020B0503020204020204" pitchFamily="34" charset="-122"/>
                <a:ea typeface="微软雅黑" panose="020B0503020204020204" pitchFamily="34" charset="-122"/>
              </a:rPr>
              <a:t>str</a:t>
            </a:r>
            <a:r>
              <a:rPr lang="en-US" altLang="zh-CN" sz="2400" dirty="0">
                <a:solidFill>
                  <a:sysClr val="windowText" lastClr="000000"/>
                </a:solidFill>
                <a:latin typeface="微软雅黑" panose="020B0503020204020204" pitchFamily="34" charset="-122"/>
                <a:ea typeface="微软雅黑" panose="020B0503020204020204" pitchFamily="34" charset="-122"/>
              </a:rPr>
              <a:t>(data)</a:t>
            </a:r>
            <a:r>
              <a:rPr lang="zh-CN" altLang="en-US" sz="2400" dirty="0">
                <a:solidFill>
                  <a:sysClr val="windowText" lastClr="000000"/>
                </a:solidFill>
                <a:latin typeface="微软雅黑" panose="020B0503020204020204" pitchFamily="34" charset="-122"/>
                <a:ea typeface="微软雅黑" panose="020B0503020204020204" pitchFamily="34" charset="-122"/>
              </a:rPr>
              <a:t>，这样处理时，解释器会认为 </a:t>
            </a:r>
            <a:r>
              <a:rPr lang="en-US" altLang="zh-CN" sz="2400" dirty="0">
                <a:solidFill>
                  <a:sysClr val="windowText" lastClr="000000"/>
                </a:solidFill>
                <a:latin typeface="微软雅黑" panose="020B0503020204020204" pitchFamily="34" charset="-122"/>
                <a:ea typeface="微软雅黑" panose="020B0503020204020204" pitchFamily="34" charset="-122"/>
              </a:rPr>
              <a:t>data </a:t>
            </a:r>
            <a:r>
              <a:rPr lang="zh-CN" altLang="en-US" sz="2400" dirty="0">
                <a:solidFill>
                  <a:sysClr val="windowText" lastClr="000000"/>
                </a:solidFill>
                <a:latin typeface="微软雅黑" panose="020B0503020204020204" pitchFamily="34" charset="-122"/>
                <a:ea typeface="微软雅黑" panose="020B0503020204020204" pitchFamily="34" charset="-122"/>
              </a:rPr>
              <a:t>中的数据是字典，默认将其转为字典的可打印字符串 </a:t>
            </a:r>
            <a:r>
              <a:rPr lang="en-US" altLang="zh-CN" sz="2400" dirty="0">
                <a:solidFill>
                  <a:sysClr val="windowText" lastClr="000000"/>
                </a:solidFill>
                <a:latin typeface="微软雅黑" panose="020B0503020204020204" pitchFamily="34" charset="-122"/>
                <a:ea typeface="微软雅黑" panose="020B0503020204020204" pitchFamily="34" charset="-122"/>
              </a:rPr>
              <a:t>'{'name': '</a:t>
            </a:r>
            <a:r>
              <a:rPr lang="zh-CN" altLang="en-US" sz="2400" dirty="0">
                <a:solidFill>
                  <a:sysClr val="windowText" lastClr="000000"/>
                </a:solidFill>
                <a:latin typeface="微软雅黑" panose="020B0503020204020204" pitchFamily="34" charset="-122"/>
                <a:ea typeface="微软雅黑" panose="020B0503020204020204" pitchFamily="34" charset="-122"/>
              </a:rPr>
              <a:t>李立</a:t>
            </a:r>
            <a:r>
              <a:rPr lang="en-US" altLang="zh-CN" sz="2400" dirty="0">
                <a:solidFill>
                  <a:sysClr val="windowText" lastClr="000000"/>
                </a:solidFill>
                <a:latin typeface="微软雅黑" panose="020B0503020204020204" pitchFamily="34" charset="-122"/>
                <a:ea typeface="微软雅黑" panose="020B0503020204020204" pitchFamily="34" charset="-122"/>
              </a:rPr>
              <a:t>', '</a:t>
            </a:r>
            <a:r>
              <a:rPr lang="en-US" altLang="zh-CN" sz="2400" dirty="0" err="1">
                <a:solidFill>
                  <a:sysClr val="windowText" lastClr="000000"/>
                </a:solidFill>
                <a:latin typeface="微软雅黑" panose="020B0503020204020204" pitchFamily="34" charset="-122"/>
                <a:ea typeface="微软雅黑" panose="020B0503020204020204" pitchFamily="34" charset="-122"/>
              </a:rPr>
              <a:t>phonenumber</a:t>
            </a:r>
            <a:r>
              <a:rPr lang="en-US" altLang="zh-CN" sz="2400" dirty="0">
                <a:solidFill>
                  <a:sysClr val="windowText" lastClr="000000"/>
                </a:solidFill>
                <a:latin typeface="微软雅黑" panose="020B0503020204020204" pitchFamily="34" charset="-122"/>
                <a:ea typeface="微软雅黑" panose="020B0503020204020204" pitchFamily="34" charset="-122"/>
              </a:rPr>
              <a:t>': '13988776655', 'city': '</a:t>
            </a:r>
            <a:r>
              <a:rPr lang="zh-CN" altLang="en-US" sz="2400" dirty="0">
                <a:solidFill>
                  <a:sysClr val="windowText" lastClr="000000"/>
                </a:solidFill>
                <a:latin typeface="微软雅黑" panose="020B0503020204020204" pitchFamily="34" charset="-122"/>
                <a:ea typeface="微软雅黑" panose="020B0503020204020204" pitchFamily="34" charset="-122"/>
              </a:rPr>
              <a:t>武汉</a:t>
            </a:r>
            <a:r>
              <a:rPr lang="en-US" altLang="zh-CN" sz="2400" dirty="0">
                <a:solidFill>
                  <a:sysClr val="windowText" lastClr="000000"/>
                </a:solidFill>
                <a:latin typeface="微软雅黑" panose="020B0503020204020204" pitchFamily="34" charset="-122"/>
                <a:ea typeface="微软雅黑" panose="020B0503020204020204" pitchFamily="34" charset="-122"/>
              </a:rPr>
              <a:t>'} '</a:t>
            </a:r>
            <a:r>
              <a:rPr lang="zh-CN" altLang="en-US" sz="2400" dirty="0">
                <a:solidFill>
                  <a:sysClr val="windowText" lastClr="000000"/>
                </a:solidFill>
                <a:latin typeface="微软雅黑" panose="020B0503020204020204" pitchFamily="34" charset="-122"/>
                <a:ea typeface="微软雅黑" panose="020B0503020204020204" pitchFamily="34" charset="-122"/>
              </a:rPr>
              <a:t>。此时的键和值都变成了</a:t>
            </a:r>
            <a:r>
              <a:rPr lang="zh-CN" altLang="en-US" sz="2400" b="1" dirty="0">
                <a:solidFill>
                  <a:schemeClr val="accent2"/>
                </a:solidFill>
                <a:latin typeface="微软雅黑" panose="020B0503020204020204" pitchFamily="34" charset="-122"/>
                <a:ea typeface="微软雅黑" panose="020B0503020204020204" pitchFamily="34" charset="-122"/>
              </a:rPr>
              <a:t>单引号</a:t>
            </a:r>
            <a:r>
              <a:rPr lang="zh-CN" altLang="en-US" sz="2400" dirty="0">
                <a:solidFill>
                  <a:sysClr val="windowText" lastClr="000000"/>
                </a:solidFill>
                <a:latin typeface="微软雅黑" panose="020B0503020204020204" pitchFamily="34" charset="-122"/>
                <a:ea typeface="微软雅黑" panose="020B0503020204020204" pitchFamily="34" charset="-122"/>
              </a:rPr>
              <a:t>，不再是 </a:t>
            </a:r>
            <a:r>
              <a:rPr lang="en-US" altLang="zh-CN" sz="2400" dirty="0">
                <a:solidFill>
                  <a:sysClr val="windowText" lastClr="000000"/>
                </a:solidFill>
                <a:latin typeface="微软雅黑" panose="020B0503020204020204" pitchFamily="34" charset="-122"/>
                <a:ea typeface="微软雅黑" panose="020B0503020204020204" pitchFamily="34" charset="-122"/>
              </a:rPr>
              <a:t>JSON </a:t>
            </a:r>
            <a:r>
              <a:rPr lang="zh-CN" altLang="en-US" sz="2400" dirty="0">
                <a:solidFill>
                  <a:sysClr val="windowText" lastClr="000000"/>
                </a:solidFill>
                <a:latin typeface="微软雅黑" panose="020B0503020204020204" pitchFamily="34" charset="-122"/>
                <a:ea typeface="微软雅黑" panose="020B0503020204020204" pitchFamily="34" charset="-122"/>
              </a:rPr>
              <a:t>格式数据，不可再用 </a:t>
            </a:r>
            <a:r>
              <a:rPr lang="en-US" altLang="zh-CN" sz="2400" dirty="0">
                <a:solidFill>
                  <a:sysClr val="windowText" lastClr="000000"/>
                </a:solidFill>
                <a:latin typeface="微软雅黑" panose="020B0503020204020204" pitchFamily="34" charset="-122"/>
                <a:ea typeface="微软雅黑" panose="020B0503020204020204" pitchFamily="34" charset="-122"/>
              </a:rPr>
              <a:t>loads()  </a:t>
            </a:r>
            <a:r>
              <a:rPr lang="zh-CN" altLang="en-US" sz="2400" dirty="0">
                <a:solidFill>
                  <a:sysClr val="windowText" lastClr="000000"/>
                </a:solidFill>
                <a:latin typeface="微软雅黑" panose="020B0503020204020204" pitchFamily="34" charset="-122"/>
                <a:ea typeface="微软雅黑" panose="020B0503020204020204" pitchFamily="34" charset="-122"/>
              </a:rPr>
              <a:t>函数进一步转换。</a:t>
            </a:r>
            <a:endParaRPr lang="en-US" altLang="zh-CN" sz="2400" dirty="0">
              <a:solidFill>
                <a:sysClr val="windowText" lastClr="0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7.4 CSV </a:t>
            </a:r>
            <a:r>
              <a:rPr lang="zh-CN" altLang="en-US" dirty="0"/>
              <a:t>格式与 </a:t>
            </a:r>
            <a:r>
              <a:rPr lang="en-US" altLang="zh-CN" dirty="0"/>
              <a:t>JSON </a:t>
            </a:r>
            <a:r>
              <a:rPr lang="zh-CN" altLang="en-US" dirty="0"/>
              <a:t>格式转换</a:t>
            </a:r>
            <a:endParaRPr lang="zh-CN" altLang="en-US" dirty="0"/>
          </a:p>
        </p:txBody>
      </p:sp>
      <p:sp>
        <p:nvSpPr>
          <p:cNvPr id="7" name="内容占位符 6"/>
          <p:cNvSpPr>
            <a:spLocks noGrp="1"/>
          </p:cNvSpPr>
          <p:nvPr>
            <p:ph sz="quarter" idx="15"/>
          </p:nvPr>
        </p:nvSpPr>
        <p:spPr/>
        <p:txBody>
          <a:bodyPr>
            <a:normAutofit/>
          </a:bodyPr>
          <a:lstStyle/>
          <a:p>
            <a:pPr>
              <a:lnSpc>
                <a:spcPct val="125000"/>
              </a:lnSpc>
              <a:spcBef>
                <a:spcPts val="500"/>
              </a:spcBef>
            </a:pPr>
            <a:r>
              <a:rPr lang="zh-CN" altLang="en-US" sz="2800" b="1" dirty="0">
                <a:solidFill>
                  <a:srgbClr val="0070C0"/>
                </a:solidFill>
              </a:rPr>
              <a:t>实例说明：</a:t>
            </a:r>
            <a:endParaRPr lang="en-US" altLang="zh-CN" sz="2800" b="1" dirty="0">
              <a:solidFill>
                <a:srgbClr val="0070C0"/>
              </a:solidFill>
            </a:endParaRPr>
          </a:p>
          <a:p>
            <a:pPr marL="342900" indent="-342900">
              <a:lnSpc>
                <a:spcPct val="125000"/>
              </a:lnSpc>
              <a:spcBef>
                <a:spcPts val="500"/>
              </a:spcBef>
              <a:buFont typeface="Arial" panose="020B0604020202090204" pitchFamily="34" charset="0"/>
              <a:buChar char="•"/>
            </a:pPr>
            <a:r>
              <a:rPr lang="zh-CN" altLang="en-US" dirty="0"/>
              <a:t>学生课程成绩的文件“</a:t>
            </a:r>
            <a:r>
              <a:rPr lang="en-US" altLang="zh-CN" dirty="0"/>
              <a:t>score.csv”</a:t>
            </a:r>
            <a:r>
              <a:rPr lang="zh-CN" altLang="en-US" dirty="0"/>
              <a:t>中存有 </a:t>
            </a:r>
            <a:r>
              <a:rPr lang="en-US" altLang="zh-CN" dirty="0"/>
              <a:t>5 </a:t>
            </a:r>
            <a:r>
              <a:rPr lang="zh-CN" altLang="en-US" dirty="0"/>
              <a:t>名同学各 </a:t>
            </a:r>
            <a:r>
              <a:rPr lang="en-US" altLang="zh-CN" dirty="0"/>
              <a:t>4 </a:t>
            </a:r>
            <a:r>
              <a:rPr lang="zh-CN" altLang="en-US" dirty="0"/>
              <a:t>门课的成绩和总成绩。</a:t>
            </a:r>
            <a:endParaRPr lang="en-US" altLang="zh-CN" dirty="0"/>
          </a:p>
          <a:p>
            <a:pPr marL="342900" indent="-342900">
              <a:lnSpc>
                <a:spcPct val="125000"/>
              </a:lnSpc>
              <a:spcBef>
                <a:spcPts val="500"/>
              </a:spcBef>
              <a:buFont typeface="Arial" panose="020B0604020202090204" pitchFamily="34" charset="0"/>
              <a:buChar char="•"/>
            </a:pPr>
            <a:r>
              <a:rPr lang="zh-CN" altLang="en-US" dirty="0"/>
              <a:t>请将文件内容转为 </a:t>
            </a:r>
            <a:r>
              <a:rPr lang="en-US" altLang="zh-CN" dirty="0"/>
              <a:t>JSON </a:t>
            </a:r>
            <a:r>
              <a:rPr lang="zh-CN" altLang="en-US" dirty="0"/>
              <a:t>格式写入到新文件“</a:t>
            </a:r>
            <a:r>
              <a:rPr lang="en-US" altLang="zh-CN" dirty="0" err="1"/>
              <a:t>score.json</a:t>
            </a:r>
            <a:r>
              <a:rPr lang="en-US" altLang="zh-CN" dirty="0"/>
              <a:t>”</a:t>
            </a:r>
            <a:r>
              <a:rPr lang="zh-CN" altLang="en-US" dirty="0"/>
              <a:t>中。 </a:t>
            </a:r>
            <a:endParaRPr lang="en-US" altLang="zh-CN" dirty="0"/>
          </a:p>
          <a:p>
            <a:pPr marL="342900" indent="-342900">
              <a:lnSpc>
                <a:spcPct val="125000"/>
              </a:lnSpc>
              <a:spcBef>
                <a:spcPts val="500"/>
              </a:spcBef>
              <a:buFont typeface="Arial" panose="020B0604020202090204" pitchFamily="34" charset="0"/>
              <a:buChar char="•"/>
            </a:pPr>
            <a:endParaRPr lang="zh-CN" altLang="en-US" dirty="0"/>
          </a:p>
          <a:p>
            <a:pPr>
              <a:lnSpc>
                <a:spcPct val="125000"/>
              </a:lnSpc>
              <a:spcBef>
                <a:spcPts val="500"/>
              </a:spcBef>
            </a:pPr>
            <a:r>
              <a:rPr lang="zh-CN" altLang="en-US" sz="2800" b="1" dirty="0">
                <a:solidFill>
                  <a:srgbClr val="0070C0"/>
                </a:solidFill>
              </a:rPr>
              <a:t>思路：</a:t>
            </a:r>
            <a:endParaRPr lang="zh-CN" altLang="en-US" sz="2800" b="1" dirty="0">
              <a:solidFill>
                <a:srgbClr val="0070C0"/>
              </a:solidFill>
            </a:endParaRPr>
          </a:p>
          <a:p>
            <a:pPr marL="342900" indent="-342900">
              <a:lnSpc>
                <a:spcPct val="125000"/>
              </a:lnSpc>
              <a:spcBef>
                <a:spcPts val="500"/>
              </a:spcBef>
              <a:buFont typeface="Arial" panose="020B0604020202090204" pitchFamily="34" charset="0"/>
              <a:buChar char="•"/>
            </a:pPr>
            <a:r>
              <a:rPr lang="zh-CN" altLang="en-US" dirty="0"/>
              <a:t>先以</a:t>
            </a:r>
            <a:r>
              <a:rPr lang="zh-CN" altLang="en-US" b="1" dirty="0">
                <a:solidFill>
                  <a:schemeClr val="accent2"/>
                </a:solidFill>
              </a:rPr>
              <a:t>读</a:t>
            </a:r>
            <a:r>
              <a:rPr lang="zh-CN" altLang="en-US" dirty="0"/>
              <a:t>的模式打开 </a:t>
            </a:r>
            <a:r>
              <a:rPr lang="en-US" altLang="zh-CN" dirty="0"/>
              <a:t>CSV </a:t>
            </a:r>
            <a:r>
              <a:rPr lang="zh-CN" altLang="en-US" dirty="0"/>
              <a:t>文件创建文件对象，将文件对象中的标题行数据读取出来，转为列表。</a:t>
            </a:r>
            <a:endParaRPr lang="en-US" altLang="zh-CN" dirty="0"/>
          </a:p>
          <a:p>
            <a:pPr marL="342900" indent="-342900">
              <a:lnSpc>
                <a:spcPct val="125000"/>
              </a:lnSpc>
              <a:spcBef>
                <a:spcPts val="500"/>
              </a:spcBef>
              <a:buFont typeface="Arial" panose="020B0604020202090204" pitchFamily="34" charset="0"/>
              <a:buChar char="•"/>
            </a:pPr>
            <a:r>
              <a:rPr lang="zh-CN" altLang="en-US" dirty="0"/>
              <a:t>再</a:t>
            </a:r>
            <a:r>
              <a:rPr lang="zh-CN" altLang="en-US" b="1" dirty="0">
                <a:solidFill>
                  <a:schemeClr val="accent2"/>
                </a:solidFill>
              </a:rPr>
              <a:t>遍历</a:t>
            </a:r>
            <a:r>
              <a:rPr lang="zh-CN" altLang="en-US" dirty="0"/>
              <a:t>文件对象剩余部分，逐行切分为列表，把当前数字列表与标题列表用  </a:t>
            </a:r>
            <a:r>
              <a:rPr lang="en-US" altLang="zh-CN" b="1" dirty="0">
                <a:solidFill>
                  <a:schemeClr val="accent2"/>
                </a:solidFill>
              </a:rPr>
              <a:t>zip() </a:t>
            </a:r>
            <a:r>
              <a:rPr lang="zh-CN" altLang="en-US" b="1" dirty="0">
                <a:solidFill>
                  <a:schemeClr val="accent2"/>
                </a:solidFill>
              </a:rPr>
              <a:t>组合</a:t>
            </a:r>
            <a:r>
              <a:rPr lang="zh-CN" altLang="en-US" dirty="0"/>
              <a:t>，接着用 </a:t>
            </a:r>
            <a:r>
              <a:rPr lang="en-US" altLang="zh-CN" dirty="0" err="1"/>
              <a:t>dict</a:t>
            </a:r>
            <a:r>
              <a:rPr lang="en-US" altLang="zh-CN" dirty="0"/>
              <a:t>() </a:t>
            </a:r>
            <a:r>
              <a:rPr lang="zh-CN" altLang="en-US" dirty="0"/>
              <a:t>转为</a:t>
            </a:r>
            <a:r>
              <a:rPr lang="zh-CN" altLang="en-US" b="1" dirty="0">
                <a:solidFill>
                  <a:schemeClr val="accent2"/>
                </a:solidFill>
              </a:rPr>
              <a:t>字典</a:t>
            </a:r>
            <a:r>
              <a:rPr lang="zh-CN" altLang="en-US" dirty="0"/>
              <a:t>数据类型，得到元素为字典的列表。</a:t>
            </a:r>
            <a:endParaRPr lang="zh-CN" altLang="en-US" dirty="0"/>
          </a:p>
        </p:txBody>
      </p:sp>
      <p:sp>
        <p:nvSpPr>
          <p:cNvPr id="6" name="内容占位符 5"/>
          <p:cNvSpPr>
            <a:spLocks noGrp="1"/>
          </p:cNvSpPr>
          <p:nvPr>
            <p:ph sz="quarter" idx="13"/>
          </p:nvPr>
        </p:nvSpPr>
        <p:spPr/>
        <p:txBody>
          <a:bodyPr/>
          <a:lstStyle/>
          <a:p>
            <a:r>
              <a:rPr lang="zh-CN" altLang="en-US" dirty="0"/>
              <a:t>实例</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4" end="4"/>
                                            </p:txEl>
                                          </p:spTgt>
                                        </p:tgtEl>
                                        <p:attrNameLst>
                                          <p:attrName>style.visibility</p:attrName>
                                        </p:attrNameLst>
                                      </p:cBhvr>
                                      <p:to>
                                        <p:strVal val="visible"/>
                                      </p:to>
                                    </p:set>
                                    <p:animEffect transition="in" filter="fade">
                                      <p:cBhvr>
                                        <p:cTn id="7" dur="25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7.4 CSV </a:t>
            </a:r>
            <a:r>
              <a:rPr lang="zh-CN" altLang="en-US" dirty="0"/>
              <a:t>格式与 </a:t>
            </a:r>
            <a:r>
              <a:rPr lang="en-US" altLang="zh-CN" dirty="0"/>
              <a:t>JSON </a:t>
            </a:r>
            <a:r>
              <a:rPr lang="zh-CN" altLang="en-US" dirty="0"/>
              <a:t>格式转换</a:t>
            </a:r>
            <a:endParaRPr lang="zh-CN" altLang="en-US" dirty="0"/>
          </a:p>
        </p:txBody>
      </p:sp>
      <p:sp>
        <p:nvSpPr>
          <p:cNvPr id="6" name="内容占位符 5"/>
          <p:cNvSpPr>
            <a:spLocks noGrp="1"/>
          </p:cNvSpPr>
          <p:nvPr>
            <p:ph sz="quarter" idx="13"/>
          </p:nvPr>
        </p:nvSpPr>
        <p:spPr>
          <a:xfrm>
            <a:off x="553679" y="975401"/>
            <a:ext cx="11084641" cy="5732206"/>
          </a:xfrm>
          <a:prstGeom prst="roundRect">
            <a:avLst>
              <a:gd name="adj" fmla="val 10160"/>
            </a:avLst>
          </a:prstGeom>
        </p:spPr>
        <p:txBody>
          <a:bodyPr>
            <a:noAutofit/>
          </a:bodyPr>
          <a:lstStyle/>
          <a:p>
            <a:r>
              <a:rPr lang="en-US" altLang="zh-CN" b="0" dirty="0">
                <a:solidFill>
                  <a:srgbClr val="7A3E9D"/>
                </a:solidFill>
                <a:effectLst/>
                <a:latin typeface="+mj-lt"/>
              </a:rPr>
              <a:t>def</a:t>
            </a:r>
            <a:r>
              <a:rPr lang="en-US" altLang="zh-CN" b="0" dirty="0">
                <a:solidFill>
                  <a:srgbClr val="333333"/>
                </a:solidFill>
                <a:effectLst/>
                <a:latin typeface="+mj-lt"/>
              </a:rPr>
              <a:t> </a:t>
            </a:r>
            <a:r>
              <a:rPr lang="en-US" altLang="zh-CN" b="1" dirty="0" err="1">
                <a:solidFill>
                  <a:srgbClr val="AA3731"/>
                </a:solidFill>
                <a:effectLst/>
                <a:latin typeface="+mj-lt"/>
              </a:rPr>
              <a:t>read_file</a:t>
            </a:r>
            <a:r>
              <a:rPr lang="en-US" altLang="zh-CN" b="0" dirty="0">
                <a:solidFill>
                  <a:srgbClr val="777777"/>
                </a:solidFill>
                <a:effectLst/>
                <a:latin typeface="+mj-lt"/>
              </a:rPr>
              <a:t>(</a:t>
            </a:r>
            <a:r>
              <a:rPr lang="en-US" altLang="zh-CN" b="0" dirty="0">
                <a:solidFill>
                  <a:srgbClr val="7A3E9D"/>
                </a:solidFill>
                <a:effectLst/>
                <a:latin typeface="+mj-lt"/>
              </a:rPr>
              <a:t>filename</a:t>
            </a:r>
            <a:r>
              <a:rPr lang="en-US" altLang="zh-CN" b="0" dirty="0">
                <a:solidFill>
                  <a:srgbClr val="777777"/>
                </a:solidFill>
                <a:effectLst/>
                <a:latin typeface="+mj-lt"/>
              </a:rPr>
              <a:t>):</a:t>
            </a:r>
            <a:r>
              <a:rPr lang="en-US" altLang="zh-CN" b="0" dirty="0">
                <a:solidFill>
                  <a:srgbClr val="333333"/>
                </a:solidFill>
                <a:effectLst/>
                <a:latin typeface="+mj-lt"/>
              </a:rPr>
              <a:t> </a:t>
            </a:r>
            <a:endParaRPr lang="en-US" altLang="zh-CN" b="0" dirty="0">
              <a:solidFill>
                <a:srgbClr val="333333"/>
              </a:solidFill>
              <a:effectLst/>
              <a:latin typeface="+mj-lt"/>
            </a:endParaRPr>
          </a:p>
          <a:p>
            <a:r>
              <a:rPr lang="en-US" altLang="zh-CN" b="0" dirty="0">
                <a:solidFill>
                  <a:srgbClr val="333333"/>
                </a:solidFill>
                <a:effectLst/>
                <a:latin typeface="+mj-lt"/>
              </a:rPr>
              <a:t>    </a:t>
            </a:r>
            <a:r>
              <a:rPr lang="en-US" altLang="zh-CN" b="0" dirty="0">
                <a:solidFill>
                  <a:srgbClr val="777777"/>
                </a:solidFill>
                <a:effectLst/>
                <a:latin typeface="+mj-lt"/>
              </a:rPr>
              <a:t>"""</a:t>
            </a:r>
            <a:r>
              <a:rPr lang="zh-CN" altLang="en-US" b="0" dirty="0">
                <a:solidFill>
                  <a:srgbClr val="448C27"/>
                </a:solidFill>
                <a:effectLst/>
                <a:latin typeface="+mj-lt"/>
              </a:rPr>
              <a:t>读取文件中的数据，逐行转为字典，返回元素为字典的列表</a:t>
            </a:r>
            <a:r>
              <a:rPr lang="en-US" altLang="zh-CN" b="0" dirty="0">
                <a:solidFill>
                  <a:srgbClr val="777777"/>
                </a:solidFill>
                <a:effectLst/>
                <a:latin typeface="+mj-lt"/>
              </a:rPr>
              <a:t>"""</a:t>
            </a:r>
            <a:endParaRPr lang="zh-CN" altLang="en-US" b="0" dirty="0">
              <a:solidFill>
                <a:srgbClr val="333333"/>
              </a:solidFill>
              <a:effectLst/>
              <a:latin typeface="+mj-lt"/>
            </a:endParaRPr>
          </a:p>
          <a:p>
            <a:r>
              <a:rPr lang="zh-CN" altLang="en-US" b="0" dirty="0">
                <a:solidFill>
                  <a:srgbClr val="333333"/>
                </a:solidFill>
                <a:effectLst/>
                <a:latin typeface="+mj-lt"/>
              </a:rPr>
              <a:t>    </a:t>
            </a:r>
            <a:r>
              <a:rPr lang="en-US" altLang="zh-CN" b="0" dirty="0" err="1">
                <a:solidFill>
                  <a:srgbClr val="7A3E9D"/>
                </a:solidFill>
                <a:effectLst/>
                <a:latin typeface="+mj-lt"/>
              </a:rPr>
              <a:t>score_ls</a:t>
            </a:r>
            <a:r>
              <a:rPr lang="en-US" altLang="zh-CN" b="0" dirty="0">
                <a:solidFill>
                  <a:srgbClr val="333333"/>
                </a:solidFill>
                <a:effectLst/>
                <a:latin typeface="+mj-lt"/>
              </a:rPr>
              <a:t> </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AAAAAA"/>
                </a:solidFill>
                <a:effectLst/>
                <a:latin typeface="+mj-lt"/>
              </a:rPr>
              <a:t># </a:t>
            </a:r>
            <a:r>
              <a:rPr lang="zh-CN" altLang="en-US" b="0" dirty="0">
                <a:solidFill>
                  <a:srgbClr val="AAAAAA"/>
                </a:solidFill>
                <a:effectLst/>
                <a:latin typeface="+mj-lt"/>
              </a:rPr>
              <a:t>定义空列表存储成绩</a:t>
            </a:r>
            <a:endParaRPr lang="zh-CN" altLang="en-US" b="0" dirty="0">
              <a:solidFill>
                <a:srgbClr val="333333"/>
              </a:solidFill>
              <a:effectLst/>
              <a:latin typeface="+mj-lt"/>
            </a:endParaRPr>
          </a:p>
          <a:p>
            <a:r>
              <a:rPr lang="zh-CN" altLang="en-US" b="0" dirty="0">
                <a:solidFill>
                  <a:srgbClr val="333333"/>
                </a:solidFill>
                <a:effectLst/>
                <a:latin typeface="+mj-lt"/>
              </a:rPr>
              <a:t>    </a:t>
            </a:r>
            <a:r>
              <a:rPr lang="en-US" altLang="zh-CN" b="0" dirty="0">
                <a:solidFill>
                  <a:srgbClr val="4B69C6"/>
                </a:solidFill>
                <a:effectLst/>
                <a:latin typeface="+mj-lt"/>
              </a:rPr>
              <a:t>with</a:t>
            </a:r>
            <a:r>
              <a:rPr lang="en-US" altLang="zh-CN" b="0" dirty="0">
                <a:solidFill>
                  <a:srgbClr val="333333"/>
                </a:solidFill>
                <a:effectLst/>
                <a:latin typeface="+mj-lt"/>
              </a:rPr>
              <a:t> </a:t>
            </a:r>
            <a:r>
              <a:rPr lang="en-US" altLang="zh-CN" b="1" dirty="0">
                <a:solidFill>
                  <a:srgbClr val="AA3731"/>
                </a:solidFill>
                <a:effectLst/>
                <a:latin typeface="+mj-lt"/>
              </a:rPr>
              <a:t>open</a:t>
            </a:r>
            <a:r>
              <a:rPr lang="en-US" altLang="zh-CN" b="0" dirty="0">
                <a:solidFill>
                  <a:srgbClr val="777777"/>
                </a:solidFill>
                <a:effectLst/>
                <a:latin typeface="+mj-lt"/>
              </a:rPr>
              <a:t>(</a:t>
            </a:r>
            <a:r>
              <a:rPr lang="en-US" altLang="zh-CN" b="0" dirty="0">
                <a:solidFill>
                  <a:srgbClr val="7A3E9D"/>
                </a:solidFill>
                <a:effectLst/>
                <a:latin typeface="+mj-lt"/>
              </a:rPr>
              <a:t>filename</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777777"/>
                </a:solidFill>
                <a:effectLst/>
                <a:latin typeface="+mj-lt"/>
              </a:rPr>
              <a:t>'</a:t>
            </a:r>
            <a:r>
              <a:rPr lang="en-US" altLang="zh-CN" b="0" dirty="0">
                <a:solidFill>
                  <a:srgbClr val="448C27"/>
                </a:solidFill>
                <a:effectLst/>
                <a:latin typeface="+mj-lt"/>
              </a:rPr>
              <a:t>r</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7A3E9D"/>
                </a:solidFill>
                <a:effectLst/>
                <a:latin typeface="+mj-lt"/>
              </a:rPr>
              <a:t>encoding</a:t>
            </a:r>
            <a:r>
              <a:rPr lang="en-US" altLang="zh-CN" b="0" dirty="0">
                <a:solidFill>
                  <a:srgbClr val="777777"/>
                </a:solidFill>
                <a:effectLst/>
                <a:latin typeface="+mj-lt"/>
              </a:rPr>
              <a:t>='</a:t>
            </a:r>
            <a:r>
              <a:rPr lang="en-US" altLang="zh-CN" b="0" dirty="0">
                <a:solidFill>
                  <a:srgbClr val="448C27"/>
                </a:solidFill>
                <a:effectLst/>
                <a:latin typeface="+mj-lt"/>
              </a:rPr>
              <a:t>utf-8</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4B69C6"/>
                </a:solidFill>
                <a:effectLst/>
                <a:latin typeface="+mj-lt"/>
              </a:rPr>
              <a:t>as</a:t>
            </a:r>
            <a:r>
              <a:rPr lang="en-US" altLang="zh-CN" b="0" dirty="0">
                <a:solidFill>
                  <a:srgbClr val="333333"/>
                </a:solidFill>
                <a:effectLst/>
                <a:latin typeface="+mj-lt"/>
              </a:rPr>
              <a:t> </a:t>
            </a:r>
            <a:r>
              <a:rPr lang="en-US" altLang="zh-CN" b="0" dirty="0" err="1">
                <a:solidFill>
                  <a:srgbClr val="7A3E9D"/>
                </a:solidFill>
                <a:effectLst/>
                <a:latin typeface="+mj-lt"/>
              </a:rPr>
              <a:t>fr</a:t>
            </a:r>
            <a:r>
              <a:rPr lang="en-US" altLang="zh-CN" b="0" dirty="0">
                <a:solidFill>
                  <a:srgbClr val="777777"/>
                </a:solidFill>
                <a:effectLst/>
                <a:latin typeface="+mj-lt"/>
              </a:rPr>
              <a:t>:</a:t>
            </a:r>
            <a:r>
              <a:rPr lang="en-US" altLang="zh-CN" b="0" dirty="0">
                <a:solidFill>
                  <a:srgbClr val="333333"/>
                </a:solidFill>
                <a:effectLst/>
                <a:latin typeface="+mj-lt"/>
              </a:rPr>
              <a:t> </a:t>
            </a:r>
            <a:endParaRPr lang="en-US" altLang="zh-CN" b="0" dirty="0">
              <a:solidFill>
                <a:srgbClr val="333333"/>
              </a:solidFill>
              <a:effectLst/>
              <a:latin typeface="+mj-lt"/>
            </a:endParaRPr>
          </a:p>
          <a:p>
            <a:r>
              <a:rPr lang="en-US" altLang="zh-CN" b="0" dirty="0">
                <a:solidFill>
                  <a:srgbClr val="333333"/>
                </a:solidFill>
                <a:effectLst/>
                <a:latin typeface="+mj-lt"/>
              </a:rPr>
              <a:t>        </a:t>
            </a:r>
            <a:r>
              <a:rPr lang="en-US" altLang="zh-CN" b="0" dirty="0">
                <a:solidFill>
                  <a:srgbClr val="7A3E9D"/>
                </a:solidFill>
                <a:effectLst/>
                <a:latin typeface="+mj-lt"/>
              </a:rPr>
              <a:t>title</a:t>
            </a:r>
            <a:r>
              <a:rPr lang="en-US" altLang="zh-CN" b="0" dirty="0">
                <a:solidFill>
                  <a:srgbClr val="333333"/>
                </a:solidFill>
                <a:effectLst/>
                <a:latin typeface="+mj-lt"/>
              </a:rPr>
              <a:t> </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err="1">
                <a:solidFill>
                  <a:srgbClr val="7A3E9D"/>
                </a:solidFill>
                <a:effectLst/>
                <a:latin typeface="+mj-lt"/>
              </a:rPr>
              <a:t>fr</a:t>
            </a:r>
            <a:r>
              <a:rPr lang="en-US" altLang="zh-CN" b="0" dirty="0" err="1">
                <a:solidFill>
                  <a:srgbClr val="777777"/>
                </a:solidFill>
                <a:effectLst/>
                <a:latin typeface="+mj-lt"/>
              </a:rPr>
              <a:t>.</a:t>
            </a:r>
            <a:r>
              <a:rPr lang="en-US" altLang="zh-CN" b="1" dirty="0" err="1">
                <a:solidFill>
                  <a:srgbClr val="AA3731"/>
                </a:solidFill>
                <a:effectLst/>
                <a:latin typeface="+mj-lt"/>
              </a:rPr>
              <a:t>readline</a:t>
            </a:r>
            <a:r>
              <a:rPr lang="en-US" altLang="zh-CN" b="0" dirty="0">
                <a:solidFill>
                  <a:srgbClr val="777777"/>
                </a:solidFill>
                <a:effectLst/>
                <a:latin typeface="+mj-lt"/>
              </a:rPr>
              <a:t>().</a:t>
            </a:r>
            <a:r>
              <a:rPr lang="en-US" altLang="zh-CN" b="1" dirty="0">
                <a:solidFill>
                  <a:srgbClr val="AA3731"/>
                </a:solidFill>
                <a:effectLst/>
                <a:latin typeface="+mj-lt"/>
              </a:rPr>
              <a:t>strip</a:t>
            </a:r>
            <a:r>
              <a:rPr lang="en-US" altLang="zh-CN" b="0" dirty="0">
                <a:solidFill>
                  <a:srgbClr val="777777"/>
                </a:solidFill>
                <a:effectLst/>
                <a:latin typeface="+mj-lt"/>
              </a:rPr>
              <a:t>().</a:t>
            </a:r>
            <a:r>
              <a:rPr lang="en-US" altLang="zh-CN" b="1" dirty="0">
                <a:solidFill>
                  <a:srgbClr val="AA3731"/>
                </a:solidFill>
                <a:effectLst/>
                <a:latin typeface="+mj-lt"/>
              </a:rPr>
              <a:t>split</a:t>
            </a:r>
            <a:r>
              <a:rPr lang="en-US" altLang="zh-CN" b="0" dirty="0">
                <a:solidFill>
                  <a:srgbClr val="777777"/>
                </a:solidFill>
                <a:effectLst/>
                <a:latin typeface="+mj-lt"/>
              </a:rPr>
              <a:t>('</a:t>
            </a:r>
            <a:r>
              <a:rPr lang="en-US" altLang="zh-CN" b="0" dirty="0">
                <a:solidFill>
                  <a:srgbClr val="448C27"/>
                </a:solidFill>
                <a:effectLst/>
                <a:latin typeface="+mj-lt"/>
              </a:rPr>
              <a:t>,</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AAAAAA"/>
                </a:solidFill>
                <a:effectLst/>
                <a:latin typeface="+mj-lt"/>
              </a:rPr>
              <a:t># </a:t>
            </a:r>
            <a:r>
              <a:rPr lang="zh-CN" altLang="en-US" b="0" dirty="0">
                <a:solidFill>
                  <a:srgbClr val="AAAAAA"/>
                </a:solidFill>
                <a:effectLst/>
                <a:latin typeface="+mj-lt"/>
              </a:rPr>
              <a:t>读取标题行切分为列表</a:t>
            </a:r>
            <a:endParaRPr lang="zh-CN" altLang="en-US" b="0" dirty="0">
              <a:solidFill>
                <a:srgbClr val="333333"/>
              </a:solidFill>
              <a:effectLst/>
              <a:latin typeface="+mj-lt"/>
            </a:endParaRPr>
          </a:p>
          <a:p>
            <a:r>
              <a:rPr lang="zh-CN" altLang="en-US" b="0" dirty="0">
                <a:solidFill>
                  <a:srgbClr val="333333"/>
                </a:solidFill>
                <a:effectLst/>
                <a:latin typeface="+mj-lt"/>
              </a:rPr>
              <a:t>        </a:t>
            </a:r>
            <a:r>
              <a:rPr lang="en-US" altLang="zh-CN" b="0" dirty="0">
                <a:solidFill>
                  <a:srgbClr val="4B69C6"/>
                </a:solidFill>
                <a:effectLst/>
                <a:latin typeface="+mj-lt"/>
              </a:rPr>
              <a:t>for</a:t>
            </a:r>
            <a:r>
              <a:rPr lang="en-US" altLang="zh-CN" b="0" dirty="0">
                <a:solidFill>
                  <a:srgbClr val="333333"/>
                </a:solidFill>
                <a:effectLst/>
                <a:latin typeface="+mj-lt"/>
              </a:rPr>
              <a:t> </a:t>
            </a:r>
            <a:r>
              <a:rPr lang="en-US" altLang="zh-CN" b="0" dirty="0">
                <a:solidFill>
                  <a:srgbClr val="7A3E9D"/>
                </a:solidFill>
                <a:effectLst/>
                <a:latin typeface="+mj-lt"/>
              </a:rPr>
              <a:t>line</a:t>
            </a:r>
            <a:r>
              <a:rPr lang="en-US" altLang="zh-CN" b="0" dirty="0">
                <a:solidFill>
                  <a:srgbClr val="333333"/>
                </a:solidFill>
                <a:effectLst/>
                <a:latin typeface="+mj-lt"/>
              </a:rPr>
              <a:t> </a:t>
            </a:r>
            <a:r>
              <a:rPr lang="en-US" altLang="zh-CN" b="1" dirty="0">
                <a:solidFill>
                  <a:srgbClr val="AA3731"/>
                </a:solidFill>
                <a:effectLst/>
                <a:latin typeface="+mj-lt"/>
              </a:rPr>
              <a:t>in</a:t>
            </a:r>
            <a:r>
              <a:rPr lang="en-US" altLang="zh-CN" b="0" dirty="0">
                <a:solidFill>
                  <a:srgbClr val="333333"/>
                </a:solidFill>
                <a:effectLst/>
                <a:latin typeface="+mj-lt"/>
              </a:rPr>
              <a:t> </a:t>
            </a:r>
            <a:r>
              <a:rPr lang="en-US" altLang="zh-CN" b="0" dirty="0" err="1">
                <a:solidFill>
                  <a:srgbClr val="7A3E9D"/>
                </a:solidFill>
                <a:effectLst/>
                <a:latin typeface="+mj-lt"/>
              </a:rPr>
              <a:t>fr</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AAAAAA"/>
                </a:solidFill>
                <a:effectLst/>
                <a:latin typeface="+mj-lt"/>
              </a:rPr>
              <a:t># </a:t>
            </a:r>
            <a:r>
              <a:rPr lang="zh-CN" altLang="en-US" b="0" dirty="0">
                <a:solidFill>
                  <a:srgbClr val="AAAAAA"/>
                </a:solidFill>
                <a:effectLst/>
                <a:latin typeface="+mj-lt"/>
              </a:rPr>
              <a:t>遍历文件中剩余行</a:t>
            </a:r>
            <a:endParaRPr lang="zh-CN" altLang="en-US" b="0" dirty="0">
              <a:solidFill>
                <a:srgbClr val="333333"/>
              </a:solidFill>
              <a:effectLst/>
              <a:latin typeface="+mj-lt"/>
            </a:endParaRPr>
          </a:p>
          <a:p>
            <a:r>
              <a:rPr lang="zh-CN" altLang="en-US" b="0" dirty="0">
                <a:solidFill>
                  <a:srgbClr val="333333"/>
                </a:solidFill>
                <a:effectLst/>
                <a:latin typeface="+mj-lt"/>
              </a:rPr>
              <a:t>            </a:t>
            </a:r>
            <a:r>
              <a:rPr lang="en-US" altLang="zh-CN" b="0" dirty="0">
                <a:solidFill>
                  <a:srgbClr val="7A3E9D"/>
                </a:solidFill>
                <a:effectLst/>
                <a:latin typeface="+mj-lt"/>
              </a:rPr>
              <a:t>line</a:t>
            </a:r>
            <a:r>
              <a:rPr lang="en-US" altLang="zh-CN" b="0" dirty="0">
                <a:solidFill>
                  <a:srgbClr val="333333"/>
                </a:solidFill>
                <a:effectLst/>
                <a:latin typeface="+mj-lt"/>
              </a:rPr>
              <a:t> </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err="1">
                <a:solidFill>
                  <a:srgbClr val="7A3E9D"/>
                </a:solidFill>
                <a:effectLst/>
                <a:latin typeface="+mj-lt"/>
              </a:rPr>
              <a:t>line</a:t>
            </a:r>
            <a:r>
              <a:rPr lang="en-US" altLang="zh-CN" b="0" dirty="0" err="1">
                <a:solidFill>
                  <a:srgbClr val="777777"/>
                </a:solidFill>
                <a:effectLst/>
                <a:latin typeface="+mj-lt"/>
              </a:rPr>
              <a:t>.</a:t>
            </a:r>
            <a:r>
              <a:rPr lang="en-US" altLang="zh-CN" b="1" dirty="0" err="1">
                <a:solidFill>
                  <a:srgbClr val="AA3731"/>
                </a:solidFill>
                <a:effectLst/>
                <a:latin typeface="+mj-lt"/>
              </a:rPr>
              <a:t>strip</a:t>
            </a:r>
            <a:r>
              <a:rPr lang="en-US" altLang="zh-CN" b="0" dirty="0">
                <a:solidFill>
                  <a:srgbClr val="777777"/>
                </a:solidFill>
                <a:effectLst/>
                <a:latin typeface="+mj-lt"/>
              </a:rPr>
              <a:t>().</a:t>
            </a:r>
            <a:r>
              <a:rPr lang="en-US" altLang="zh-CN" b="1" dirty="0">
                <a:solidFill>
                  <a:srgbClr val="AA3731"/>
                </a:solidFill>
                <a:effectLst/>
                <a:latin typeface="+mj-lt"/>
              </a:rPr>
              <a:t>split</a:t>
            </a:r>
            <a:r>
              <a:rPr lang="en-US" altLang="zh-CN" b="0" dirty="0">
                <a:solidFill>
                  <a:srgbClr val="777777"/>
                </a:solidFill>
                <a:effectLst/>
                <a:latin typeface="+mj-lt"/>
              </a:rPr>
              <a:t>('</a:t>
            </a:r>
            <a:r>
              <a:rPr lang="en-US" altLang="zh-CN" b="0" dirty="0">
                <a:solidFill>
                  <a:srgbClr val="448C27"/>
                </a:solidFill>
                <a:effectLst/>
                <a:latin typeface="+mj-lt"/>
              </a:rPr>
              <a:t>,</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AAAAAA"/>
                </a:solidFill>
                <a:effectLst/>
                <a:latin typeface="+mj-lt"/>
              </a:rPr>
              <a:t># </a:t>
            </a:r>
            <a:r>
              <a:rPr lang="zh-CN" altLang="en-US" b="0" dirty="0">
                <a:solidFill>
                  <a:srgbClr val="AAAAAA"/>
                </a:solidFill>
                <a:effectLst/>
                <a:latin typeface="+mj-lt"/>
              </a:rPr>
              <a:t>当前行切分为列表</a:t>
            </a:r>
            <a:endParaRPr lang="zh-CN" altLang="en-US" b="0" dirty="0">
              <a:solidFill>
                <a:srgbClr val="333333"/>
              </a:solidFill>
              <a:effectLst/>
              <a:latin typeface="+mj-lt"/>
            </a:endParaRPr>
          </a:p>
          <a:p>
            <a:r>
              <a:rPr lang="zh-CN" altLang="en-US" b="0" dirty="0">
                <a:solidFill>
                  <a:srgbClr val="333333"/>
                </a:solidFill>
                <a:effectLst/>
                <a:latin typeface="+mj-lt"/>
              </a:rPr>
              <a:t>            </a:t>
            </a:r>
            <a:r>
              <a:rPr lang="en-US" altLang="zh-CN" b="0" dirty="0" err="1">
                <a:solidFill>
                  <a:srgbClr val="7A3E9D"/>
                </a:solidFill>
                <a:effectLst/>
                <a:latin typeface="+mj-lt"/>
              </a:rPr>
              <a:t>score_ls</a:t>
            </a:r>
            <a:r>
              <a:rPr lang="en-US" altLang="zh-CN" b="0" dirty="0" err="1">
                <a:solidFill>
                  <a:srgbClr val="777777"/>
                </a:solidFill>
                <a:effectLst/>
                <a:latin typeface="+mj-lt"/>
              </a:rPr>
              <a:t>.</a:t>
            </a:r>
            <a:r>
              <a:rPr lang="en-US" altLang="zh-CN" b="1" dirty="0" err="1">
                <a:solidFill>
                  <a:srgbClr val="AA3731"/>
                </a:solidFill>
                <a:effectLst/>
                <a:latin typeface="+mj-lt"/>
              </a:rPr>
              <a:t>append</a:t>
            </a:r>
            <a:r>
              <a:rPr lang="en-US" altLang="zh-CN" b="0" dirty="0">
                <a:solidFill>
                  <a:srgbClr val="777777"/>
                </a:solidFill>
                <a:effectLst/>
                <a:latin typeface="+mj-lt"/>
              </a:rPr>
              <a:t>(</a:t>
            </a:r>
            <a:r>
              <a:rPr lang="en-US" altLang="zh-CN" b="1" dirty="0" err="1">
                <a:solidFill>
                  <a:srgbClr val="7A3E9D"/>
                </a:solidFill>
                <a:effectLst/>
                <a:latin typeface="+mj-lt"/>
              </a:rPr>
              <a:t>dict</a:t>
            </a:r>
            <a:r>
              <a:rPr lang="en-US" altLang="zh-CN" b="0" dirty="0">
                <a:solidFill>
                  <a:srgbClr val="777777"/>
                </a:solidFill>
                <a:effectLst/>
                <a:latin typeface="+mj-lt"/>
              </a:rPr>
              <a:t>(</a:t>
            </a:r>
            <a:r>
              <a:rPr lang="en-US" altLang="zh-CN" b="1" dirty="0">
                <a:solidFill>
                  <a:srgbClr val="7A3E9D"/>
                </a:solidFill>
                <a:effectLst/>
                <a:latin typeface="+mj-lt"/>
              </a:rPr>
              <a:t>zip</a:t>
            </a:r>
            <a:r>
              <a:rPr lang="en-US" altLang="zh-CN" b="0" dirty="0">
                <a:solidFill>
                  <a:srgbClr val="777777"/>
                </a:solidFill>
                <a:effectLst/>
                <a:latin typeface="+mj-lt"/>
              </a:rPr>
              <a:t>(</a:t>
            </a:r>
            <a:r>
              <a:rPr lang="en-US" altLang="zh-CN" b="0" dirty="0">
                <a:solidFill>
                  <a:srgbClr val="7A3E9D"/>
                </a:solidFill>
                <a:effectLst/>
                <a:latin typeface="+mj-lt"/>
              </a:rPr>
              <a:t>title</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7A3E9D"/>
                </a:solidFill>
                <a:effectLst/>
                <a:latin typeface="+mj-lt"/>
              </a:rPr>
              <a:t>line</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AAAAAA"/>
                </a:solidFill>
                <a:effectLst/>
                <a:latin typeface="+mj-lt"/>
              </a:rPr>
              <a:t># </a:t>
            </a:r>
            <a:r>
              <a:rPr lang="zh-CN" altLang="en-US" b="0" dirty="0">
                <a:solidFill>
                  <a:srgbClr val="AAAAAA"/>
                </a:solidFill>
                <a:effectLst/>
                <a:latin typeface="+mj-lt"/>
              </a:rPr>
              <a:t>生成字典，添加到列表</a:t>
            </a:r>
            <a:endParaRPr lang="zh-CN" altLang="en-US" b="0" dirty="0">
              <a:solidFill>
                <a:srgbClr val="333333"/>
              </a:solidFill>
              <a:effectLst/>
              <a:latin typeface="+mj-lt"/>
            </a:endParaRPr>
          </a:p>
          <a:p>
            <a:r>
              <a:rPr lang="zh-CN" altLang="en-US" b="0" dirty="0">
                <a:solidFill>
                  <a:srgbClr val="333333"/>
                </a:solidFill>
                <a:effectLst/>
                <a:latin typeface="+mj-lt"/>
              </a:rPr>
              <a:t>    </a:t>
            </a:r>
            <a:r>
              <a:rPr lang="en-US" altLang="zh-CN" b="0" dirty="0">
                <a:solidFill>
                  <a:srgbClr val="4B69C6"/>
                </a:solidFill>
                <a:effectLst/>
                <a:latin typeface="+mj-lt"/>
              </a:rPr>
              <a:t>return</a:t>
            </a:r>
            <a:r>
              <a:rPr lang="en-US" altLang="zh-CN" b="0" dirty="0">
                <a:solidFill>
                  <a:srgbClr val="333333"/>
                </a:solidFill>
                <a:effectLst/>
                <a:latin typeface="+mj-lt"/>
              </a:rPr>
              <a:t> </a:t>
            </a:r>
            <a:r>
              <a:rPr lang="en-US" altLang="zh-CN" b="0" dirty="0" err="1">
                <a:solidFill>
                  <a:srgbClr val="7A3E9D"/>
                </a:solidFill>
                <a:effectLst/>
                <a:latin typeface="+mj-lt"/>
              </a:rPr>
              <a:t>score_ls</a:t>
            </a:r>
            <a:r>
              <a:rPr lang="en-US" altLang="zh-CN" b="0" dirty="0">
                <a:solidFill>
                  <a:srgbClr val="333333"/>
                </a:solidFill>
                <a:effectLst/>
                <a:latin typeface="+mj-lt"/>
              </a:rPr>
              <a:t>                                  	</a:t>
            </a:r>
            <a:r>
              <a:rPr lang="en-US" altLang="zh-CN" b="0" dirty="0">
                <a:solidFill>
                  <a:srgbClr val="AAAAAA"/>
                </a:solidFill>
                <a:effectLst/>
                <a:latin typeface="+mj-lt"/>
              </a:rPr>
              <a:t># </a:t>
            </a:r>
            <a:r>
              <a:rPr lang="zh-CN" altLang="en-US" b="0" dirty="0">
                <a:solidFill>
                  <a:srgbClr val="AAAAAA"/>
                </a:solidFill>
                <a:effectLst/>
                <a:latin typeface="+mj-lt"/>
              </a:rPr>
              <a:t>返回元素为字典的列表</a:t>
            </a:r>
            <a:endParaRPr lang="zh-CN" altLang="en-US" b="0" dirty="0">
              <a:solidFill>
                <a:srgbClr val="333333"/>
              </a:solidFill>
              <a:effectLst/>
              <a:latin typeface="+mj-lt"/>
            </a:endParaRPr>
          </a:p>
          <a:p>
            <a:br>
              <a:rPr lang="zh-CN" altLang="en-US" b="0" dirty="0">
                <a:solidFill>
                  <a:srgbClr val="333333"/>
                </a:solidFill>
                <a:effectLst/>
                <a:latin typeface="+mj-lt"/>
              </a:rPr>
            </a:br>
            <a:r>
              <a:rPr lang="en-US" altLang="zh-CN" b="0" dirty="0">
                <a:solidFill>
                  <a:srgbClr val="4B69C6"/>
                </a:solidFill>
                <a:effectLst/>
                <a:latin typeface="+mj-lt"/>
              </a:rPr>
              <a:t>if</a:t>
            </a:r>
            <a:r>
              <a:rPr lang="en-US" altLang="zh-CN" b="0" dirty="0">
                <a:solidFill>
                  <a:srgbClr val="333333"/>
                </a:solidFill>
                <a:effectLst/>
                <a:latin typeface="+mj-lt"/>
              </a:rPr>
              <a:t> </a:t>
            </a:r>
            <a:r>
              <a:rPr lang="en-US" altLang="zh-CN" b="0" dirty="0">
                <a:solidFill>
                  <a:srgbClr val="7A3E9D"/>
                </a:solidFill>
                <a:effectLst/>
                <a:latin typeface="+mj-lt"/>
              </a:rPr>
              <a:t>__name__</a:t>
            </a:r>
            <a:r>
              <a:rPr lang="en-US" altLang="zh-CN" b="0" dirty="0">
                <a:solidFill>
                  <a:srgbClr val="333333"/>
                </a:solidFill>
                <a:effectLst/>
                <a:latin typeface="+mj-lt"/>
              </a:rPr>
              <a:t> </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777777"/>
                </a:solidFill>
                <a:effectLst/>
                <a:latin typeface="+mj-lt"/>
              </a:rPr>
              <a:t>'</a:t>
            </a:r>
            <a:r>
              <a:rPr lang="en-US" altLang="zh-CN" b="0" dirty="0">
                <a:solidFill>
                  <a:srgbClr val="448C27"/>
                </a:solidFill>
                <a:effectLst/>
                <a:latin typeface="+mj-lt"/>
              </a:rPr>
              <a:t>__main__</a:t>
            </a:r>
            <a:r>
              <a:rPr lang="en-US" altLang="zh-CN" b="0" dirty="0">
                <a:solidFill>
                  <a:srgbClr val="777777"/>
                </a:solidFill>
                <a:effectLst/>
                <a:latin typeface="+mj-lt"/>
              </a:rPr>
              <a:t>':</a:t>
            </a:r>
            <a:r>
              <a:rPr lang="en-US" altLang="zh-CN" b="0" dirty="0">
                <a:solidFill>
                  <a:srgbClr val="333333"/>
                </a:solidFill>
                <a:effectLst/>
                <a:latin typeface="+mj-lt"/>
              </a:rPr>
              <a:t> </a:t>
            </a:r>
            <a:endParaRPr lang="en-US" altLang="zh-CN" b="0" dirty="0">
              <a:solidFill>
                <a:srgbClr val="333333"/>
              </a:solidFill>
              <a:effectLst/>
              <a:latin typeface="+mj-lt"/>
            </a:endParaRPr>
          </a:p>
          <a:p>
            <a:r>
              <a:rPr lang="en-US" altLang="zh-CN" b="0" dirty="0">
                <a:solidFill>
                  <a:srgbClr val="333333"/>
                </a:solidFill>
                <a:effectLst/>
                <a:latin typeface="+mj-lt"/>
              </a:rPr>
              <a:t>    </a:t>
            </a:r>
            <a:r>
              <a:rPr lang="en-US" altLang="zh-CN" b="0" dirty="0">
                <a:solidFill>
                  <a:srgbClr val="7A3E9D"/>
                </a:solidFill>
                <a:effectLst/>
                <a:latin typeface="+mj-lt"/>
              </a:rPr>
              <a:t>file</a:t>
            </a:r>
            <a:r>
              <a:rPr lang="en-US" altLang="zh-CN" b="0" dirty="0">
                <a:solidFill>
                  <a:srgbClr val="333333"/>
                </a:solidFill>
                <a:effectLst/>
                <a:latin typeface="+mj-lt"/>
              </a:rPr>
              <a:t> </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777777"/>
                </a:solidFill>
                <a:effectLst/>
                <a:latin typeface="+mj-lt"/>
              </a:rPr>
              <a:t>'</a:t>
            </a:r>
            <a:r>
              <a:rPr lang="en-US" altLang="zh-CN" b="0" dirty="0">
                <a:solidFill>
                  <a:srgbClr val="448C27"/>
                </a:solidFill>
                <a:effectLst/>
                <a:latin typeface="+mj-lt"/>
              </a:rPr>
              <a:t>score.csv</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AAAAAA"/>
                </a:solidFill>
                <a:effectLst/>
                <a:latin typeface="+mj-lt"/>
              </a:rPr>
              <a:t># </a:t>
            </a:r>
            <a:r>
              <a:rPr lang="zh-CN" altLang="en-US" b="0" dirty="0">
                <a:solidFill>
                  <a:srgbClr val="AAAAAA"/>
                </a:solidFill>
                <a:effectLst/>
                <a:latin typeface="+mj-lt"/>
              </a:rPr>
              <a:t>定义文件名变量</a:t>
            </a:r>
            <a:endParaRPr lang="zh-CN" altLang="en-US" b="0" dirty="0">
              <a:solidFill>
                <a:srgbClr val="333333"/>
              </a:solidFill>
              <a:effectLst/>
              <a:latin typeface="+mj-lt"/>
            </a:endParaRPr>
          </a:p>
          <a:p>
            <a:r>
              <a:rPr lang="zh-CN" altLang="en-US" b="0" dirty="0">
                <a:solidFill>
                  <a:srgbClr val="333333"/>
                </a:solidFill>
                <a:effectLst/>
                <a:latin typeface="+mj-lt"/>
              </a:rPr>
              <a:t>    </a:t>
            </a:r>
            <a:r>
              <a:rPr lang="en-US" altLang="zh-CN" b="0" dirty="0" err="1">
                <a:solidFill>
                  <a:srgbClr val="7A3E9D"/>
                </a:solidFill>
                <a:effectLst/>
                <a:latin typeface="+mj-lt"/>
              </a:rPr>
              <a:t>score_lst</a:t>
            </a:r>
            <a:r>
              <a:rPr lang="en-US" altLang="zh-CN" b="0" dirty="0">
                <a:solidFill>
                  <a:srgbClr val="333333"/>
                </a:solidFill>
                <a:effectLst/>
                <a:latin typeface="+mj-lt"/>
              </a:rPr>
              <a:t> </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1" dirty="0" err="1">
                <a:solidFill>
                  <a:srgbClr val="AA3731"/>
                </a:solidFill>
                <a:effectLst/>
                <a:latin typeface="+mj-lt"/>
              </a:rPr>
              <a:t>read_file</a:t>
            </a:r>
            <a:r>
              <a:rPr lang="en-US" altLang="zh-CN" b="0" dirty="0">
                <a:solidFill>
                  <a:srgbClr val="777777"/>
                </a:solidFill>
                <a:effectLst/>
                <a:latin typeface="+mj-lt"/>
              </a:rPr>
              <a:t>(</a:t>
            </a:r>
            <a:r>
              <a:rPr lang="en-US" altLang="zh-CN" b="0" dirty="0">
                <a:solidFill>
                  <a:srgbClr val="7A3E9D"/>
                </a:solidFill>
                <a:effectLst/>
                <a:latin typeface="+mj-lt"/>
              </a:rPr>
              <a:t>file</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AAAAAA"/>
                </a:solidFill>
                <a:effectLst/>
                <a:latin typeface="+mj-lt"/>
              </a:rPr>
              <a:t># </a:t>
            </a:r>
            <a:r>
              <a:rPr lang="zh-CN" altLang="en-US" b="0" dirty="0">
                <a:solidFill>
                  <a:srgbClr val="AAAAAA"/>
                </a:solidFill>
                <a:effectLst/>
                <a:latin typeface="+mj-lt"/>
              </a:rPr>
              <a:t>获得成绩列表</a:t>
            </a:r>
            <a:endParaRPr lang="zh-CN" altLang="en-US" b="0" dirty="0">
              <a:solidFill>
                <a:srgbClr val="333333"/>
              </a:solidFill>
              <a:effectLst/>
              <a:latin typeface="+mj-lt"/>
            </a:endParaRPr>
          </a:p>
          <a:p>
            <a:r>
              <a:rPr lang="zh-CN" altLang="en-US" b="0" dirty="0">
                <a:solidFill>
                  <a:srgbClr val="333333"/>
                </a:solidFill>
                <a:effectLst/>
                <a:latin typeface="+mj-lt"/>
              </a:rPr>
              <a:t>    </a:t>
            </a:r>
            <a:r>
              <a:rPr lang="en-US" altLang="zh-CN" b="1" dirty="0">
                <a:solidFill>
                  <a:srgbClr val="AA3731"/>
                </a:solidFill>
                <a:effectLst/>
                <a:latin typeface="+mj-lt"/>
              </a:rPr>
              <a:t>print</a:t>
            </a:r>
            <a:r>
              <a:rPr lang="en-US" altLang="zh-CN" b="0" dirty="0">
                <a:solidFill>
                  <a:srgbClr val="777777"/>
                </a:solidFill>
                <a:effectLst/>
                <a:latin typeface="+mj-lt"/>
              </a:rPr>
              <a:t>(</a:t>
            </a:r>
            <a:r>
              <a:rPr lang="en-US" altLang="zh-CN" b="0" dirty="0" err="1">
                <a:solidFill>
                  <a:srgbClr val="7A3E9D"/>
                </a:solidFill>
                <a:effectLst/>
                <a:latin typeface="+mj-lt"/>
              </a:rPr>
              <a:t>score_lst</a:t>
            </a:r>
            <a:r>
              <a:rPr lang="en-US" altLang="zh-CN" b="0" dirty="0">
                <a:solidFill>
                  <a:srgbClr val="777777"/>
                </a:solidFill>
                <a:effectLst/>
                <a:latin typeface="+mj-lt"/>
              </a:rPr>
              <a:t>)</a:t>
            </a:r>
            <a:endParaRPr lang="en-US" altLang="zh-CN" b="0" dirty="0">
              <a:solidFill>
                <a:srgbClr val="333333"/>
              </a:solidFill>
              <a:effectLst/>
              <a:latin typeface="+mj-lt"/>
            </a:endParaRPr>
          </a:p>
        </p:txBody>
      </p:sp>
      <p:sp>
        <p:nvSpPr>
          <p:cNvPr id="7" name="内容占位符 6"/>
          <p:cNvSpPr>
            <a:spLocks noGrp="1"/>
          </p:cNvSpPr>
          <p:nvPr>
            <p:ph sz="quarter" idx="14"/>
          </p:nvPr>
        </p:nvSpPr>
        <p:spPr/>
        <p:txBody>
          <a:bodyPr/>
          <a:lstStyle/>
          <a:p>
            <a:r>
              <a:rPr lang="zh-CN" altLang="en-US" dirty="0"/>
              <a:t>实例 </a:t>
            </a:r>
            <a:endParaRPr lang="zh-CN" alt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7.4 CSV </a:t>
            </a:r>
            <a:r>
              <a:rPr lang="zh-CN" altLang="en-US" dirty="0"/>
              <a:t>格式与 </a:t>
            </a:r>
            <a:r>
              <a:rPr lang="en-US" altLang="zh-CN" dirty="0"/>
              <a:t>JSON </a:t>
            </a:r>
            <a:r>
              <a:rPr lang="zh-CN" altLang="en-US" dirty="0"/>
              <a:t>格式转换</a:t>
            </a:r>
            <a:endParaRPr lang="zh-CN" altLang="en-US" dirty="0"/>
          </a:p>
        </p:txBody>
      </p:sp>
      <p:sp>
        <p:nvSpPr>
          <p:cNvPr id="7" name="内容占位符 6"/>
          <p:cNvSpPr>
            <a:spLocks noGrp="1"/>
          </p:cNvSpPr>
          <p:nvPr>
            <p:ph sz="quarter" idx="14"/>
          </p:nvPr>
        </p:nvSpPr>
        <p:spPr/>
        <p:txBody>
          <a:bodyPr/>
          <a:lstStyle/>
          <a:p>
            <a:r>
              <a:rPr lang="zh-CN" altLang="en-US" dirty="0"/>
              <a:t>实例 </a:t>
            </a:r>
            <a:endParaRPr lang="zh-CN" altLang="en-US" dirty="0"/>
          </a:p>
        </p:txBody>
      </p:sp>
      <p:sp>
        <p:nvSpPr>
          <p:cNvPr id="4" name="内容占位符 1"/>
          <p:cNvSpPr txBox="1"/>
          <p:nvPr/>
        </p:nvSpPr>
        <p:spPr>
          <a:xfrm>
            <a:off x="1379189" y="1524000"/>
            <a:ext cx="8405351" cy="4052322"/>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25000"/>
              </a:lnSpc>
              <a:buClr>
                <a:sysClr val="windowText" lastClr="000000"/>
              </a:buClr>
            </a:pPr>
            <a:r>
              <a:rPr lang="zh-CN" altLang="en-US" sz="2400" dirty="0">
                <a:solidFill>
                  <a:sysClr val="windowText" lastClr="000000"/>
                </a:solidFill>
                <a:latin typeface="微软雅黑" panose="020B0503020204020204" pitchFamily="34" charset="-122"/>
                <a:ea typeface="微软雅黑" panose="020B0503020204020204" pitchFamily="34" charset="-122"/>
              </a:rPr>
              <a:t>查看输出的文件格式：</a:t>
            </a:r>
            <a:endParaRPr lang="en-US" altLang="zh-CN" sz="2400" dirty="0">
              <a:solidFill>
                <a:sysClr val="windowText" lastClr="000000"/>
              </a:solidFill>
              <a:latin typeface="微软雅黑" panose="020B0503020204020204" pitchFamily="34" charset="-122"/>
              <a:ea typeface="微软雅黑" panose="020B0503020204020204" pitchFamily="34" charset="-122"/>
            </a:endParaRPr>
          </a:p>
          <a:p>
            <a:pPr marL="495300" lvl="1" indent="0">
              <a:lnSpc>
                <a:spcPct val="150000"/>
              </a:lnSpc>
              <a:spcBef>
                <a:spcPts val="1200"/>
              </a:spcBef>
              <a:spcAft>
                <a:spcPts val="250"/>
              </a:spcAft>
              <a:buNone/>
            </a:pP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kern="0" dirty="0" err="1">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姓名</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kern="0" dirty="0" err="1">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罗明</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kern="0" dirty="0" err="1">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C语言</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'95'</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'Java'</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'96'</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'Python'</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'85'</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'C#'</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'63'</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br>
              <a:rPr lang="en-US" altLang="zh-CN" sz="2000" kern="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b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kern="0" dirty="0" err="1">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姓名</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kern="0" dirty="0" err="1">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朱佳</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kern="0" dirty="0" err="1">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C语言</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'75'</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'Java'</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'93'</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'Python'</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'66'</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'C#'</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'85'</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br>
              <a:rPr lang="en-US" altLang="zh-CN" sz="2000" kern="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b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kern="0" dirty="0" err="1">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姓名</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kern="0" dirty="0" err="1">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李思</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kern="0" dirty="0" err="1">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C语言</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'86'</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'Java'</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'76'</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'Python'</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'96'</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'C#'</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'93'</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br>
              <a:rPr lang="en-US" altLang="zh-CN" sz="2000" kern="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b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kern="0" dirty="0" err="1">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姓名</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kern="0" dirty="0" err="1">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郑君</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kern="0" dirty="0" err="1">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C语言</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'88'</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'Java'</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'98'</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'Python'</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'76'</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'C#'</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'90'</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br>
              <a:rPr lang="en-US" altLang="zh-CN" sz="2000" kern="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b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kern="0" dirty="0" err="1">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姓名</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kern="0" dirty="0" err="1">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王雪</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kern="0" dirty="0" err="1">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C语言</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'99'</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'Java'</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'96'</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'Python'</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'91'</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'C#'</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'88'</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br>
              <a:rPr lang="en-US" altLang="zh-CN" sz="2000" kern="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b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kern="0" dirty="0" err="1">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姓名</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kern="0" dirty="0" err="1">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李立</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kern="0" dirty="0" err="1">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C语言</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'82'</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'Java'</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'66'</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'Python'</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'100'</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'C#'</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'77'</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7.4 CSV </a:t>
            </a:r>
            <a:r>
              <a:rPr lang="zh-CN" altLang="en-US" dirty="0"/>
              <a:t>格式与 </a:t>
            </a:r>
            <a:r>
              <a:rPr lang="en-US" altLang="zh-CN" dirty="0"/>
              <a:t>JSON </a:t>
            </a:r>
            <a:r>
              <a:rPr lang="zh-CN" altLang="en-US" dirty="0"/>
              <a:t>格式转换</a:t>
            </a:r>
            <a:endParaRPr lang="zh-CN" altLang="en-US" dirty="0"/>
          </a:p>
        </p:txBody>
      </p:sp>
      <p:sp>
        <p:nvSpPr>
          <p:cNvPr id="7" name="内容占位符 6"/>
          <p:cNvSpPr>
            <a:spLocks noGrp="1"/>
          </p:cNvSpPr>
          <p:nvPr>
            <p:ph sz="quarter" idx="14"/>
          </p:nvPr>
        </p:nvSpPr>
        <p:spPr/>
        <p:txBody>
          <a:bodyPr/>
          <a:lstStyle/>
          <a:p>
            <a:r>
              <a:rPr lang="zh-CN" altLang="en-US" dirty="0"/>
              <a:t>实例 </a:t>
            </a:r>
            <a:endParaRPr lang="zh-CN" altLang="en-US" dirty="0"/>
          </a:p>
        </p:txBody>
      </p:sp>
      <p:sp>
        <p:nvSpPr>
          <p:cNvPr id="2" name="内容占位符 1"/>
          <p:cNvSpPr txBox="1"/>
          <p:nvPr/>
        </p:nvSpPr>
        <p:spPr>
          <a:xfrm>
            <a:off x="780061" y="1427446"/>
            <a:ext cx="10631877" cy="1305922"/>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50000"/>
              </a:lnSpc>
              <a:spcBef>
                <a:spcPts val="500"/>
              </a:spcBef>
              <a:defRPr/>
            </a:pPr>
            <a:r>
              <a:rPr lang="zh-CN" altLang="en-US" sz="2400" dirty="0">
                <a:solidFill>
                  <a:sysClr val="windowText" lastClr="000000"/>
                </a:solidFill>
                <a:latin typeface="微软雅黑" panose="020B0503020204020204" pitchFamily="34" charset="-122"/>
                <a:ea typeface="微软雅黑" panose="020B0503020204020204" pitchFamily="34" charset="-122"/>
              </a:rPr>
              <a:t>再以创建</a:t>
            </a:r>
            <a:r>
              <a:rPr lang="zh-CN" altLang="en-US" sz="2400" b="1" dirty="0">
                <a:solidFill>
                  <a:schemeClr val="accent2"/>
                </a:solidFill>
                <a:latin typeface="微软雅黑" panose="020B0503020204020204" pitchFamily="34" charset="-122"/>
                <a:ea typeface="微软雅黑" panose="020B0503020204020204" pitchFamily="34" charset="-122"/>
              </a:rPr>
              <a:t>写</a:t>
            </a:r>
            <a:r>
              <a:rPr lang="zh-CN" altLang="en-US" sz="2400" dirty="0">
                <a:solidFill>
                  <a:sysClr val="windowText" lastClr="000000"/>
                </a:solidFill>
                <a:latin typeface="微软雅黑" panose="020B0503020204020204" pitchFamily="34" charset="-122"/>
                <a:ea typeface="微软雅黑" panose="020B0503020204020204" pitchFamily="34" charset="-122"/>
              </a:rPr>
              <a:t>的模式打开 </a:t>
            </a:r>
            <a:r>
              <a:rPr lang="en-US" altLang="zh-CN" sz="2400" dirty="0">
                <a:solidFill>
                  <a:sysClr val="windowText" lastClr="000000"/>
                </a:solidFill>
                <a:latin typeface="微软雅黑" panose="020B0503020204020204" pitchFamily="34" charset="-122"/>
                <a:ea typeface="微软雅黑" panose="020B0503020204020204" pitchFamily="34" charset="-122"/>
              </a:rPr>
              <a:t>JSON </a:t>
            </a:r>
            <a:r>
              <a:rPr lang="zh-CN" altLang="en-US" sz="2400" dirty="0">
                <a:solidFill>
                  <a:sysClr val="windowText" lastClr="000000"/>
                </a:solidFill>
                <a:latin typeface="微软雅黑" panose="020B0503020204020204" pitchFamily="34" charset="-122"/>
                <a:ea typeface="微软雅黑" panose="020B0503020204020204" pitchFamily="34" charset="-122"/>
              </a:rPr>
              <a:t>文件对象，再用 </a:t>
            </a:r>
            <a:r>
              <a:rPr lang="en-US" altLang="zh-CN" sz="2400" dirty="0">
                <a:solidFill>
                  <a:sysClr val="windowText" lastClr="000000"/>
                </a:solidFill>
                <a:latin typeface="微软雅黑" panose="020B0503020204020204" pitchFamily="34" charset="-122"/>
                <a:ea typeface="微软雅黑" panose="020B0503020204020204" pitchFamily="34" charset="-122"/>
              </a:rPr>
              <a:t>dump() </a:t>
            </a:r>
            <a:r>
              <a:rPr lang="zh-CN" altLang="en-US" sz="2400" dirty="0">
                <a:solidFill>
                  <a:sysClr val="windowText" lastClr="000000"/>
                </a:solidFill>
                <a:latin typeface="微软雅黑" panose="020B0503020204020204" pitchFamily="34" charset="-122"/>
                <a:ea typeface="微软雅黑" panose="020B0503020204020204" pitchFamily="34" charset="-122"/>
              </a:rPr>
              <a:t>函数将列表中的字典对象编码为 </a:t>
            </a:r>
            <a:r>
              <a:rPr lang="en-US" altLang="zh-CN" sz="2400" dirty="0">
                <a:solidFill>
                  <a:sysClr val="windowText" lastClr="000000"/>
                </a:solidFill>
                <a:latin typeface="微软雅黑" panose="020B0503020204020204" pitchFamily="34" charset="-122"/>
                <a:ea typeface="微软雅黑" panose="020B0503020204020204" pitchFamily="34" charset="-122"/>
              </a:rPr>
              <a:t>JSON </a:t>
            </a:r>
            <a:r>
              <a:rPr lang="zh-CN" altLang="en-US" sz="2400" dirty="0">
                <a:solidFill>
                  <a:sysClr val="windowText" lastClr="000000"/>
                </a:solidFill>
                <a:latin typeface="微软雅黑" panose="020B0503020204020204" pitchFamily="34" charset="-122"/>
                <a:ea typeface="微软雅黑" panose="020B0503020204020204" pitchFamily="34" charset="-122"/>
              </a:rPr>
              <a:t>格式并写入到文件“</a:t>
            </a:r>
            <a:r>
              <a:rPr lang="en-US" altLang="zh-CN" sz="2400" dirty="0" err="1">
                <a:solidFill>
                  <a:sysClr val="windowText" lastClr="000000"/>
                </a:solidFill>
                <a:latin typeface="微软雅黑" panose="020B0503020204020204" pitchFamily="34" charset="-122"/>
                <a:ea typeface="微软雅黑" panose="020B0503020204020204" pitchFamily="34" charset="-122"/>
              </a:rPr>
              <a:t>score.json</a:t>
            </a:r>
            <a:r>
              <a:rPr lang="en-US" altLang="zh-CN" sz="2400" dirty="0">
                <a:solidFill>
                  <a:sysClr val="windowText" lastClr="000000"/>
                </a:solidFill>
                <a:latin typeface="微软雅黑" panose="020B0503020204020204" pitchFamily="34" charset="-122"/>
                <a:ea typeface="微软雅黑" panose="020B0503020204020204" pitchFamily="34" charset="-122"/>
              </a:rPr>
              <a:t>”</a:t>
            </a:r>
            <a:r>
              <a:rPr lang="zh-CN" altLang="en-US" sz="2400" dirty="0">
                <a:solidFill>
                  <a:sysClr val="windowText" lastClr="000000"/>
                </a:solidFill>
                <a:latin typeface="微软雅黑" panose="020B0503020204020204" pitchFamily="34" charset="-122"/>
                <a:ea typeface="微软雅黑" panose="020B0503020204020204" pitchFamily="34" charset="-122"/>
              </a:rPr>
              <a:t>中。</a:t>
            </a:r>
            <a:endParaRPr lang="en-US" altLang="zh-CN" sz="2400" dirty="0">
              <a:solidFill>
                <a:sysClr val="windowText" lastClr="000000"/>
              </a:solidFill>
              <a:latin typeface="微软雅黑" panose="020B0503020204020204" pitchFamily="34" charset="-122"/>
              <a:ea typeface="微软雅黑" panose="020B0503020204020204" pitchFamily="34" charset="-122"/>
            </a:endParaRPr>
          </a:p>
        </p:txBody>
      </p:sp>
      <p:sp>
        <p:nvSpPr>
          <p:cNvPr id="3" name="内容占位符 5"/>
          <p:cNvSpPr txBox="1"/>
          <p:nvPr/>
        </p:nvSpPr>
        <p:spPr>
          <a:xfrm>
            <a:off x="780061" y="2733364"/>
            <a:ext cx="10631877" cy="2566223"/>
          </a:xfrm>
          <a:prstGeom prst="roundRect">
            <a:avLst>
              <a:gd name="adj" fmla="val 16721"/>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dirty="0">
                <a:solidFill>
                  <a:srgbClr val="4B69C6"/>
                </a:solidFill>
                <a:latin typeface="+mj-lt"/>
              </a:rPr>
              <a:t>import</a:t>
            </a:r>
            <a:r>
              <a:rPr lang="en-US" altLang="zh-CN" dirty="0">
                <a:solidFill>
                  <a:srgbClr val="333333"/>
                </a:solidFill>
                <a:latin typeface="+mj-lt"/>
              </a:rPr>
              <a:t> </a:t>
            </a:r>
            <a:r>
              <a:rPr lang="en-US" altLang="zh-CN" b="1" dirty="0" err="1">
                <a:solidFill>
                  <a:srgbClr val="7A3E9D"/>
                </a:solidFill>
                <a:latin typeface="+mj-lt"/>
              </a:rPr>
              <a:t>json</a:t>
            </a:r>
            <a:endParaRPr lang="en-US" altLang="zh-CN" dirty="0">
              <a:solidFill>
                <a:srgbClr val="333333"/>
              </a:solidFill>
              <a:latin typeface="+mj-lt"/>
            </a:endParaRPr>
          </a:p>
          <a:p>
            <a:br>
              <a:rPr lang="en-US" altLang="zh-CN" dirty="0">
                <a:solidFill>
                  <a:srgbClr val="333333"/>
                </a:solidFill>
                <a:latin typeface="+mj-lt"/>
              </a:rPr>
            </a:br>
            <a:r>
              <a:rPr lang="en-US" altLang="zh-CN" dirty="0">
                <a:solidFill>
                  <a:srgbClr val="7A3E9D"/>
                </a:solidFill>
                <a:latin typeface="+mj-lt"/>
              </a:rPr>
              <a:t>def</a:t>
            </a:r>
            <a:r>
              <a:rPr lang="en-US" altLang="zh-CN" dirty="0">
                <a:solidFill>
                  <a:srgbClr val="333333"/>
                </a:solidFill>
                <a:latin typeface="+mj-lt"/>
              </a:rPr>
              <a:t> </a:t>
            </a:r>
            <a:r>
              <a:rPr lang="en-US" altLang="zh-CN" b="1" dirty="0" err="1">
                <a:solidFill>
                  <a:srgbClr val="AA3731"/>
                </a:solidFill>
                <a:latin typeface="+mj-lt"/>
              </a:rPr>
              <a:t>write_json</a:t>
            </a:r>
            <a:r>
              <a:rPr lang="en-US" altLang="zh-CN" dirty="0">
                <a:solidFill>
                  <a:srgbClr val="777777"/>
                </a:solidFill>
                <a:latin typeface="+mj-lt"/>
              </a:rPr>
              <a:t>(</a:t>
            </a:r>
            <a:r>
              <a:rPr lang="en-US" altLang="zh-CN" dirty="0" err="1">
                <a:solidFill>
                  <a:srgbClr val="7A3E9D"/>
                </a:solidFill>
                <a:latin typeface="+mj-lt"/>
              </a:rPr>
              <a:t>score_ls</a:t>
            </a:r>
            <a:r>
              <a:rPr lang="en-US" altLang="zh-CN" dirty="0">
                <a:solidFill>
                  <a:srgbClr val="777777"/>
                </a:solidFill>
                <a:latin typeface="+mj-lt"/>
              </a:rPr>
              <a:t>):</a:t>
            </a:r>
            <a:r>
              <a:rPr lang="en-US" altLang="zh-CN" dirty="0">
                <a:solidFill>
                  <a:srgbClr val="333333"/>
                </a:solidFill>
                <a:latin typeface="+mj-lt"/>
              </a:rPr>
              <a:t> </a:t>
            </a:r>
            <a:endParaRPr lang="en-US" altLang="zh-CN" dirty="0">
              <a:solidFill>
                <a:srgbClr val="333333"/>
              </a:solidFill>
              <a:latin typeface="+mj-lt"/>
            </a:endParaRPr>
          </a:p>
          <a:p>
            <a:r>
              <a:rPr lang="en-US" altLang="zh-CN" dirty="0">
                <a:solidFill>
                  <a:srgbClr val="333333"/>
                </a:solidFill>
                <a:latin typeface="+mj-lt"/>
              </a:rPr>
              <a:t>    </a:t>
            </a:r>
            <a:r>
              <a:rPr lang="en-US" altLang="zh-CN" dirty="0">
                <a:solidFill>
                  <a:srgbClr val="4B69C6"/>
                </a:solidFill>
                <a:latin typeface="+mj-lt"/>
              </a:rPr>
              <a:t>with</a:t>
            </a:r>
            <a:r>
              <a:rPr lang="en-US" altLang="zh-CN" dirty="0">
                <a:solidFill>
                  <a:srgbClr val="333333"/>
                </a:solidFill>
                <a:latin typeface="+mj-lt"/>
              </a:rPr>
              <a:t> </a:t>
            </a:r>
            <a:r>
              <a:rPr lang="en-US" altLang="zh-CN" b="1" dirty="0">
                <a:solidFill>
                  <a:srgbClr val="AA3731"/>
                </a:solidFill>
                <a:latin typeface="+mj-lt"/>
              </a:rPr>
              <a:t>open</a:t>
            </a:r>
            <a:r>
              <a:rPr lang="en-US" altLang="zh-CN" dirty="0">
                <a:solidFill>
                  <a:srgbClr val="777777"/>
                </a:solidFill>
                <a:latin typeface="+mj-lt"/>
              </a:rPr>
              <a:t>('</a:t>
            </a:r>
            <a:r>
              <a:rPr lang="en-US" altLang="zh-CN" dirty="0" err="1">
                <a:solidFill>
                  <a:srgbClr val="448C27"/>
                </a:solidFill>
                <a:latin typeface="+mj-lt"/>
              </a:rPr>
              <a:t>score.json</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448C27"/>
                </a:solidFill>
                <a:latin typeface="+mj-lt"/>
              </a:rPr>
              <a:t>w</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encoding</a:t>
            </a:r>
            <a:r>
              <a:rPr lang="en-US" altLang="zh-CN" dirty="0">
                <a:solidFill>
                  <a:srgbClr val="777777"/>
                </a:solidFill>
                <a:latin typeface="+mj-lt"/>
              </a:rPr>
              <a:t>='</a:t>
            </a:r>
            <a:r>
              <a:rPr lang="en-US" altLang="zh-CN" dirty="0">
                <a:solidFill>
                  <a:srgbClr val="448C27"/>
                </a:solidFill>
                <a:latin typeface="+mj-lt"/>
              </a:rPr>
              <a:t>utf-8</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4B69C6"/>
                </a:solidFill>
                <a:latin typeface="+mj-lt"/>
              </a:rPr>
              <a:t>as</a:t>
            </a:r>
            <a:r>
              <a:rPr lang="en-US" altLang="zh-CN" dirty="0">
                <a:solidFill>
                  <a:srgbClr val="333333"/>
                </a:solidFill>
                <a:latin typeface="+mj-lt"/>
              </a:rPr>
              <a:t> </a:t>
            </a:r>
            <a:r>
              <a:rPr lang="en-US" altLang="zh-CN" dirty="0" err="1">
                <a:solidFill>
                  <a:srgbClr val="7A3E9D"/>
                </a:solidFill>
                <a:latin typeface="+mj-lt"/>
              </a:rPr>
              <a:t>fw</a:t>
            </a:r>
            <a:r>
              <a:rPr lang="en-US" altLang="zh-CN" dirty="0">
                <a:solidFill>
                  <a:srgbClr val="777777"/>
                </a:solidFill>
                <a:latin typeface="+mj-lt"/>
              </a:rPr>
              <a:t>:</a:t>
            </a:r>
            <a:r>
              <a:rPr lang="en-US" altLang="zh-CN" dirty="0">
                <a:solidFill>
                  <a:srgbClr val="333333"/>
                </a:solidFill>
                <a:latin typeface="+mj-lt"/>
              </a:rPr>
              <a:t> </a:t>
            </a:r>
            <a:endParaRPr lang="en-US" altLang="zh-CN" dirty="0">
              <a:solidFill>
                <a:srgbClr val="333333"/>
              </a:solidFill>
              <a:latin typeface="+mj-lt"/>
            </a:endParaRPr>
          </a:p>
          <a:p>
            <a:r>
              <a:rPr lang="en-US" altLang="zh-CN" dirty="0">
                <a:solidFill>
                  <a:srgbClr val="333333"/>
                </a:solidFill>
                <a:latin typeface="+mj-lt"/>
              </a:rPr>
              <a:t>        </a:t>
            </a:r>
            <a:r>
              <a:rPr lang="en-US" altLang="zh-CN" b="1" dirty="0">
                <a:solidFill>
                  <a:srgbClr val="7A3E9D"/>
                </a:solidFill>
                <a:latin typeface="+mj-lt"/>
              </a:rPr>
              <a:t>json</a:t>
            </a:r>
            <a:r>
              <a:rPr lang="en-US" altLang="zh-CN" dirty="0">
                <a:solidFill>
                  <a:srgbClr val="777777"/>
                </a:solidFill>
                <a:latin typeface="+mj-lt"/>
              </a:rPr>
              <a:t>.</a:t>
            </a:r>
            <a:r>
              <a:rPr lang="en-US" altLang="zh-CN" b="1" dirty="0">
                <a:solidFill>
                  <a:srgbClr val="AA3731"/>
                </a:solidFill>
                <a:latin typeface="+mj-lt"/>
              </a:rPr>
              <a:t>dump</a:t>
            </a:r>
            <a:r>
              <a:rPr lang="en-US" altLang="zh-CN" dirty="0">
                <a:solidFill>
                  <a:srgbClr val="777777"/>
                </a:solidFill>
                <a:latin typeface="+mj-lt"/>
              </a:rPr>
              <a:t>(</a:t>
            </a:r>
            <a:r>
              <a:rPr lang="en-US" altLang="zh-CN" dirty="0" err="1">
                <a:solidFill>
                  <a:srgbClr val="7A3E9D"/>
                </a:solidFill>
                <a:latin typeface="+mj-lt"/>
              </a:rPr>
              <a:t>score_ls</a:t>
            </a:r>
            <a:r>
              <a:rPr lang="en-US" altLang="zh-CN" dirty="0">
                <a:solidFill>
                  <a:srgbClr val="777777"/>
                </a:solidFill>
                <a:latin typeface="+mj-lt"/>
              </a:rPr>
              <a:t>,</a:t>
            </a:r>
            <a:r>
              <a:rPr lang="en-US" altLang="zh-CN" dirty="0">
                <a:solidFill>
                  <a:srgbClr val="333333"/>
                </a:solidFill>
                <a:latin typeface="+mj-lt"/>
              </a:rPr>
              <a:t> </a:t>
            </a:r>
            <a:r>
              <a:rPr lang="en-US" altLang="zh-CN" dirty="0" err="1">
                <a:solidFill>
                  <a:srgbClr val="7A3E9D"/>
                </a:solidFill>
                <a:latin typeface="+mj-lt"/>
              </a:rPr>
              <a:t>fw</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indent</a:t>
            </a:r>
            <a:r>
              <a:rPr lang="en-US" altLang="zh-CN" dirty="0">
                <a:solidFill>
                  <a:srgbClr val="777777"/>
                </a:solidFill>
                <a:latin typeface="+mj-lt"/>
              </a:rPr>
              <a:t>=</a:t>
            </a:r>
            <a:r>
              <a:rPr lang="en-US" altLang="zh-CN" dirty="0">
                <a:solidFill>
                  <a:srgbClr val="9C5D27"/>
                </a:solidFill>
                <a:latin typeface="+mj-lt"/>
              </a:rPr>
              <a:t>4</a:t>
            </a:r>
            <a:r>
              <a:rPr lang="en-US" altLang="zh-CN" dirty="0">
                <a:solidFill>
                  <a:srgbClr val="777777"/>
                </a:solidFill>
                <a:latin typeface="+mj-lt"/>
              </a:rPr>
              <a:t>,</a:t>
            </a:r>
            <a:r>
              <a:rPr lang="en-US" altLang="zh-CN" dirty="0">
                <a:solidFill>
                  <a:srgbClr val="333333"/>
                </a:solidFill>
                <a:latin typeface="+mj-lt"/>
              </a:rPr>
              <a:t> </a:t>
            </a:r>
            <a:r>
              <a:rPr lang="en-US" altLang="zh-CN" dirty="0" err="1">
                <a:solidFill>
                  <a:srgbClr val="7A3E9D"/>
                </a:solidFill>
                <a:latin typeface="+mj-lt"/>
              </a:rPr>
              <a:t>ensure_ascii</a:t>
            </a:r>
            <a:r>
              <a:rPr lang="en-US" altLang="zh-CN" dirty="0">
                <a:solidFill>
                  <a:srgbClr val="777777"/>
                </a:solidFill>
                <a:latin typeface="+mj-lt"/>
              </a:rPr>
              <a:t>=</a:t>
            </a:r>
            <a:r>
              <a:rPr lang="en-US" altLang="zh-CN" dirty="0">
                <a:solidFill>
                  <a:srgbClr val="9C5D27"/>
                </a:solidFill>
                <a:latin typeface="+mj-lt"/>
              </a:rPr>
              <a:t>False</a:t>
            </a:r>
            <a:r>
              <a:rPr lang="en-US" altLang="zh-CN" dirty="0">
                <a:solidFill>
                  <a:srgbClr val="777777"/>
                </a:solidFill>
                <a:latin typeface="+mj-lt"/>
              </a:rPr>
              <a:t>)</a:t>
            </a:r>
            <a:endParaRPr lang="en-US" altLang="zh-CN" dirty="0">
              <a:solidFill>
                <a:srgbClr val="333333"/>
              </a:solidFill>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7.4 CSV </a:t>
            </a:r>
            <a:r>
              <a:rPr lang="zh-CN" altLang="en-US" dirty="0"/>
              <a:t>格式与 </a:t>
            </a:r>
            <a:r>
              <a:rPr lang="en-US" altLang="zh-CN" dirty="0"/>
              <a:t>JSON </a:t>
            </a:r>
            <a:r>
              <a:rPr lang="zh-CN" altLang="en-US" dirty="0"/>
              <a:t>格式转换</a:t>
            </a:r>
            <a:endParaRPr lang="zh-CN" altLang="en-US" dirty="0"/>
          </a:p>
        </p:txBody>
      </p:sp>
      <p:sp>
        <p:nvSpPr>
          <p:cNvPr id="7" name="内容占位符 6"/>
          <p:cNvSpPr>
            <a:spLocks noGrp="1"/>
          </p:cNvSpPr>
          <p:nvPr>
            <p:ph sz="quarter" idx="14"/>
          </p:nvPr>
        </p:nvSpPr>
        <p:spPr/>
        <p:txBody>
          <a:bodyPr/>
          <a:lstStyle/>
          <a:p>
            <a:r>
              <a:rPr lang="zh-CN" altLang="en-US" dirty="0"/>
              <a:t>实例 </a:t>
            </a:r>
            <a:endParaRPr lang="zh-CN" altLang="en-US" dirty="0"/>
          </a:p>
        </p:txBody>
      </p:sp>
      <p:sp>
        <p:nvSpPr>
          <p:cNvPr id="2" name="内容占位符 1"/>
          <p:cNvSpPr txBox="1"/>
          <p:nvPr/>
        </p:nvSpPr>
        <p:spPr>
          <a:xfrm>
            <a:off x="780060" y="926005"/>
            <a:ext cx="10631877" cy="2475960"/>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50000"/>
              </a:lnSpc>
              <a:spcBef>
                <a:spcPts val="500"/>
              </a:spcBef>
              <a:defRPr/>
            </a:pPr>
            <a:r>
              <a:rPr lang="zh-CN" altLang="en-US" sz="2400" dirty="0">
                <a:solidFill>
                  <a:sysClr val="windowText" lastClr="000000"/>
                </a:solidFill>
                <a:latin typeface="微软雅黑" panose="020B0503020204020204" pitchFamily="34" charset="-122"/>
                <a:ea typeface="微软雅黑" panose="020B0503020204020204" pitchFamily="34" charset="-122"/>
              </a:rPr>
              <a:t>将 </a:t>
            </a:r>
            <a:r>
              <a:rPr lang="en-US" altLang="zh-CN" sz="2400" dirty="0">
                <a:solidFill>
                  <a:sysClr val="windowText" lastClr="000000"/>
                </a:solidFill>
                <a:latin typeface="微软雅黑" panose="020B0503020204020204" pitchFamily="34" charset="-122"/>
                <a:ea typeface="微软雅黑" panose="020B0503020204020204" pitchFamily="34" charset="-122"/>
              </a:rPr>
              <a:t>JSON </a:t>
            </a:r>
            <a:r>
              <a:rPr lang="zh-CN" altLang="en-US" sz="2400" dirty="0">
                <a:solidFill>
                  <a:sysClr val="windowText" lastClr="000000"/>
                </a:solidFill>
                <a:latin typeface="微软雅黑" panose="020B0503020204020204" pitchFamily="34" charset="-122"/>
                <a:ea typeface="微软雅黑" panose="020B0503020204020204" pitchFamily="34" charset="-122"/>
              </a:rPr>
              <a:t>文件转为 </a:t>
            </a:r>
            <a:r>
              <a:rPr lang="en-US" altLang="zh-CN" sz="2400" dirty="0">
                <a:solidFill>
                  <a:sysClr val="windowText" lastClr="000000"/>
                </a:solidFill>
                <a:latin typeface="微软雅黑" panose="020B0503020204020204" pitchFamily="34" charset="-122"/>
                <a:ea typeface="微软雅黑" panose="020B0503020204020204" pitchFamily="34" charset="-122"/>
              </a:rPr>
              <a:t>CSV </a:t>
            </a:r>
            <a:r>
              <a:rPr lang="zh-CN" altLang="en-US" sz="2400" dirty="0">
                <a:solidFill>
                  <a:sysClr val="windowText" lastClr="000000"/>
                </a:solidFill>
                <a:latin typeface="微软雅黑" panose="020B0503020204020204" pitchFamily="34" charset="-122"/>
                <a:ea typeface="微软雅黑" panose="020B0503020204020204" pitchFamily="34" charset="-122"/>
              </a:rPr>
              <a:t>格式的操作正好与之相反。</a:t>
            </a:r>
            <a:endParaRPr lang="en-US" altLang="zh-CN" sz="2400" dirty="0">
              <a:solidFill>
                <a:sysClr val="windowText" lastClr="000000"/>
              </a:solidFill>
              <a:latin typeface="微软雅黑" panose="020B0503020204020204" pitchFamily="34" charset="-122"/>
              <a:ea typeface="微软雅黑" panose="020B0503020204020204" pitchFamily="34" charset="-122"/>
            </a:endParaRPr>
          </a:p>
          <a:p>
            <a:pPr marL="457200" indent="-457200">
              <a:lnSpc>
                <a:spcPct val="150000"/>
              </a:lnSpc>
              <a:spcBef>
                <a:spcPts val="500"/>
              </a:spcBef>
              <a:buFont typeface="+mj-lt"/>
              <a:buAutoNum type="arabicPeriod"/>
              <a:defRPr/>
            </a:pPr>
            <a:r>
              <a:rPr lang="zh-CN" altLang="en-US" sz="2400" dirty="0">
                <a:solidFill>
                  <a:sysClr val="windowText" lastClr="000000"/>
                </a:solidFill>
                <a:latin typeface="微软雅黑" panose="020B0503020204020204" pitchFamily="34" charset="-122"/>
                <a:ea typeface="微软雅黑" panose="020B0503020204020204" pitchFamily="34" charset="-122"/>
              </a:rPr>
              <a:t>以</a:t>
            </a:r>
            <a:r>
              <a:rPr lang="zh-CN" altLang="en-US" sz="2400" b="1" dirty="0">
                <a:solidFill>
                  <a:schemeClr val="accent2"/>
                </a:solidFill>
                <a:latin typeface="微软雅黑" panose="020B0503020204020204" pitchFamily="34" charset="-122"/>
                <a:ea typeface="微软雅黑" panose="020B0503020204020204" pitchFamily="34" charset="-122"/>
              </a:rPr>
              <a:t>读</a:t>
            </a:r>
            <a:r>
              <a:rPr lang="zh-CN" altLang="en-US" sz="2400" dirty="0">
                <a:solidFill>
                  <a:sysClr val="windowText" lastClr="000000"/>
                </a:solidFill>
                <a:latin typeface="微软雅黑" panose="020B0503020204020204" pitchFamily="34" charset="-122"/>
                <a:ea typeface="微软雅黑" panose="020B0503020204020204" pitchFamily="34" charset="-122"/>
              </a:rPr>
              <a:t>模式打开 </a:t>
            </a:r>
            <a:r>
              <a:rPr lang="en-US" altLang="zh-CN" sz="2400" dirty="0">
                <a:solidFill>
                  <a:sysClr val="windowText" lastClr="000000"/>
                </a:solidFill>
                <a:latin typeface="微软雅黑" panose="020B0503020204020204" pitchFamily="34" charset="-122"/>
                <a:ea typeface="微软雅黑" panose="020B0503020204020204" pitchFamily="34" charset="-122"/>
              </a:rPr>
              <a:t>JSON </a:t>
            </a:r>
            <a:r>
              <a:rPr lang="zh-CN" altLang="en-US" sz="2400" dirty="0">
                <a:solidFill>
                  <a:sysClr val="windowText" lastClr="000000"/>
                </a:solidFill>
                <a:latin typeface="微软雅黑" panose="020B0503020204020204" pitchFamily="34" charset="-122"/>
                <a:ea typeface="微软雅黑" panose="020B0503020204020204" pitchFamily="34" charset="-122"/>
              </a:rPr>
              <a:t>格式文件，用 </a:t>
            </a:r>
            <a:r>
              <a:rPr lang="en-US" altLang="zh-CN" sz="2400" b="1" dirty="0">
                <a:solidFill>
                  <a:schemeClr val="accent2"/>
                </a:solidFill>
                <a:latin typeface="微软雅黑" panose="020B0503020204020204" pitchFamily="34" charset="-122"/>
                <a:ea typeface="微软雅黑" panose="020B0503020204020204" pitchFamily="34" charset="-122"/>
              </a:rPr>
              <a:t>load() </a:t>
            </a:r>
            <a:r>
              <a:rPr lang="zh-CN" altLang="en-US" sz="2400" dirty="0">
                <a:solidFill>
                  <a:sysClr val="windowText" lastClr="000000"/>
                </a:solidFill>
                <a:latin typeface="微软雅黑" panose="020B0503020204020204" pitchFamily="34" charset="-122"/>
                <a:ea typeface="微软雅黑" panose="020B0503020204020204" pitchFamily="34" charset="-122"/>
              </a:rPr>
              <a:t>函数对其进行</a:t>
            </a:r>
            <a:r>
              <a:rPr lang="zh-CN" altLang="en-US" sz="2400" b="1" dirty="0">
                <a:solidFill>
                  <a:schemeClr val="accent2"/>
                </a:solidFill>
                <a:latin typeface="微软雅黑" panose="020B0503020204020204" pitchFamily="34" charset="-122"/>
                <a:ea typeface="微软雅黑" panose="020B0503020204020204" pitchFamily="34" charset="-122"/>
              </a:rPr>
              <a:t>解码</a:t>
            </a:r>
            <a:r>
              <a:rPr lang="zh-CN" altLang="en-US" sz="2400" dirty="0">
                <a:solidFill>
                  <a:sysClr val="windowText" lastClr="000000"/>
                </a:solidFill>
                <a:latin typeface="微软雅黑" panose="020B0503020204020204" pitchFamily="34" charset="-122"/>
                <a:ea typeface="微软雅黑" panose="020B0503020204020204" pitchFamily="34" charset="-122"/>
              </a:rPr>
              <a:t>，将文件中的数据转为列表。</a:t>
            </a:r>
            <a:endParaRPr lang="en-US" altLang="zh-CN" sz="2400" dirty="0">
              <a:solidFill>
                <a:sysClr val="windowText" lastClr="000000"/>
              </a:solidFill>
              <a:latin typeface="微软雅黑" panose="020B0503020204020204" pitchFamily="34" charset="-122"/>
              <a:ea typeface="微软雅黑" panose="020B0503020204020204" pitchFamily="34" charset="-122"/>
            </a:endParaRPr>
          </a:p>
          <a:p>
            <a:pPr marL="457200" indent="-457200">
              <a:lnSpc>
                <a:spcPct val="150000"/>
              </a:lnSpc>
              <a:spcBef>
                <a:spcPts val="500"/>
              </a:spcBef>
              <a:buFont typeface="+mj-lt"/>
              <a:buAutoNum type="arabicPeriod"/>
              <a:defRPr/>
            </a:pPr>
            <a:r>
              <a:rPr lang="zh-CN" altLang="en-US" sz="2400" dirty="0">
                <a:solidFill>
                  <a:sysClr val="windowText" lastClr="000000"/>
                </a:solidFill>
                <a:latin typeface="微软雅黑" panose="020B0503020204020204" pitchFamily="34" charset="-122"/>
                <a:ea typeface="微软雅黑" panose="020B0503020204020204" pitchFamily="34" charset="-122"/>
              </a:rPr>
              <a:t>以</a:t>
            </a:r>
            <a:r>
              <a:rPr lang="zh-CN" altLang="en-US" sz="2400" b="1" dirty="0">
                <a:solidFill>
                  <a:schemeClr val="accent2"/>
                </a:solidFill>
                <a:latin typeface="微软雅黑" panose="020B0503020204020204" pitchFamily="34" charset="-122"/>
                <a:ea typeface="微软雅黑" panose="020B0503020204020204" pitchFamily="34" charset="-122"/>
              </a:rPr>
              <a:t>写</a:t>
            </a:r>
            <a:r>
              <a:rPr lang="zh-CN" altLang="en-US" sz="2400" dirty="0">
                <a:solidFill>
                  <a:sysClr val="windowText" lastClr="000000"/>
                </a:solidFill>
                <a:latin typeface="微软雅黑" panose="020B0503020204020204" pitchFamily="34" charset="-122"/>
                <a:ea typeface="微软雅黑" panose="020B0503020204020204" pitchFamily="34" charset="-122"/>
              </a:rPr>
              <a:t>模式创建 </a:t>
            </a:r>
            <a:r>
              <a:rPr lang="en-US" altLang="zh-CN" sz="2400" dirty="0">
                <a:solidFill>
                  <a:sysClr val="windowText" lastClr="000000"/>
                </a:solidFill>
                <a:latin typeface="微软雅黑" panose="020B0503020204020204" pitchFamily="34" charset="-122"/>
                <a:ea typeface="微软雅黑" panose="020B0503020204020204" pitchFamily="34" charset="-122"/>
              </a:rPr>
              <a:t>CSV </a:t>
            </a:r>
            <a:r>
              <a:rPr lang="zh-CN" altLang="en-US" sz="2400" dirty="0">
                <a:solidFill>
                  <a:sysClr val="windowText" lastClr="000000"/>
                </a:solidFill>
                <a:latin typeface="微软雅黑" panose="020B0503020204020204" pitchFamily="34" charset="-122"/>
                <a:ea typeface="微软雅黑" panose="020B0503020204020204" pitchFamily="34" charset="-122"/>
              </a:rPr>
              <a:t>格式文件，再将解码后的数据写入到文件中。</a:t>
            </a:r>
            <a:endParaRPr lang="en-US" altLang="zh-CN" sz="2400" dirty="0">
              <a:solidFill>
                <a:sysClr val="windowText" lastClr="000000"/>
              </a:solidFill>
              <a:latin typeface="微软雅黑" panose="020B0503020204020204" pitchFamily="34" charset="-122"/>
              <a:ea typeface="微软雅黑" panose="020B0503020204020204" pitchFamily="34" charset="-122"/>
            </a:endParaRPr>
          </a:p>
        </p:txBody>
      </p:sp>
      <p:sp>
        <p:nvSpPr>
          <p:cNvPr id="3" name="内容占位符 5"/>
          <p:cNvSpPr txBox="1"/>
          <p:nvPr/>
        </p:nvSpPr>
        <p:spPr>
          <a:xfrm>
            <a:off x="780061" y="3401965"/>
            <a:ext cx="10631877" cy="3226986"/>
          </a:xfrm>
          <a:prstGeom prst="roundRect">
            <a:avLst>
              <a:gd name="adj" fmla="val 14361"/>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dirty="0">
                <a:solidFill>
                  <a:srgbClr val="4B69C6"/>
                </a:solidFill>
                <a:latin typeface="+mj-lt"/>
              </a:rPr>
              <a:t>import</a:t>
            </a:r>
            <a:r>
              <a:rPr lang="en-US" altLang="zh-CN" dirty="0">
                <a:solidFill>
                  <a:srgbClr val="333333"/>
                </a:solidFill>
                <a:latin typeface="+mj-lt"/>
              </a:rPr>
              <a:t> </a:t>
            </a:r>
            <a:r>
              <a:rPr lang="en-US" altLang="zh-CN" b="1" dirty="0" err="1">
                <a:solidFill>
                  <a:srgbClr val="7A3E9D"/>
                </a:solidFill>
                <a:latin typeface="+mj-lt"/>
              </a:rPr>
              <a:t>json</a:t>
            </a:r>
            <a:endParaRPr lang="en-US" altLang="zh-CN" dirty="0">
              <a:solidFill>
                <a:srgbClr val="333333"/>
              </a:solidFill>
              <a:latin typeface="+mj-lt"/>
            </a:endParaRPr>
          </a:p>
          <a:p>
            <a:r>
              <a:rPr lang="en-US" altLang="zh-CN" dirty="0">
                <a:solidFill>
                  <a:srgbClr val="333333"/>
                </a:solidFill>
                <a:latin typeface="+mj-lt"/>
              </a:rPr>
              <a:t> </a:t>
            </a:r>
            <a:endParaRPr lang="en-US" altLang="zh-CN" dirty="0">
              <a:solidFill>
                <a:srgbClr val="333333"/>
              </a:solidFill>
              <a:latin typeface="+mj-lt"/>
            </a:endParaRPr>
          </a:p>
          <a:p>
            <a:r>
              <a:rPr lang="en-US" altLang="zh-CN" dirty="0">
                <a:solidFill>
                  <a:srgbClr val="7A3E9D"/>
                </a:solidFill>
                <a:latin typeface="+mj-lt"/>
              </a:rPr>
              <a:t>def</a:t>
            </a:r>
            <a:r>
              <a:rPr lang="en-US" altLang="zh-CN" dirty="0">
                <a:solidFill>
                  <a:srgbClr val="333333"/>
                </a:solidFill>
                <a:latin typeface="+mj-lt"/>
              </a:rPr>
              <a:t> </a:t>
            </a:r>
            <a:r>
              <a:rPr lang="en-US" altLang="zh-CN" b="1" dirty="0" err="1">
                <a:solidFill>
                  <a:srgbClr val="AA3731"/>
                </a:solidFill>
                <a:latin typeface="+mj-lt"/>
              </a:rPr>
              <a:t>read_json</a:t>
            </a:r>
            <a:r>
              <a:rPr lang="en-US" altLang="zh-CN" dirty="0">
                <a:solidFill>
                  <a:srgbClr val="777777"/>
                </a:solidFill>
                <a:latin typeface="+mj-lt"/>
              </a:rPr>
              <a:t>(</a:t>
            </a:r>
            <a:r>
              <a:rPr lang="en-US" altLang="zh-CN" dirty="0">
                <a:solidFill>
                  <a:srgbClr val="7A3E9D"/>
                </a:solidFill>
                <a:latin typeface="+mj-lt"/>
              </a:rPr>
              <a:t>file</a:t>
            </a:r>
            <a:r>
              <a:rPr lang="en-US" altLang="zh-CN" dirty="0">
                <a:solidFill>
                  <a:srgbClr val="777777"/>
                </a:solidFill>
                <a:latin typeface="+mj-lt"/>
              </a:rPr>
              <a:t>):</a:t>
            </a:r>
            <a:r>
              <a:rPr lang="en-US" altLang="zh-CN" dirty="0">
                <a:solidFill>
                  <a:srgbClr val="333333"/>
                </a:solidFill>
                <a:latin typeface="+mj-lt"/>
              </a:rPr>
              <a:t> </a:t>
            </a:r>
            <a:endParaRPr lang="en-US" altLang="zh-CN" dirty="0">
              <a:solidFill>
                <a:srgbClr val="333333"/>
              </a:solidFill>
              <a:latin typeface="+mj-lt"/>
            </a:endParaRPr>
          </a:p>
          <a:p>
            <a:r>
              <a:rPr lang="en-US" altLang="zh-CN" dirty="0">
                <a:solidFill>
                  <a:srgbClr val="333333"/>
                </a:solidFill>
                <a:latin typeface="+mj-lt"/>
              </a:rPr>
              <a:t>    </a:t>
            </a:r>
            <a:r>
              <a:rPr lang="en-US" altLang="zh-CN" dirty="0">
                <a:solidFill>
                  <a:srgbClr val="777777"/>
                </a:solidFill>
                <a:latin typeface="+mj-lt"/>
              </a:rPr>
              <a:t>"""</a:t>
            </a:r>
            <a:r>
              <a:rPr lang="zh-CN" altLang="en-US" dirty="0">
                <a:solidFill>
                  <a:srgbClr val="448C27"/>
                </a:solidFill>
                <a:latin typeface="+mj-lt"/>
              </a:rPr>
              <a:t>读取</a:t>
            </a:r>
            <a:r>
              <a:rPr lang="en-US" altLang="zh-CN" dirty="0" err="1">
                <a:solidFill>
                  <a:srgbClr val="448C27"/>
                </a:solidFill>
                <a:latin typeface="+mj-lt"/>
              </a:rPr>
              <a:t>json</a:t>
            </a:r>
            <a:r>
              <a:rPr lang="zh-CN" altLang="en-US" dirty="0">
                <a:solidFill>
                  <a:srgbClr val="448C27"/>
                </a:solidFill>
                <a:latin typeface="+mj-lt"/>
              </a:rPr>
              <a:t>文件，返回元素为字典的列表</a:t>
            </a:r>
            <a:r>
              <a:rPr lang="en-US" altLang="zh-CN" dirty="0">
                <a:solidFill>
                  <a:srgbClr val="777777"/>
                </a:solidFill>
                <a:latin typeface="+mj-lt"/>
              </a:rPr>
              <a:t>"""</a:t>
            </a:r>
            <a:endParaRPr lang="zh-CN" altLang="en-US" dirty="0">
              <a:solidFill>
                <a:srgbClr val="333333"/>
              </a:solidFill>
              <a:latin typeface="+mj-lt"/>
            </a:endParaRPr>
          </a:p>
          <a:p>
            <a:r>
              <a:rPr lang="zh-CN" altLang="en-US" dirty="0">
                <a:solidFill>
                  <a:srgbClr val="333333"/>
                </a:solidFill>
                <a:latin typeface="+mj-lt"/>
              </a:rPr>
              <a:t>    </a:t>
            </a:r>
            <a:r>
              <a:rPr lang="en-US" altLang="zh-CN" dirty="0">
                <a:solidFill>
                  <a:srgbClr val="4B69C6"/>
                </a:solidFill>
                <a:latin typeface="+mj-lt"/>
              </a:rPr>
              <a:t>with</a:t>
            </a:r>
            <a:r>
              <a:rPr lang="en-US" altLang="zh-CN" dirty="0">
                <a:solidFill>
                  <a:srgbClr val="333333"/>
                </a:solidFill>
                <a:latin typeface="+mj-lt"/>
              </a:rPr>
              <a:t> </a:t>
            </a:r>
            <a:r>
              <a:rPr lang="en-US" altLang="zh-CN" b="1" dirty="0">
                <a:solidFill>
                  <a:srgbClr val="AA3731"/>
                </a:solidFill>
                <a:latin typeface="+mj-lt"/>
              </a:rPr>
              <a:t>open</a:t>
            </a:r>
            <a:r>
              <a:rPr lang="en-US" altLang="zh-CN" dirty="0">
                <a:solidFill>
                  <a:srgbClr val="777777"/>
                </a:solidFill>
                <a:latin typeface="+mj-lt"/>
              </a:rPr>
              <a:t>(</a:t>
            </a:r>
            <a:r>
              <a:rPr lang="en-US" altLang="zh-CN" dirty="0">
                <a:solidFill>
                  <a:srgbClr val="7A3E9D"/>
                </a:solidFill>
                <a:latin typeface="+mj-lt"/>
              </a:rPr>
              <a:t>file</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448C27"/>
                </a:solidFill>
                <a:latin typeface="+mj-lt"/>
              </a:rPr>
              <a:t>r</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encoding</a:t>
            </a:r>
            <a:r>
              <a:rPr lang="en-US" altLang="zh-CN" dirty="0">
                <a:solidFill>
                  <a:srgbClr val="777777"/>
                </a:solidFill>
                <a:latin typeface="+mj-lt"/>
              </a:rPr>
              <a:t>='</a:t>
            </a:r>
            <a:r>
              <a:rPr lang="en-US" altLang="zh-CN" dirty="0">
                <a:solidFill>
                  <a:srgbClr val="448C27"/>
                </a:solidFill>
                <a:latin typeface="+mj-lt"/>
              </a:rPr>
              <a:t>utf-8</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4B69C6"/>
                </a:solidFill>
                <a:latin typeface="+mj-lt"/>
              </a:rPr>
              <a:t>as</a:t>
            </a:r>
            <a:r>
              <a:rPr lang="en-US" altLang="zh-CN" dirty="0">
                <a:solidFill>
                  <a:srgbClr val="333333"/>
                </a:solidFill>
                <a:latin typeface="+mj-lt"/>
              </a:rPr>
              <a:t> </a:t>
            </a:r>
            <a:r>
              <a:rPr lang="en-US" altLang="zh-CN" dirty="0" err="1">
                <a:solidFill>
                  <a:srgbClr val="7A3E9D"/>
                </a:solidFill>
                <a:latin typeface="+mj-lt"/>
              </a:rPr>
              <a:t>fr</a:t>
            </a:r>
            <a:r>
              <a:rPr lang="en-US" altLang="zh-CN" dirty="0">
                <a:solidFill>
                  <a:srgbClr val="777777"/>
                </a:solidFill>
                <a:latin typeface="+mj-lt"/>
              </a:rPr>
              <a:t>:</a:t>
            </a:r>
            <a:r>
              <a:rPr lang="en-US" altLang="zh-CN" dirty="0">
                <a:solidFill>
                  <a:srgbClr val="333333"/>
                </a:solidFill>
                <a:latin typeface="+mj-lt"/>
              </a:rPr>
              <a:t> </a:t>
            </a:r>
            <a:endParaRPr lang="en-US" altLang="zh-CN" dirty="0">
              <a:solidFill>
                <a:srgbClr val="333333"/>
              </a:solidFill>
              <a:latin typeface="+mj-lt"/>
            </a:endParaRPr>
          </a:p>
          <a:p>
            <a:r>
              <a:rPr lang="en-US" altLang="zh-CN" dirty="0">
                <a:solidFill>
                  <a:srgbClr val="333333"/>
                </a:solidFill>
                <a:latin typeface="+mj-lt"/>
              </a:rPr>
              <a:t>        </a:t>
            </a:r>
            <a:r>
              <a:rPr lang="en-US" altLang="zh-CN" dirty="0" err="1">
                <a:solidFill>
                  <a:srgbClr val="7A3E9D"/>
                </a:solidFill>
                <a:latin typeface="+mj-lt"/>
              </a:rPr>
              <a:t>score_ls</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b="1" dirty="0" err="1">
                <a:solidFill>
                  <a:srgbClr val="7A3E9D"/>
                </a:solidFill>
                <a:latin typeface="+mj-lt"/>
              </a:rPr>
              <a:t>json</a:t>
            </a:r>
            <a:r>
              <a:rPr lang="en-US" altLang="zh-CN" dirty="0" err="1">
                <a:solidFill>
                  <a:srgbClr val="777777"/>
                </a:solidFill>
                <a:latin typeface="+mj-lt"/>
              </a:rPr>
              <a:t>.</a:t>
            </a:r>
            <a:r>
              <a:rPr lang="en-US" altLang="zh-CN" b="1" dirty="0" err="1">
                <a:solidFill>
                  <a:srgbClr val="AA3731"/>
                </a:solidFill>
                <a:latin typeface="+mj-lt"/>
              </a:rPr>
              <a:t>load</a:t>
            </a:r>
            <a:r>
              <a:rPr lang="en-US" altLang="zh-CN" dirty="0">
                <a:solidFill>
                  <a:srgbClr val="777777"/>
                </a:solidFill>
                <a:latin typeface="+mj-lt"/>
              </a:rPr>
              <a:t>(</a:t>
            </a:r>
            <a:r>
              <a:rPr lang="en-US" altLang="zh-CN" dirty="0" err="1">
                <a:solidFill>
                  <a:srgbClr val="7A3E9D"/>
                </a:solidFill>
                <a:latin typeface="+mj-lt"/>
              </a:rPr>
              <a:t>fr</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读取 </a:t>
            </a:r>
            <a:r>
              <a:rPr lang="en-US" altLang="zh-CN" dirty="0" err="1">
                <a:solidFill>
                  <a:srgbClr val="AAAAAA"/>
                </a:solidFill>
                <a:latin typeface="+mj-lt"/>
              </a:rPr>
              <a:t>json</a:t>
            </a:r>
            <a:r>
              <a:rPr lang="en-US" altLang="zh-CN" dirty="0">
                <a:solidFill>
                  <a:srgbClr val="AAAAAA"/>
                </a:solidFill>
                <a:latin typeface="+mj-lt"/>
              </a:rPr>
              <a:t> </a:t>
            </a:r>
            <a:r>
              <a:rPr lang="zh-CN" altLang="en-US" dirty="0">
                <a:solidFill>
                  <a:srgbClr val="AAAAAA"/>
                </a:solidFill>
                <a:latin typeface="+mj-lt"/>
              </a:rPr>
              <a:t>文件，解码为列表</a:t>
            </a:r>
            <a:endParaRPr lang="zh-CN" altLang="en-US" dirty="0">
              <a:solidFill>
                <a:srgbClr val="333333"/>
              </a:solidFill>
              <a:latin typeface="+mj-lt"/>
            </a:endParaRPr>
          </a:p>
          <a:p>
            <a:r>
              <a:rPr lang="zh-CN" altLang="en-US" dirty="0">
                <a:solidFill>
                  <a:srgbClr val="333333"/>
                </a:solidFill>
                <a:latin typeface="+mj-lt"/>
              </a:rPr>
              <a:t>    </a:t>
            </a:r>
            <a:r>
              <a:rPr lang="en-US" altLang="zh-CN" dirty="0">
                <a:solidFill>
                  <a:srgbClr val="4B69C6"/>
                </a:solidFill>
                <a:latin typeface="+mj-lt"/>
              </a:rPr>
              <a:t>return</a:t>
            </a:r>
            <a:r>
              <a:rPr lang="en-US" altLang="zh-CN" dirty="0">
                <a:solidFill>
                  <a:srgbClr val="333333"/>
                </a:solidFill>
                <a:latin typeface="+mj-lt"/>
              </a:rPr>
              <a:t> </a:t>
            </a:r>
            <a:r>
              <a:rPr lang="en-US" altLang="zh-CN" dirty="0" err="1">
                <a:solidFill>
                  <a:srgbClr val="7A3E9D"/>
                </a:solidFill>
                <a:latin typeface="+mj-lt"/>
              </a:rPr>
              <a:t>score_ls</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返回元素为字典的列表</a:t>
            </a:r>
            <a:endParaRPr lang="zh-CN" altLang="en-US" dirty="0">
              <a:solidFill>
                <a:srgbClr val="333333"/>
              </a:solidFill>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7.4 CSV </a:t>
            </a:r>
            <a:r>
              <a:rPr lang="zh-CN" altLang="en-US" dirty="0"/>
              <a:t>格式与 </a:t>
            </a:r>
            <a:r>
              <a:rPr lang="en-US" altLang="zh-CN" dirty="0"/>
              <a:t>JSON </a:t>
            </a:r>
            <a:r>
              <a:rPr lang="zh-CN" altLang="en-US" dirty="0"/>
              <a:t>格式转换</a:t>
            </a:r>
            <a:endParaRPr lang="zh-CN" altLang="en-US" dirty="0"/>
          </a:p>
        </p:txBody>
      </p:sp>
      <p:sp>
        <p:nvSpPr>
          <p:cNvPr id="7" name="内容占位符 6"/>
          <p:cNvSpPr>
            <a:spLocks noGrp="1"/>
          </p:cNvSpPr>
          <p:nvPr>
            <p:ph sz="quarter" idx="14"/>
          </p:nvPr>
        </p:nvSpPr>
        <p:spPr/>
        <p:txBody>
          <a:bodyPr/>
          <a:lstStyle/>
          <a:p>
            <a:r>
              <a:rPr lang="zh-CN" altLang="en-US" dirty="0"/>
              <a:t>实例 </a:t>
            </a:r>
            <a:endParaRPr lang="zh-CN" altLang="en-US" dirty="0"/>
          </a:p>
        </p:txBody>
      </p:sp>
      <p:sp>
        <p:nvSpPr>
          <p:cNvPr id="2" name="内容占位符 5"/>
          <p:cNvSpPr txBox="1"/>
          <p:nvPr/>
        </p:nvSpPr>
        <p:spPr>
          <a:xfrm>
            <a:off x="780061" y="1110165"/>
            <a:ext cx="10631877" cy="5478577"/>
          </a:xfrm>
          <a:prstGeom prst="roundRect">
            <a:avLst>
              <a:gd name="adj" fmla="val 10013"/>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dirty="0">
                <a:solidFill>
                  <a:srgbClr val="7A3E9D"/>
                </a:solidFill>
                <a:latin typeface="+mj-lt"/>
              </a:rPr>
              <a:t>def</a:t>
            </a:r>
            <a:r>
              <a:rPr lang="en-US" altLang="zh-CN" dirty="0">
                <a:solidFill>
                  <a:srgbClr val="333333"/>
                </a:solidFill>
                <a:latin typeface="+mj-lt"/>
              </a:rPr>
              <a:t> </a:t>
            </a:r>
            <a:r>
              <a:rPr lang="en-US" altLang="zh-CN" b="1" dirty="0" err="1">
                <a:solidFill>
                  <a:srgbClr val="AA3731"/>
                </a:solidFill>
                <a:latin typeface="+mj-lt"/>
              </a:rPr>
              <a:t>write_to_csv</a:t>
            </a:r>
            <a:r>
              <a:rPr lang="en-US" altLang="zh-CN" dirty="0">
                <a:solidFill>
                  <a:srgbClr val="777777"/>
                </a:solidFill>
                <a:latin typeface="+mj-lt"/>
              </a:rPr>
              <a:t>(</a:t>
            </a:r>
            <a:r>
              <a:rPr lang="en-US" altLang="zh-CN" dirty="0">
                <a:solidFill>
                  <a:srgbClr val="7A3E9D"/>
                </a:solidFill>
                <a:latin typeface="+mj-lt"/>
              </a:rPr>
              <a:t>file</a:t>
            </a:r>
            <a:r>
              <a:rPr lang="en-US" altLang="zh-CN" dirty="0">
                <a:solidFill>
                  <a:srgbClr val="777777"/>
                </a:solidFill>
                <a:latin typeface="+mj-lt"/>
              </a:rPr>
              <a:t>,</a:t>
            </a:r>
            <a:r>
              <a:rPr lang="en-US" altLang="zh-CN" dirty="0">
                <a:solidFill>
                  <a:srgbClr val="333333"/>
                </a:solidFill>
                <a:latin typeface="+mj-lt"/>
              </a:rPr>
              <a:t> </a:t>
            </a:r>
            <a:r>
              <a:rPr lang="en-US" altLang="zh-CN" dirty="0" err="1">
                <a:solidFill>
                  <a:srgbClr val="7A3E9D"/>
                </a:solidFill>
                <a:latin typeface="+mj-lt"/>
              </a:rPr>
              <a:t>score_ls</a:t>
            </a:r>
            <a:r>
              <a:rPr lang="en-US" altLang="zh-CN" dirty="0">
                <a:solidFill>
                  <a:srgbClr val="777777"/>
                </a:solidFill>
                <a:latin typeface="+mj-lt"/>
              </a:rPr>
              <a:t>):</a:t>
            </a:r>
            <a:r>
              <a:rPr lang="en-US" altLang="zh-CN" dirty="0">
                <a:solidFill>
                  <a:srgbClr val="333333"/>
                </a:solidFill>
                <a:latin typeface="+mj-lt"/>
              </a:rPr>
              <a:t> </a:t>
            </a:r>
            <a:endParaRPr lang="en-US" altLang="zh-CN" dirty="0">
              <a:solidFill>
                <a:srgbClr val="333333"/>
              </a:solidFill>
              <a:latin typeface="+mj-lt"/>
            </a:endParaRPr>
          </a:p>
          <a:p>
            <a:r>
              <a:rPr lang="en-US" altLang="zh-CN" dirty="0">
                <a:solidFill>
                  <a:srgbClr val="333333"/>
                </a:solidFill>
                <a:latin typeface="+mj-lt"/>
              </a:rPr>
              <a:t>    </a:t>
            </a:r>
            <a:r>
              <a:rPr lang="en-US" altLang="zh-CN" dirty="0">
                <a:solidFill>
                  <a:srgbClr val="777777"/>
                </a:solidFill>
                <a:latin typeface="+mj-lt"/>
              </a:rPr>
              <a:t>"""</a:t>
            </a:r>
            <a:r>
              <a:rPr lang="zh-CN" altLang="en-US" dirty="0">
                <a:solidFill>
                  <a:srgbClr val="448C27"/>
                </a:solidFill>
                <a:latin typeface="+mj-lt"/>
              </a:rPr>
              <a:t>将元素为字典的列表中的数据转为</a:t>
            </a:r>
            <a:r>
              <a:rPr lang="en-US" altLang="zh-CN" dirty="0">
                <a:solidFill>
                  <a:srgbClr val="448C27"/>
                </a:solidFill>
                <a:latin typeface="+mj-lt"/>
              </a:rPr>
              <a:t>csv</a:t>
            </a:r>
            <a:r>
              <a:rPr lang="zh-CN" altLang="en-US" dirty="0">
                <a:solidFill>
                  <a:srgbClr val="448C27"/>
                </a:solidFill>
                <a:latin typeface="+mj-lt"/>
              </a:rPr>
              <a:t>格式并写入</a:t>
            </a:r>
            <a:r>
              <a:rPr lang="en-US" altLang="zh-CN" dirty="0">
                <a:solidFill>
                  <a:srgbClr val="448C27"/>
                </a:solidFill>
                <a:latin typeface="+mj-lt"/>
              </a:rPr>
              <a:t>csv</a:t>
            </a:r>
            <a:r>
              <a:rPr lang="zh-CN" altLang="en-US" dirty="0">
                <a:solidFill>
                  <a:srgbClr val="448C27"/>
                </a:solidFill>
                <a:latin typeface="+mj-lt"/>
              </a:rPr>
              <a:t>文件</a:t>
            </a:r>
            <a:r>
              <a:rPr lang="en-US" altLang="zh-CN" dirty="0">
                <a:solidFill>
                  <a:srgbClr val="777777"/>
                </a:solidFill>
                <a:latin typeface="+mj-lt"/>
              </a:rPr>
              <a:t>"""</a:t>
            </a:r>
            <a:endParaRPr lang="zh-CN" altLang="en-US" dirty="0">
              <a:solidFill>
                <a:srgbClr val="333333"/>
              </a:solidFill>
              <a:latin typeface="+mj-lt"/>
            </a:endParaRPr>
          </a:p>
          <a:p>
            <a:r>
              <a:rPr lang="zh-CN" altLang="en-US" dirty="0">
                <a:solidFill>
                  <a:srgbClr val="333333"/>
                </a:solidFill>
                <a:latin typeface="+mj-lt"/>
              </a:rPr>
              <a:t>    </a:t>
            </a:r>
            <a:r>
              <a:rPr lang="en-US" altLang="zh-CN" dirty="0">
                <a:solidFill>
                  <a:srgbClr val="4B69C6"/>
                </a:solidFill>
                <a:latin typeface="+mj-lt"/>
              </a:rPr>
              <a:t>with</a:t>
            </a:r>
            <a:r>
              <a:rPr lang="en-US" altLang="zh-CN" dirty="0">
                <a:solidFill>
                  <a:srgbClr val="333333"/>
                </a:solidFill>
                <a:latin typeface="+mj-lt"/>
              </a:rPr>
              <a:t> </a:t>
            </a:r>
            <a:r>
              <a:rPr lang="en-US" altLang="zh-CN" b="1" dirty="0">
                <a:solidFill>
                  <a:srgbClr val="AA3731"/>
                </a:solidFill>
                <a:latin typeface="+mj-lt"/>
              </a:rPr>
              <a:t>open</a:t>
            </a:r>
            <a:r>
              <a:rPr lang="en-US" altLang="zh-CN" dirty="0">
                <a:solidFill>
                  <a:srgbClr val="777777"/>
                </a:solidFill>
                <a:latin typeface="+mj-lt"/>
              </a:rPr>
              <a:t>(</a:t>
            </a:r>
            <a:r>
              <a:rPr lang="en-US" altLang="zh-CN" dirty="0">
                <a:solidFill>
                  <a:srgbClr val="7A3E9D"/>
                </a:solidFill>
                <a:latin typeface="+mj-lt"/>
              </a:rPr>
              <a:t>file</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448C27"/>
                </a:solidFill>
                <a:latin typeface="+mj-lt"/>
              </a:rPr>
              <a:t>w</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encoding</a:t>
            </a:r>
            <a:r>
              <a:rPr lang="en-US" altLang="zh-CN" dirty="0">
                <a:solidFill>
                  <a:srgbClr val="777777"/>
                </a:solidFill>
                <a:latin typeface="+mj-lt"/>
              </a:rPr>
              <a:t>='</a:t>
            </a:r>
            <a:r>
              <a:rPr lang="en-US" altLang="zh-CN" dirty="0">
                <a:solidFill>
                  <a:srgbClr val="448C27"/>
                </a:solidFill>
                <a:latin typeface="+mj-lt"/>
              </a:rPr>
              <a:t>utf-8</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4B69C6"/>
                </a:solidFill>
                <a:latin typeface="+mj-lt"/>
              </a:rPr>
              <a:t>as</a:t>
            </a:r>
            <a:r>
              <a:rPr lang="en-US" altLang="zh-CN" dirty="0">
                <a:solidFill>
                  <a:srgbClr val="333333"/>
                </a:solidFill>
                <a:latin typeface="+mj-lt"/>
              </a:rPr>
              <a:t> </a:t>
            </a:r>
            <a:r>
              <a:rPr lang="en-US" altLang="zh-CN" dirty="0" err="1">
                <a:solidFill>
                  <a:srgbClr val="7A3E9D"/>
                </a:solidFill>
                <a:latin typeface="+mj-lt"/>
              </a:rPr>
              <a:t>fw</a:t>
            </a:r>
            <a:r>
              <a:rPr lang="en-US" altLang="zh-CN" dirty="0">
                <a:solidFill>
                  <a:srgbClr val="777777"/>
                </a:solidFill>
                <a:latin typeface="+mj-lt"/>
              </a:rPr>
              <a:t>:</a:t>
            </a:r>
            <a:r>
              <a:rPr lang="en-US" altLang="zh-CN" dirty="0">
                <a:solidFill>
                  <a:srgbClr val="333333"/>
                </a:solidFill>
                <a:latin typeface="+mj-lt"/>
              </a:rPr>
              <a:t> </a:t>
            </a:r>
            <a:endParaRPr lang="en-US" altLang="zh-CN" dirty="0">
              <a:solidFill>
                <a:srgbClr val="333333"/>
              </a:solidFill>
              <a:latin typeface="+mj-lt"/>
            </a:endParaRPr>
          </a:p>
          <a:p>
            <a:r>
              <a:rPr lang="en-US" altLang="zh-CN" dirty="0">
                <a:solidFill>
                  <a:srgbClr val="333333"/>
                </a:solidFill>
                <a:latin typeface="+mj-lt"/>
              </a:rPr>
              <a:t>        </a:t>
            </a:r>
            <a:r>
              <a:rPr lang="en-US" altLang="zh-CN" dirty="0" err="1">
                <a:solidFill>
                  <a:srgbClr val="7A3E9D"/>
                </a:solidFill>
                <a:latin typeface="+mj-lt"/>
              </a:rPr>
              <a:t>fw</a:t>
            </a:r>
            <a:r>
              <a:rPr lang="en-US" altLang="zh-CN" dirty="0" err="1">
                <a:solidFill>
                  <a:srgbClr val="777777"/>
                </a:solidFill>
                <a:latin typeface="+mj-lt"/>
              </a:rPr>
              <a:t>.</a:t>
            </a:r>
            <a:r>
              <a:rPr lang="en-US" altLang="zh-CN" b="1" dirty="0" err="1">
                <a:solidFill>
                  <a:srgbClr val="AA3731"/>
                </a:solidFill>
                <a:latin typeface="+mj-lt"/>
              </a:rPr>
              <a:t>write</a:t>
            </a:r>
            <a:r>
              <a:rPr lang="en-US" altLang="zh-CN" dirty="0">
                <a:solidFill>
                  <a:srgbClr val="777777"/>
                </a:solidFill>
                <a:latin typeface="+mj-lt"/>
              </a:rPr>
              <a:t>('</a:t>
            </a:r>
            <a:r>
              <a:rPr lang="en-US" altLang="zh-CN" dirty="0">
                <a:solidFill>
                  <a:srgbClr val="448C27"/>
                </a:solidFill>
                <a:latin typeface="+mj-lt"/>
              </a:rPr>
              <a:t>,</a:t>
            </a:r>
            <a:r>
              <a:rPr lang="en-US" altLang="zh-CN" dirty="0">
                <a:solidFill>
                  <a:srgbClr val="777777"/>
                </a:solidFill>
                <a:latin typeface="+mj-lt"/>
              </a:rPr>
              <a:t>'.</a:t>
            </a:r>
            <a:r>
              <a:rPr lang="en-US" altLang="zh-CN" b="1" dirty="0">
                <a:solidFill>
                  <a:srgbClr val="AA3731"/>
                </a:solidFill>
                <a:latin typeface="+mj-lt"/>
              </a:rPr>
              <a:t>join</a:t>
            </a:r>
            <a:r>
              <a:rPr lang="en-US" altLang="zh-CN" dirty="0">
                <a:solidFill>
                  <a:srgbClr val="777777"/>
                </a:solidFill>
                <a:latin typeface="+mj-lt"/>
              </a:rPr>
              <a:t>(</a:t>
            </a:r>
            <a:r>
              <a:rPr lang="en-US" altLang="zh-CN" b="1" dirty="0">
                <a:solidFill>
                  <a:srgbClr val="7A3E9D"/>
                </a:solidFill>
                <a:latin typeface="+mj-lt"/>
              </a:rPr>
              <a:t>list</a:t>
            </a:r>
            <a:r>
              <a:rPr lang="en-US" altLang="zh-CN" dirty="0">
                <a:solidFill>
                  <a:srgbClr val="777777"/>
                </a:solidFill>
                <a:latin typeface="+mj-lt"/>
              </a:rPr>
              <a:t>(</a:t>
            </a:r>
            <a:r>
              <a:rPr lang="en-US" altLang="zh-CN" dirty="0" err="1">
                <a:solidFill>
                  <a:srgbClr val="7A3E9D"/>
                </a:solidFill>
                <a:latin typeface="+mj-lt"/>
              </a:rPr>
              <a:t>score_ls</a:t>
            </a:r>
            <a:r>
              <a:rPr lang="en-US" altLang="zh-CN" dirty="0">
                <a:solidFill>
                  <a:srgbClr val="777777"/>
                </a:solidFill>
                <a:latin typeface="+mj-lt"/>
              </a:rPr>
              <a:t>[</a:t>
            </a:r>
            <a:r>
              <a:rPr lang="en-US" altLang="zh-CN" dirty="0">
                <a:solidFill>
                  <a:srgbClr val="9C5D27"/>
                </a:solidFill>
                <a:latin typeface="+mj-lt"/>
              </a:rPr>
              <a:t>0</a:t>
            </a:r>
            <a:r>
              <a:rPr lang="en-US" altLang="zh-CN" dirty="0">
                <a:solidFill>
                  <a:srgbClr val="777777"/>
                </a:solidFill>
                <a:latin typeface="+mj-lt"/>
              </a:rPr>
              <a:t>].</a:t>
            </a:r>
            <a:r>
              <a:rPr lang="en-US" altLang="zh-CN" dirty="0">
                <a:solidFill>
                  <a:srgbClr val="333333"/>
                </a:solidFill>
                <a:latin typeface="+mj-lt"/>
              </a:rPr>
              <a:t>keys</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'\n')</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写入标题行</a:t>
            </a:r>
            <a:endParaRPr lang="zh-CN" altLang="en-US" dirty="0">
              <a:solidFill>
                <a:srgbClr val="333333"/>
              </a:solidFill>
              <a:latin typeface="+mj-lt"/>
            </a:endParaRPr>
          </a:p>
          <a:p>
            <a:r>
              <a:rPr lang="zh-CN" altLang="en-US" dirty="0">
                <a:solidFill>
                  <a:srgbClr val="333333"/>
                </a:solidFill>
                <a:latin typeface="+mj-lt"/>
              </a:rPr>
              <a:t>        </a:t>
            </a:r>
            <a:r>
              <a:rPr lang="en-US" altLang="zh-CN" dirty="0">
                <a:solidFill>
                  <a:srgbClr val="4B69C6"/>
                </a:solidFill>
                <a:latin typeface="+mj-lt"/>
              </a:rPr>
              <a:t>for</a:t>
            </a:r>
            <a:r>
              <a:rPr lang="en-US" altLang="zh-CN" dirty="0">
                <a:solidFill>
                  <a:srgbClr val="333333"/>
                </a:solidFill>
                <a:latin typeface="+mj-lt"/>
              </a:rPr>
              <a:t> </a:t>
            </a:r>
            <a:r>
              <a:rPr lang="en-US" altLang="zh-CN" dirty="0">
                <a:solidFill>
                  <a:srgbClr val="7A3E9D"/>
                </a:solidFill>
                <a:latin typeface="+mj-lt"/>
              </a:rPr>
              <a:t>score</a:t>
            </a:r>
            <a:r>
              <a:rPr lang="en-US" altLang="zh-CN" dirty="0">
                <a:solidFill>
                  <a:srgbClr val="333333"/>
                </a:solidFill>
                <a:latin typeface="+mj-lt"/>
              </a:rPr>
              <a:t> </a:t>
            </a:r>
            <a:r>
              <a:rPr lang="en-US" altLang="zh-CN" dirty="0">
                <a:solidFill>
                  <a:srgbClr val="4B69C6"/>
                </a:solidFill>
                <a:latin typeface="+mj-lt"/>
              </a:rPr>
              <a:t>in</a:t>
            </a:r>
            <a:r>
              <a:rPr lang="en-US" altLang="zh-CN" dirty="0">
                <a:solidFill>
                  <a:srgbClr val="333333"/>
                </a:solidFill>
                <a:latin typeface="+mj-lt"/>
              </a:rPr>
              <a:t> </a:t>
            </a:r>
            <a:r>
              <a:rPr lang="en-US" altLang="zh-CN" dirty="0" err="1">
                <a:solidFill>
                  <a:srgbClr val="7A3E9D"/>
                </a:solidFill>
                <a:latin typeface="+mj-lt"/>
              </a:rPr>
              <a:t>score_ls</a:t>
            </a:r>
            <a:r>
              <a:rPr lang="en-US" altLang="zh-CN" dirty="0">
                <a:solidFill>
                  <a:srgbClr val="777777"/>
                </a:solidFill>
                <a:latin typeface="+mj-lt"/>
              </a:rPr>
              <a:t>[</a:t>
            </a:r>
            <a:r>
              <a:rPr lang="en-US" altLang="zh-CN" dirty="0">
                <a:solidFill>
                  <a:srgbClr val="9C5D27"/>
                </a:solidFill>
                <a:latin typeface="+mj-lt"/>
              </a:rPr>
              <a:t>1</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遍历列表中的字典</a:t>
            </a:r>
            <a:endParaRPr lang="zh-CN" altLang="en-US" dirty="0">
              <a:solidFill>
                <a:srgbClr val="333333"/>
              </a:solidFill>
              <a:latin typeface="+mj-lt"/>
            </a:endParaRPr>
          </a:p>
          <a:p>
            <a:r>
              <a:rPr lang="zh-CN" altLang="en-US" dirty="0">
                <a:solidFill>
                  <a:srgbClr val="333333"/>
                </a:solidFill>
                <a:latin typeface="+mj-lt"/>
              </a:rPr>
              <a:t>            </a:t>
            </a:r>
            <a:r>
              <a:rPr lang="en-US" altLang="zh-CN" dirty="0" err="1">
                <a:solidFill>
                  <a:srgbClr val="7A3E9D"/>
                </a:solidFill>
                <a:latin typeface="+mj-lt"/>
              </a:rPr>
              <a:t>fw</a:t>
            </a:r>
            <a:r>
              <a:rPr lang="en-US" altLang="zh-CN" dirty="0" err="1">
                <a:solidFill>
                  <a:srgbClr val="777777"/>
                </a:solidFill>
                <a:latin typeface="+mj-lt"/>
              </a:rPr>
              <a:t>.</a:t>
            </a:r>
            <a:r>
              <a:rPr lang="en-US" altLang="zh-CN" b="1" dirty="0" err="1">
                <a:solidFill>
                  <a:srgbClr val="AA3731"/>
                </a:solidFill>
                <a:latin typeface="+mj-lt"/>
              </a:rPr>
              <a:t>write</a:t>
            </a:r>
            <a:r>
              <a:rPr lang="en-US" altLang="zh-CN" dirty="0">
                <a:solidFill>
                  <a:srgbClr val="777777"/>
                </a:solidFill>
                <a:latin typeface="+mj-lt"/>
              </a:rPr>
              <a:t>('</a:t>
            </a:r>
            <a:r>
              <a:rPr lang="en-US" altLang="zh-CN" dirty="0">
                <a:solidFill>
                  <a:srgbClr val="448C27"/>
                </a:solidFill>
                <a:latin typeface="+mj-lt"/>
              </a:rPr>
              <a:t>,</a:t>
            </a:r>
            <a:r>
              <a:rPr lang="en-US" altLang="zh-CN" dirty="0">
                <a:solidFill>
                  <a:srgbClr val="777777"/>
                </a:solidFill>
                <a:latin typeface="+mj-lt"/>
              </a:rPr>
              <a:t>'.</a:t>
            </a:r>
            <a:r>
              <a:rPr lang="en-US" altLang="zh-CN" b="1" dirty="0">
                <a:solidFill>
                  <a:srgbClr val="AA3731"/>
                </a:solidFill>
                <a:latin typeface="+mj-lt"/>
              </a:rPr>
              <a:t>join</a:t>
            </a:r>
            <a:r>
              <a:rPr lang="en-US" altLang="zh-CN" dirty="0">
                <a:solidFill>
                  <a:srgbClr val="777777"/>
                </a:solidFill>
                <a:latin typeface="+mj-lt"/>
              </a:rPr>
              <a:t>(</a:t>
            </a:r>
            <a:r>
              <a:rPr lang="en-US" altLang="zh-CN" b="1" dirty="0">
                <a:solidFill>
                  <a:srgbClr val="7A3E9D"/>
                </a:solidFill>
                <a:latin typeface="+mj-lt"/>
              </a:rPr>
              <a:t>list</a:t>
            </a:r>
            <a:r>
              <a:rPr lang="en-US" altLang="zh-CN" dirty="0">
                <a:solidFill>
                  <a:srgbClr val="777777"/>
                </a:solidFill>
                <a:latin typeface="+mj-lt"/>
              </a:rPr>
              <a:t>(</a:t>
            </a:r>
            <a:r>
              <a:rPr lang="en-US" altLang="zh-CN" dirty="0" err="1">
                <a:solidFill>
                  <a:srgbClr val="7A3E9D"/>
                </a:solidFill>
                <a:latin typeface="+mj-lt"/>
              </a:rPr>
              <a:t>score</a:t>
            </a:r>
            <a:r>
              <a:rPr lang="en-US" altLang="zh-CN" dirty="0" err="1">
                <a:solidFill>
                  <a:srgbClr val="777777"/>
                </a:solidFill>
                <a:latin typeface="+mj-lt"/>
              </a:rPr>
              <a:t>.</a:t>
            </a:r>
            <a:r>
              <a:rPr lang="en-US" altLang="zh-CN" dirty="0" err="1">
                <a:solidFill>
                  <a:srgbClr val="333333"/>
                </a:solidFill>
                <a:latin typeface="+mj-lt"/>
              </a:rPr>
              <a:t>values</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'\n')</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写入数据行</a:t>
            </a:r>
            <a:endParaRPr lang="zh-CN" altLang="en-US" dirty="0">
              <a:solidFill>
                <a:srgbClr val="333333"/>
              </a:solidFill>
              <a:latin typeface="+mj-lt"/>
            </a:endParaRPr>
          </a:p>
          <a:p>
            <a:r>
              <a:rPr lang="zh-CN" altLang="en-US" dirty="0">
                <a:solidFill>
                  <a:srgbClr val="333333"/>
                </a:solidFill>
                <a:latin typeface="+mj-lt"/>
              </a:rPr>
              <a:t>    </a:t>
            </a:r>
            <a:r>
              <a:rPr lang="en-US" altLang="zh-CN" b="1" dirty="0">
                <a:solidFill>
                  <a:srgbClr val="AA3731"/>
                </a:solidFill>
                <a:latin typeface="+mj-lt"/>
              </a:rPr>
              <a:t>print</a:t>
            </a:r>
            <a:r>
              <a:rPr lang="en-US" altLang="zh-CN" dirty="0">
                <a:solidFill>
                  <a:srgbClr val="777777"/>
                </a:solidFill>
                <a:latin typeface="+mj-lt"/>
              </a:rPr>
              <a:t>('</a:t>
            </a:r>
            <a:r>
              <a:rPr lang="zh-CN" altLang="en-US" dirty="0">
                <a:solidFill>
                  <a:srgbClr val="448C27"/>
                </a:solidFill>
                <a:latin typeface="+mj-lt"/>
              </a:rPr>
              <a:t>写入成功！</a:t>
            </a:r>
            <a:r>
              <a:rPr lang="en-US" altLang="zh-CN" dirty="0">
                <a:solidFill>
                  <a:srgbClr val="777777"/>
                </a:solidFill>
                <a:latin typeface="+mj-lt"/>
              </a:rPr>
              <a:t>')</a:t>
            </a:r>
            <a:r>
              <a:rPr lang="zh-CN" altLang="en-US" dirty="0">
                <a:solidFill>
                  <a:srgbClr val="333333"/>
                </a:solidFill>
                <a:latin typeface="+mj-lt"/>
              </a:rPr>
              <a:t>                                      </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打印提示信息</a:t>
            </a:r>
            <a:endParaRPr lang="zh-CN" altLang="en-US" dirty="0">
              <a:solidFill>
                <a:srgbClr val="333333"/>
              </a:solidFill>
              <a:latin typeface="+mj-lt"/>
            </a:endParaRPr>
          </a:p>
          <a:p>
            <a:br>
              <a:rPr lang="zh-CN" altLang="en-US" dirty="0">
                <a:solidFill>
                  <a:srgbClr val="333333"/>
                </a:solidFill>
                <a:latin typeface="+mj-lt"/>
              </a:rPr>
            </a:br>
            <a:r>
              <a:rPr lang="en-US" altLang="zh-CN" dirty="0">
                <a:solidFill>
                  <a:srgbClr val="4B69C6"/>
                </a:solidFill>
                <a:latin typeface="+mj-lt"/>
              </a:rPr>
              <a:t>if</a:t>
            </a:r>
            <a:r>
              <a:rPr lang="en-US" altLang="zh-CN" dirty="0">
                <a:solidFill>
                  <a:srgbClr val="333333"/>
                </a:solidFill>
                <a:latin typeface="+mj-lt"/>
              </a:rPr>
              <a:t> </a:t>
            </a:r>
            <a:r>
              <a:rPr lang="en-US" altLang="zh-CN" dirty="0">
                <a:solidFill>
                  <a:srgbClr val="7A3E9D"/>
                </a:solidFill>
                <a:latin typeface="+mj-lt"/>
              </a:rPr>
              <a:t>__name__</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448C27"/>
                </a:solidFill>
                <a:latin typeface="+mj-lt"/>
              </a:rPr>
              <a:t>__main__</a:t>
            </a:r>
            <a:r>
              <a:rPr lang="en-US" altLang="zh-CN" dirty="0">
                <a:solidFill>
                  <a:srgbClr val="777777"/>
                </a:solidFill>
                <a:latin typeface="+mj-lt"/>
              </a:rPr>
              <a:t>':</a:t>
            </a:r>
            <a:r>
              <a:rPr lang="en-US" altLang="zh-CN" dirty="0">
                <a:solidFill>
                  <a:srgbClr val="333333"/>
                </a:solidFill>
                <a:latin typeface="+mj-lt"/>
              </a:rPr>
              <a:t> </a:t>
            </a:r>
            <a:endParaRPr lang="en-US" altLang="zh-CN" dirty="0">
              <a:solidFill>
                <a:srgbClr val="333333"/>
              </a:solidFill>
              <a:latin typeface="+mj-lt"/>
            </a:endParaRPr>
          </a:p>
          <a:p>
            <a:r>
              <a:rPr lang="en-US" altLang="zh-CN" dirty="0">
                <a:solidFill>
                  <a:srgbClr val="333333"/>
                </a:solidFill>
                <a:latin typeface="+mj-lt"/>
              </a:rPr>
              <a:t>    </a:t>
            </a:r>
            <a:r>
              <a:rPr lang="en-US" altLang="zh-CN" dirty="0" err="1">
                <a:solidFill>
                  <a:srgbClr val="7A3E9D"/>
                </a:solidFill>
                <a:latin typeface="+mj-lt"/>
              </a:rPr>
              <a:t>file_json</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err="1">
                <a:solidFill>
                  <a:srgbClr val="448C27"/>
                </a:solidFill>
                <a:latin typeface="+mj-lt"/>
              </a:rPr>
              <a:t>score.json</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读取的 </a:t>
            </a:r>
            <a:r>
              <a:rPr lang="en-US" altLang="zh-CN" dirty="0" err="1">
                <a:solidFill>
                  <a:srgbClr val="AAAAAA"/>
                </a:solidFill>
                <a:latin typeface="+mj-lt"/>
              </a:rPr>
              <a:t>json</a:t>
            </a:r>
            <a:r>
              <a:rPr lang="en-US" altLang="zh-CN" dirty="0">
                <a:solidFill>
                  <a:srgbClr val="AAAAAA"/>
                </a:solidFill>
                <a:latin typeface="+mj-lt"/>
              </a:rPr>
              <a:t> </a:t>
            </a:r>
            <a:r>
              <a:rPr lang="zh-CN" altLang="en-US" dirty="0">
                <a:solidFill>
                  <a:srgbClr val="AAAAAA"/>
                </a:solidFill>
                <a:latin typeface="+mj-lt"/>
              </a:rPr>
              <a:t>文件名</a:t>
            </a:r>
            <a:endParaRPr lang="zh-CN" altLang="en-US" dirty="0">
              <a:solidFill>
                <a:srgbClr val="333333"/>
              </a:solidFill>
              <a:latin typeface="+mj-lt"/>
            </a:endParaRPr>
          </a:p>
          <a:p>
            <a:r>
              <a:rPr lang="zh-CN" altLang="en-US" dirty="0">
                <a:solidFill>
                  <a:srgbClr val="333333"/>
                </a:solidFill>
                <a:latin typeface="+mj-lt"/>
              </a:rPr>
              <a:t>    </a:t>
            </a:r>
            <a:r>
              <a:rPr lang="en-US" altLang="zh-CN" dirty="0" err="1">
                <a:solidFill>
                  <a:srgbClr val="7A3E9D"/>
                </a:solidFill>
                <a:latin typeface="+mj-lt"/>
              </a:rPr>
              <a:t>file_csv</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448C27"/>
                </a:solidFill>
                <a:latin typeface="+mj-lt"/>
              </a:rPr>
              <a:t>score.csv</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写入的 </a:t>
            </a:r>
            <a:r>
              <a:rPr lang="en-US" altLang="zh-CN" dirty="0">
                <a:solidFill>
                  <a:srgbClr val="AAAAAA"/>
                </a:solidFill>
                <a:latin typeface="+mj-lt"/>
              </a:rPr>
              <a:t>csv </a:t>
            </a:r>
            <a:r>
              <a:rPr lang="zh-CN" altLang="en-US" dirty="0">
                <a:solidFill>
                  <a:srgbClr val="AAAAAA"/>
                </a:solidFill>
                <a:latin typeface="+mj-lt"/>
              </a:rPr>
              <a:t>文件名</a:t>
            </a:r>
            <a:endParaRPr lang="zh-CN" altLang="en-US" dirty="0">
              <a:solidFill>
                <a:srgbClr val="333333"/>
              </a:solidFill>
              <a:latin typeface="+mj-lt"/>
            </a:endParaRPr>
          </a:p>
          <a:p>
            <a:r>
              <a:rPr lang="zh-CN" altLang="en-US" dirty="0">
                <a:solidFill>
                  <a:srgbClr val="333333"/>
                </a:solidFill>
                <a:latin typeface="+mj-lt"/>
              </a:rPr>
              <a:t>    </a:t>
            </a:r>
            <a:r>
              <a:rPr lang="en-US" altLang="zh-CN" dirty="0" err="1">
                <a:solidFill>
                  <a:srgbClr val="7A3E9D"/>
                </a:solidFill>
                <a:latin typeface="+mj-lt"/>
              </a:rPr>
              <a:t>score_lst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b="1" dirty="0" err="1">
                <a:solidFill>
                  <a:srgbClr val="AA3731"/>
                </a:solidFill>
                <a:latin typeface="+mj-lt"/>
              </a:rPr>
              <a:t>read_json</a:t>
            </a:r>
            <a:r>
              <a:rPr lang="en-US" altLang="zh-CN" dirty="0">
                <a:solidFill>
                  <a:srgbClr val="777777"/>
                </a:solidFill>
                <a:latin typeface="+mj-lt"/>
              </a:rPr>
              <a:t>(</a:t>
            </a:r>
            <a:r>
              <a:rPr lang="en-US" altLang="zh-CN" dirty="0" err="1">
                <a:solidFill>
                  <a:srgbClr val="7A3E9D"/>
                </a:solidFill>
                <a:latin typeface="+mj-lt"/>
              </a:rPr>
              <a:t>file_json</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读 </a:t>
            </a:r>
            <a:r>
              <a:rPr lang="en-US" altLang="zh-CN" dirty="0" err="1">
                <a:solidFill>
                  <a:srgbClr val="AAAAAA"/>
                </a:solidFill>
                <a:latin typeface="+mj-lt"/>
              </a:rPr>
              <a:t>json</a:t>
            </a:r>
            <a:r>
              <a:rPr lang="en-US" altLang="zh-CN" dirty="0">
                <a:solidFill>
                  <a:srgbClr val="AAAAAA"/>
                </a:solidFill>
                <a:latin typeface="+mj-lt"/>
              </a:rPr>
              <a:t> </a:t>
            </a:r>
            <a:r>
              <a:rPr lang="zh-CN" altLang="en-US" dirty="0">
                <a:solidFill>
                  <a:srgbClr val="AAAAAA"/>
                </a:solidFill>
                <a:latin typeface="+mj-lt"/>
              </a:rPr>
              <a:t>文件获得元素为字典的列表</a:t>
            </a:r>
            <a:endParaRPr lang="zh-CN" altLang="en-US" dirty="0">
              <a:solidFill>
                <a:srgbClr val="333333"/>
              </a:solidFill>
              <a:latin typeface="+mj-lt"/>
            </a:endParaRPr>
          </a:p>
          <a:p>
            <a:r>
              <a:rPr lang="zh-CN" altLang="en-US" dirty="0">
                <a:solidFill>
                  <a:srgbClr val="333333"/>
                </a:solidFill>
                <a:latin typeface="+mj-lt"/>
              </a:rPr>
              <a:t>    </a:t>
            </a:r>
            <a:r>
              <a:rPr lang="en-US" altLang="zh-CN" b="1" dirty="0" err="1">
                <a:solidFill>
                  <a:srgbClr val="AA3731"/>
                </a:solidFill>
                <a:latin typeface="+mj-lt"/>
              </a:rPr>
              <a:t>write_to_csv</a:t>
            </a:r>
            <a:r>
              <a:rPr lang="en-US" altLang="zh-CN" dirty="0">
                <a:solidFill>
                  <a:srgbClr val="777777"/>
                </a:solidFill>
                <a:latin typeface="+mj-lt"/>
              </a:rPr>
              <a:t>(</a:t>
            </a:r>
            <a:r>
              <a:rPr lang="en-US" altLang="zh-CN" dirty="0" err="1">
                <a:solidFill>
                  <a:srgbClr val="7A3E9D"/>
                </a:solidFill>
                <a:latin typeface="+mj-lt"/>
              </a:rPr>
              <a:t>file_csv</a:t>
            </a:r>
            <a:r>
              <a:rPr lang="en-US" altLang="zh-CN" dirty="0">
                <a:solidFill>
                  <a:srgbClr val="777777"/>
                </a:solidFill>
                <a:latin typeface="+mj-lt"/>
              </a:rPr>
              <a:t>,</a:t>
            </a:r>
            <a:r>
              <a:rPr lang="en-US" altLang="zh-CN" dirty="0">
                <a:solidFill>
                  <a:srgbClr val="333333"/>
                </a:solidFill>
                <a:latin typeface="+mj-lt"/>
              </a:rPr>
              <a:t> </a:t>
            </a:r>
            <a:r>
              <a:rPr lang="en-US" altLang="zh-CN" dirty="0" err="1">
                <a:solidFill>
                  <a:srgbClr val="7A3E9D"/>
                </a:solidFill>
                <a:latin typeface="+mj-lt"/>
              </a:rPr>
              <a:t>score_lst</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将列表中的数据写入 </a:t>
            </a:r>
            <a:r>
              <a:rPr lang="en-US" altLang="zh-CN" dirty="0">
                <a:solidFill>
                  <a:srgbClr val="AAAAAA"/>
                </a:solidFill>
                <a:latin typeface="+mj-lt"/>
              </a:rPr>
              <a:t>csv </a:t>
            </a:r>
            <a:r>
              <a:rPr lang="zh-CN" altLang="en-US" dirty="0">
                <a:solidFill>
                  <a:srgbClr val="AAAAAA"/>
                </a:solidFill>
                <a:latin typeface="+mj-lt"/>
              </a:rPr>
              <a:t>文件</a:t>
            </a:r>
            <a:endParaRPr lang="zh-CN" altLang="en-US" dirty="0">
              <a:solidFill>
                <a:srgbClr val="333333"/>
              </a:solidFill>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7</a:t>
            </a:r>
            <a:r>
              <a:rPr dirty="0"/>
              <a:t>.4</a:t>
            </a:r>
            <a:r>
              <a:rPr lang="en-US" dirty="0"/>
              <a:t> </a:t>
            </a:r>
            <a:r>
              <a:rPr lang="zh-CN" altLang="en-US" dirty="0"/>
              <a:t>文件与文件夹操作</a:t>
            </a:r>
            <a:endParaRPr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7.4</a:t>
            </a:r>
            <a:endParaRPr lang="zh-CN" altLang="en-US" dirty="0"/>
          </a:p>
        </p:txBody>
      </p:sp>
      <p:sp>
        <p:nvSpPr>
          <p:cNvPr id="3" name="标题 2"/>
          <p:cNvSpPr>
            <a:spLocks noGrp="1"/>
          </p:cNvSpPr>
          <p:nvPr>
            <p:ph type="title"/>
          </p:nvPr>
        </p:nvSpPr>
        <p:spPr/>
        <p:txBody>
          <a:bodyPr/>
          <a:lstStyle/>
          <a:p>
            <a:r>
              <a:rPr lang="zh-CN" altLang="en-US" dirty="0"/>
              <a:t>文件与文件夹操作</a:t>
            </a:r>
            <a:endParaRPr lang="zh-CN" altLang="en-US" dirty="0"/>
          </a:p>
        </p:txBody>
      </p:sp>
      <p:sp>
        <p:nvSpPr>
          <p:cNvPr id="7" name="内容占位符 1"/>
          <p:cNvSpPr txBox="1"/>
          <p:nvPr/>
        </p:nvSpPr>
        <p:spPr>
          <a:xfrm>
            <a:off x="925195" y="1395714"/>
            <a:ext cx="10031730" cy="2668285"/>
          </a:xfrm>
          <a:prstGeom prst="rect">
            <a:avLst/>
          </a:prstGeom>
          <a:noFill/>
          <a:ln>
            <a:noFill/>
          </a:ln>
          <a:effectLst/>
        </p:spPr>
        <p:txBody>
          <a:bodyPr vert="horz" lIns="91440" tIns="45720" rIns="91440" bIns="45720" rtlCol="0">
            <a:norm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1000"/>
              </a:spcBef>
              <a:spcAft>
                <a:spcPts val="0"/>
              </a:spcAft>
              <a:buClrTx/>
              <a:buSzTx/>
              <a:buFont typeface="Arial" panose="020B0604020202090204" pitchFamily="34" charset="0"/>
              <a:buNone/>
              <a:defRPr/>
            </a:pPr>
            <a:r>
              <a:rPr kumimoji="0" lang="en-US" altLang="zh-CN" sz="28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os </a:t>
            </a:r>
            <a:r>
              <a:rPr kumimoji="0" lang="zh-CN" altLang="en-US" sz="28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库（</a:t>
            </a:r>
            <a:r>
              <a:rPr kumimoji="0" lang="en-US" altLang="zh-CN" sz="28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Operating System Library</a:t>
            </a:r>
            <a:r>
              <a:rPr kumimoji="0" lang="en-US" altLang="en-US" sz="2800" b="1" i="0" u="none" strike="noStrike" kern="1200" cap="none" spc="0" normalizeH="0" baseline="0" noProof="0" dirty="0">
                <a:ln>
                  <a:noFill/>
                </a:ln>
                <a:solidFill>
                  <a:srgbClr val="0070C0"/>
                </a:solidFill>
                <a:effectLst/>
                <a:uLnTx/>
                <a:uFillTx/>
                <a:latin typeface="+mn-ea"/>
                <a:ea typeface="+mn-ea"/>
                <a:cs typeface="+mn-cs"/>
              </a:rPr>
              <a:t>）</a:t>
            </a:r>
            <a:endParaRPr kumimoji="0" lang="en-US" altLang="zh-CN" sz="28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a:p>
            <a:pPr marL="0" marR="0" lvl="0" indent="457200" algn="l" defTabSz="914400" rtl="0" eaLnBrk="1" fontAlgn="auto" latinLnBrk="0" hangingPunct="1">
              <a:lnSpc>
                <a:spcPct val="150000"/>
              </a:lnSpc>
              <a:spcBef>
                <a:spcPts val="1000"/>
              </a:spcBef>
              <a:spcAft>
                <a:spcPts val="0"/>
              </a:spcAft>
              <a:buClrTx/>
              <a:buSzTx/>
              <a:buFont typeface="Arial" panose="020B0604020202090204" pitchFamily="34" charset="0"/>
              <a:buNone/>
              <a:defRPr/>
            </a:pP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提供了大量和</a:t>
            </a:r>
            <a:r>
              <a:rPr kumimoji="0" lang="zh-CN" altLang="en-US" sz="24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目录</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及</a:t>
            </a:r>
            <a:r>
              <a:rPr kumimoji="0" lang="zh-CN" altLang="en-US" sz="24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文件操作</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相关的方法。</a:t>
            </a:r>
            <a:endPar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a:p>
            <a:pPr marL="0" marR="0" lvl="0" indent="457200" algn="l" defTabSz="914400" rtl="0" eaLnBrk="1" fontAlgn="auto" latinLnBrk="0" hangingPunct="1">
              <a:lnSpc>
                <a:spcPct val="150000"/>
              </a:lnSpc>
              <a:spcBef>
                <a:spcPts val="1000"/>
              </a:spcBef>
              <a:spcAft>
                <a:spcPts val="0"/>
              </a:spcAft>
              <a:buClrTx/>
              <a:buSzTx/>
              <a:buFont typeface="Arial" panose="020B0604020202090204" pitchFamily="34" charset="0"/>
              <a:buNone/>
              <a:defRPr/>
            </a:pP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使用“</a:t>
            </a:r>
            <a:r>
              <a:rPr kumimoji="0" lang="en-US" altLang="zh-CN" sz="24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import os</a:t>
            </a:r>
            <a:r>
              <a:rPr kumimoji="0" lang="en-US" altLang="zh-CN"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语句导入 </a:t>
            </a:r>
            <a:r>
              <a:rPr kumimoji="0" lang="en-US" altLang="zh-CN"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os </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库。</a:t>
            </a:r>
            <a:endPar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7.4</a:t>
            </a:r>
            <a:endParaRPr lang="zh-CN" altLang="en-US" dirty="0"/>
          </a:p>
        </p:txBody>
      </p:sp>
      <p:sp>
        <p:nvSpPr>
          <p:cNvPr id="3" name="标题 2"/>
          <p:cNvSpPr>
            <a:spLocks noGrp="1"/>
          </p:cNvSpPr>
          <p:nvPr>
            <p:ph type="title"/>
          </p:nvPr>
        </p:nvSpPr>
        <p:spPr/>
        <p:txBody>
          <a:bodyPr/>
          <a:lstStyle/>
          <a:p>
            <a:r>
              <a:rPr lang="zh-CN" altLang="en-US" dirty="0"/>
              <a:t>文件与文件夹操作</a:t>
            </a:r>
            <a:endParaRPr lang="zh-CN" altLang="en-US" dirty="0"/>
          </a:p>
        </p:txBody>
      </p:sp>
      <p:sp>
        <p:nvSpPr>
          <p:cNvPr id="2" name="文本框 1"/>
          <p:cNvSpPr txBox="1"/>
          <p:nvPr/>
        </p:nvSpPr>
        <p:spPr>
          <a:xfrm>
            <a:off x="6834710" y="521436"/>
            <a:ext cx="4230370" cy="501932"/>
          </a:xfrm>
          <a:prstGeom prst="rect">
            <a:avLst/>
          </a:prstGeom>
          <a:noFill/>
        </p:spPr>
        <p:txBody>
          <a:bodyPr wrap="square">
            <a:spAutoFit/>
          </a:bodyPr>
          <a:lstStyle/>
          <a:p>
            <a:pPr indent="241300" algn="r">
              <a:lnSpc>
                <a:spcPct val="150000"/>
              </a:lnSpc>
              <a:defRPr/>
            </a:pPr>
            <a:r>
              <a:rPr lang="en-US" altLang="zh-CN" sz="2000"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os</a:t>
            </a:r>
            <a:r>
              <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库常用方法</a:t>
            </a:r>
            <a:endParaRPr lang="zh-CN" altLang="en-US" sz="32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6" name="表格 5"/>
          <p:cNvGraphicFramePr>
            <a:graphicFrameLocks noGrp="1"/>
          </p:cNvGraphicFramePr>
          <p:nvPr/>
        </p:nvGraphicFramePr>
        <p:xfrm>
          <a:off x="368710" y="1032241"/>
          <a:ext cx="11454579" cy="5669565"/>
        </p:xfrm>
        <a:graphic>
          <a:graphicData uri="http://schemas.openxmlformats.org/drawingml/2006/table">
            <a:tbl>
              <a:tblPr firstRow="1" firstCol="1" bandRow="1">
                <a:tableStyleId>{5C22544A-7EE6-4342-B048-85BDC9FD1C3A}</a:tableStyleId>
              </a:tblPr>
              <a:tblGrid>
                <a:gridCol w="2882929"/>
                <a:gridCol w="8571650"/>
              </a:tblGrid>
              <a:tr h="507237">
                <a:tc>
                  <a:txBody>
                    <a:bodyPr/>
                    <a:lstStyle/>
                    <a:p>
                      <a:pPr algn="ctr"/>
                      <a:r>
                        <a:rPr lang="en-US" sz="2400" kern="0" dirty="0" err="1">
                          <a:effectLst/>
                          <a:latin typeface="+mj-lt"/>
                        </a:rPr>
                        <a:t>方法</a:t>
                      </a:r>
                      <a:endParaRPr lang="zh-CN" sz="3200" kern="100" dirty="0">
                        <a:effectLst/>
                        <a:latin typeface="+mj-lt"/>
                        <a:ea typeface="等线" panose="02010600030101010101" pitchFamily="2" charset="-122"/>
                        <a:cs typeface="Times New Roman" panose="02020603050405020304" pitchFamily="18" charset="0"/>
                      </a:endParaRPr>
                    </a:p>
                  </a:txBody>
                  <a:tcPr marL="9525" marR="9525" marT="9525" marB="9525" anchor="ctr"/>
                </a:tc>
                <a:tc>
                  <a:txBody>
                    <a:bodyPr/>
                    <a:lstStyle/>
                    <a:p>
                      <a:pPr algn="ctr"/>
                      <a:r>
                        <a:rPr lang="en-US" sz="2400" kern="0" dirty="0" err="1">
                          <a:effectLst/>
                          <a:latin typeface="+mj-lt"/>
                        </a:rPr>
                        <a:t>描述</a:t>
                      </a:r>
                      <a:endParaRPr lang="zh-CN" sz="3200" kern="100" dirty="0">
                        <a:effectLst/>
                        <a:latin typeface="+mj-lt"/>
                        <a:ea typeface="等线" panose="02010600030101010101" pitchFamily="2" charset="-122"/>
                        <a:cs typeface="Times New Roman" panose="02020603050405020304" pitchFamily="18" charset="0"/>
                      </a:endParaRPr>
                    </a:p>
                  </a:txBody>
                  <a:tcPr marL="9525" marR="9525" marT="9525" marB="9525" anchor="ctr"/>
                </a:tc>
              </a:tr>
              <a:tr h="430194">
                <a:tc>
                  <a:txBody>
                    <a:bodyPr/>
                    <a:lstStyle/>
                    <a:p>
                      <a:pPr algn="l"/>
                      <a:r>
                        <a:rPr lang="en-US" sz="2000" kern="0" dirty="0">
                          <a:effectLst/>
                          <a:latin typeface="+mj-lt"/>
                        </a:rPr>
                        <a:t> </a:t>
                      </a:r>
                      <a:r>
                        <a:rPr lang="en-US" sz="2000" kern="0" dirty="0" err="1">
                          <a:effectLst/>
                          <a:latin typeface="+mj-lt"/>
                        </a:rPr>
                        <a:t>os.getcwd</a:t>
                      </a:r>
                      <a:r>
                        <a:rPr lang="en-US" sz="2000" kern="0" dirty="0">
                          <a:effectLst/>
                          <a:latin typeface="+mj-lt"/>
                        </a:rPr>
                        <a:t>()</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sz="2000" kern="0" dirty="0">
                          <a:effectLst/>
                          <a:latin typeface="+mj-lt"/>
                        </a:rPr>
                        <a:t> </a:t>
                      </a:r>
                      <a:r>
                        <a:rPr lang="en-US" sz="2000" kern="0" dirty="0" err="1">
                          <a:effectLst/>
                          <a:latin typeface="+mj-lt"/>
                        </a:rPr>
                        <a:t>获取</a:t>
                      </a:r>
                      <a:r>
                        <a:rPr lang="en-US" sz="2000" b="1" kern="0" dirty="0" err="1">
                          <a:solidFill>
                            <a:schemeClr val="accent2"/>
                          </a:solidFill>
                          <a:effectLst/>
                          <a:latin typeface="+mj-lt"/>
                        </a:rPr>
                        <a:t>当前</a:t>
                      </a:r>
                      <a:r>
                        <a:rPr lang="en-US" sz="2000" kern="0" dirty="0" err="1">
                          <a:effectLst/>
                          <a:latin typeface="+mj-lt"/>
                        </a:rPr>
                        <a:t>工作路径</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r>
              <a:tr h="430194">
                <a:tc>
                  <a:txBody>
                    <a:bodyPr/>
                    <a:lstStyle/>
                    <a:p>
                      <a:pPr algn="l"/>
                      <a:r>
                        <a:rPr lang="en-US" sz="2000" kern="0" dirty="0">
                          <a:effectLst/>
                          <a:latin typeface="+mj-lt"/>
                        </a:rPr>
                        <a:t> </a:t>
                      </a:r>
                      <a:r>
                        <a:rPr lang="en-US" sz="2000" kern="0" dirty="0" err="1">
                          <a:effectLst/>
                          <a:latin typeface="+mj-lt"/>
                        </a:rPr>
                        <a:t>os.chdir</a:t>
                      </a:r>
                      <a:r>
                        <a:rPr lang="en-US" sz="2000" kern="0" dirty="0">
                          <a:effectLst/>
                          <a:latin typeface="+mj-lt"/>
                        </a:rPr>
                        <a:t>(path) </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sz="2000" kern="0" dirty="0">
                          <a:effectLst/>
                          <a:latin typeface="+mj-lt"/>
                        </a:rPr>
                        <a:t> </a:t>
                      </a:r>
                      <a:r>
                        <a:rPr lang="en-US" sz="2000" kern="0" dirty="0" err="1">
                          <a:effectLst/>
                          <a:latin typeface="+mj-lt"/>
                        </a:rPr>
                        <a:t>将当前工作路径修改为</a:t>
                      </a:r>
                      <a:r>
                        <a:rPr lang="en-US" sz="2000" kern="0" dirty="0">
                          <a:effectLst/>
                          <a:latin typeface="+mj-lt"/>
                        </a:rPr>
                        <a:t> </a:t>
                      </a:r>
                      <a:r>
                        <a:rPr lang="en-US" sz="2000" b="1" kern="0" dirty="0" err="1">
                          <a:solidFill>
                            <a:schemeClr val="accent2"/>
                          </a:solidFill>
                          <a:effectLst/>
                          <a:latin typeface="+mj-lt"/>
                        </a:rPr>
                        <a:t>path</a:t>
                      </a:r>
                      <a:r>
                        <a:rPr lang="en-US" sz="2000" kern="0" dirty="0" err="1">
                          <a:effectLst/>
                          <a:latin typeface="+mj-lt"/>
                        </a:rPr>
                        <a:t>，如</a:t>
                      </a:r>
                      <a:r>
                        <a:rPr lang="en-US" sz="2000" kern="0" dirty="0">
                          <a:effectLst/>
                          <a:latin typeface="+mj-lt"/>
                        </a:rPr>
                        <a:t> </a:t>
                      </a:r>
                      <a:r>
                        <a:rPr lang="en-US" sz="2000" kern="0" dirty="0" err="1">
                          <a:effectLst/>
                          <a:latin typeface="+mj-lt"/>
                        </a:rPr>
                        <a:t>os.chdir</a:t>
                      </a:r>
                      <a:r>
                        <a:rPr lang="en-US" sz="2000" kern="0" dirty="0">
                          <a:effectLst/>
                          <a:latin typeface="+mj-lt"/>
                        </a:rPr>
                        <a:t>(</a:t>
                      </a:r>
                      <a:r>
                        <a:rPr lang="en-US" sz="2000" kern="0" dirty="0" err="1">
                          <a:effectLst/>
                          <a:latin typeface="+mj-lt"/>
                        </a:rPr>
                        <a:t>r'c</a:t>
                      </a:r>
                      <a:r>
                        <a:rPr lang="en-US" sz="2000" kern="0" dirty="0">
                          <a:effectLst/>
                          <a:latin typeface="+mj-lt"/>
                        </a:rPr>
                        <a:t>:\Users')</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r>
              <a:tr h="430194">
                <a:tc>
                  <a:txBody>
                    <a:bodyPr/>
                    <a:lstStyle/>
                    <a:p>
                      <a:pPr algn="l"/>
                      <a:r>
                        <a:rPr lang="en-US" sz="2000" kern="0" dirty="0">
                          <a:effectLst/>
                          <a:latin typeface="+mj-lt"/>
                        </a:rPr>
                        <a:t> </a:t>
                      </a:r>
                      <a:r>
                        <a:rPr lang="en-US" sz="2000" kern="0" dirty="0" err="1">
                          <a:effectLst/>
                          <a:latin typeface="+mj-lt"/>
                        </a:rPr>
                        <a:t>os.path.exist</a:t>
                      </a:r>
                      <a:r>
                        <a:rPr lang="en-US" sz="2000" kern="0" dirty="0">
                          <a:effectLst/>
                          <a:latin typeface="+mj-lt"/>
                        </a:rPr>
                        <a:t>(name) </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sz="2000" kern="0" dirty="0">
                          <a:effectLst/>
                          <a:latin typeface="+mj-lt"/>
                        </a:rPr>
                        <a:t> </a:t>
                      </a:r>
                      <a:r>
                        <a:rPr lang="en-US" sz="2000" kern="0" dirty="0" err="1">
                          <a:effectLst/>
                          <a:latin typeface="+mj-lt"/>
                        </a:rPr>
                        <a:t>判断</a:t>
                      </a:r>
                      <a:r>
                        <a:rPr lang="en-US" sz="2000" kern="0" dirty="0">
                          <a:effectLst/>
                          <a:latin typeface="+mj-lt"/>
                        </a:rPr>
                        <a:t> name </a:t>
                      </a:r>
                      <a:r>
                        <a:rPr lang="en-US" sz="2000" kern="0" dirty="0" err="1">
                          <a:effectLst/>
                          <a:latin typeface="+mj-lt"/>
                        </a:rPr>
                        <a:t>文件夹或文件</a:t>
                      </a:r>
                      <a:r>
                        <a:rPr lang="en-US" sz="2000" b="1" kern="0" dirty="0" err="1">
                          <a:solidFill>
                            <a:schemeClr val="accent2"/>
                          </a:solidFill>
                          <a:effectLst/>
                          <a:latin typeface="+mj-lt"/>
                        </a:rPr>
                        <a:t>是否存在</a:t>
                      </a:r>
                      <a:r>
                        <a:rPr lang="en-US" sz="2000" kern="0" dirty="0" err="1">
                          <a:effectLst/>
                          <a:latin typeface="+mj-lt"/>
                        </a:rPr>
                        <a:t>，存在返回</a:t>
                      </a:r>
                      <a:r>
                        <a:rPr lang="en-US" sz="2000" kern="0" dirty="0">
                          <a:effectLst/>
                          <a:latin typeface="+mj-lt"/>
                        </a:rPr>
                        <a:t> </a:t>
                      </a:r>
                      <a:r>
                        <a:rPr lang="en-US" sz="2000" kern="0" dirty="0" err="1">
                          <a:effectLst/>
                          <a:latin typeface="+mj-lt"/>
                        </a:rPr>
                        <a:t>True，否则返回</a:t>
                      </a:r>
                      <a:r>
                        <a:rPr lang="en-US" sz="2000" kern="0" dirty="0">
                          <a:effectLst/>
                          <a:latin typeface="+mj-lt"/>
                        </a:rPr>
                        <a:t> False</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r>
              <a:tr h="430194">
                <a:tc>
                  <a:txBody>
                    <a:bodyPr/>
                    <a:lstStyle/>
                    <a:p>
                      <a:pPr algn="l"/>
                      <a:r>
                        <a:rPr lang="en-US" sz="2000" kern="0" dirty="0">
                          <a:effectLst/>
                          <a:latin typeface="+mj-lt"/>
                        </a:rPr>
                        <a:t> </a:t>
                      </a:r>
                      <a:r>
                        <a:rPr lang="en-US" sz="2000" kern="0" dirty="0" err="1">
                          <a:effectLst/>
                          <a:latin typeface="+mj-lt"/>
                        </a:rPr>
                        <a:t>os.mkdir</a:t>
                      </a:r>
                      <a:r>
                        <a:rPr lang="en-US" sz="2000" kern="0" dirty="0">
                          <a:effectLst/>
                          <a:latin typeface="+mj-lt"/>
                        </a:rPr>
                        <a:t>(pathname)</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altLang="zh-CN" sz="2000" kern="0" dirty="0">
                          <a:effectLst/>
                          <a:latin typeface="+mj-lt"/>
                        </a:rPr>
                        <a:t> </a:t>
                      </a:r>
                      <a:r>
                        <a:rPr lang="zh-CN" sz="2000" b="1" kern="0" dirty="0">
                          <a:solidFill>
                            <a:schemeClr val="accent2"/>
                          </a:solidFill>
                          <a:effectLst/>
                          <a:latin typeface="+mj-lt"/>
                        </a:rPr>
                        <a:t>新建</a:t>
                      </a:r>
                      <a:r>
                        <a:rPr lang="zh-CN" sz="2000" kern="0" dirty="0">
                          <a:effectLst/>
                          <a:latin typeface="+mj-lt"/>
                        </a:rPr>
                        <a:t>一个名为</a:t>
                      </a:r>
                      <a:r>
                        <a:rPr lang="en-US" altLang="zh-CN" sz="2000" kern="0" dirty="0">
                          <a:effectLst/>
                          <a:latin typeface="+mj-lt"/>
                        </a:rPr>
                        <a:t> </a:t>
                      </a:r>
                      <a:r>
                        <a:rPr lang="en-US" sz="2000" kern="0" dirty="0">
                          <a:effectLst/>
                          <a:latin typeface="+mj-lt"/>
                        </a:rPr>
                        <a:t>pathname </a:t>
                      </a:r>
                      <a:r>
                        <a:rPr lang="zh-CN" sz="2000" kern="0" dirty="0">
                          <a:effectLst/>
                          <a:latin typeface="+mj-lt"/>
                        </a:rPr>
                        <a:t>的文件夹</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r>
              <a:tr h="430194">
                <a:tc>
                  <a:txBody>
                    <a:bodyPr/>
                    <a:lstStyle/>
                    <a:p>
                      <a:pPr algn="l"/>
                      <a:r>
                        <a:rPr lang="en-US" sz="2000" kern="0" dirty="0">
                          <a:effectLst/>
                          <a:latin typeface="+mj-lt"/>
                        </a:rPr>
                        <a:t> </a:t>
                      </a:r>
                      <a:r>
                        <a:rPr lang="en-US" sz="2000" kern="0" dirty="0" err="1">
                          <a:effectLst/>
                          <a:latin typeface="+mj-lt"/>
                        </a:rPr>
                        <a:t>os.rmdir</a:t>
                      </a:r>
                      <a:r>
                        <a:rPr lang="en-US" sz="2000" kern="0" dirty="0">
                          <a:effectLst/>
                          <a:latin typeface="+mj-lt"/>
                        </a:rPr>
                        <a:t>(pathname) </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altLang="zh-CN" sz="2000" kern="0" dirty="0">
                          <a:effectLst/>
                          <a:latin typeface="+mj-lt"/>
                        </a:rPr>
                        <a:t> </a:t>
                      </a:r>
                      <a:r>
                        <a:rPr lang="zh-CN" sz="2000" b="1" kern="0" dirty="0">
                          <a:solidFill>
                            <a:schemeClr val="accent2"/>
                          </a:solidFill>
                          <a:effectLst/>
                          <a:latin typeface="+mj-lt"/>
                        </a:rPr>
                        <a:t>删除空文件夹</a:t>
                      </a:r>
                      <a:r>
                        <a:rPr lang="en-US" altLang="zh-CN" sz="2000" b="1" kern="0" dirty="0">
                          <a:solidFill>
                            <a:schemeClr val="accent2"/>
                          </a:solidFill>
                          <a:effectLst/>
                          <a:latin typeface="+mj-lt"/>
                        </a:rPr>
                        <a:t> </a:t>
                      </a:r>
                      <a:r>
                        <a:rPr lang="en-US" sz="2000" kern="0" dirty="0">
                          <a:effectLst/>
                          <a:latin typeface="+mj-lt"/>
                        </a:rPr>
                        <a:t>pathname</a:t>
                      </a:r>
                      <a:r>
                        <a:rPr lang="zh-CN" sz="2000" kern="0" dirty="0">
                          <a:effectLst/>
                          <a:latin typeface="+mj-lt"/>
                        </a:rPr>
                        <a:t>，文件夹不为空则报</a:t>
                      </a:r>
                      <a:r>
                        <a:rPr lang="en-US" altLang="zh-CN" sz="2000" kern="0" dirty="0">
                          <a:effectLst/>
                          <a:latin typeface="+mj-lt"/>
                        </a:rPr>
                        <a:t> </a:t>
                      </a:r>
                      <a:r>
                        <a:rPr lang="en-US" sz="2000" kern="0" dirty="0" err="1">
                          <a:effectLst/>
                          <a:latin typeface="+mj-lt"/>
                        </a:rPr>
                        <a:t>OSError</a:t>
                      </a:r>
                      <a:r>
                        <a:rPr lang="en-US" sz="2000" kern="0" dirty="0">
                          <a:effectLst/>
                          <a:latin typeface="+mj-lt"/>
                        </a:rPr>
                        <a:t> </a:t>
                      </a:r>
                      <a:r>
                        <a:rPr lang="zh-CN" sz="2000" kern="0" dirty="0">
                          <a:effectLst/>
                          <a:latin typeface="+mj-lt"/>
                        </a:rPr>
                        <a:t>错误</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r>
              <a:tr h="430194">
                <a:tc>
                  <a:txBody>
                    <a:bodyPr/>
                    <a:lstStyle/>
                    <a:p>
                      <a:pPr algn="l"/>
                      <a:r>
                        <a:rPr lang="en-US" sz="2000" kern="0" dirty="0">
                          <a:effectLst/>
                          <a:latin typeface="+mj-lt"/>
                        </a:rPr>
                        <a:t> </a:t>
                      </a:r>
                      <a:r>
                        <a:rPr lang="en-US" sz="2000" kern="0" dirty="0" err="1">
                          <a:effectLst/>
                          <a:latin typeface="+mj-lt"/>
                        </a:rPr>
                        <a:t>os.path.isdir</a:t>
                      </a:r>
                      <a:r>
                        <a:rPr lang="en-US" sz="2000" kern="0" dirty="0">
                          <a:effectLst/>
                          <a:latin typeface="+mj-lt"/>
                        </a:rPr>
                        <a:t>(path) </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sz="2000" kern="0" dirty="0">
                          <a:effectLst/>
                          <a:latin typeface="+mj-lt"/>
                        </a:rPr>
                        <a:t> </a:t>
                      </a:r>
                      <a:r>
                        <a:rPr lang="en-US" sz="2000" kern="0" dirty="0" err="1">
                          <a:effectLst/>
                          <a:latin typeface="+mj-lt"/>
                        </a:rPr>
                        <a:t>判断</a:t>
                      </a:r>
                      <a:r>
                        <a:rPr lang="en-US" sz="2000" kern="0" dirty="0">
                          <a:effectLst/>
                          <a:latin typeface="+mj-lt"/>
                        </a:rPr>
                        <a:t> path </a:t>
                      </a:r>
                      <a:r>
                        <a:rPr lang="en-US" sz="2000" b="1" kern="0" dirty="0" err="1">
                          <a:solidFill>
                            <a:schemeClr val="accent2"/>
                          </a:solidFill>
                          <a:effectLst/>
                          <a:latin typeface="+mj-lt"/>
                        </a:rPr>
                        <a:t>是否</a:t>
                      </a:r>
                      <a:r>
                        <a:rPr lang="zh-CN" altLang="en-US" sz="2000" b="1" kern="0" dirty="0">
                          <a:solidFill>
                            <a:schemeClr val="accent2"/>
                          </a:solidFill>
                          <a:effectLst/>
                          <a:latin typeface="+mj-lt"/>
                        </a:rPr>
                        <a:t>为</a:t>
                      </a:r>
                      <a:r>
                        <a:rPr lang="en-US" sz="2000" b="1" kern="0" dirty="0" err="1">
                          <a:solidFill>
                            <a:schemeClr val="accent2"/>
                          </a:solidFill>
                          <a:effectLst/>
                          <a:latin typeface="+mj-lt"/>
                        </a:rPr>
                        <a:t>文件夹</a:t>
                      </a:r>
                      <a:r>
                        <a:rPr lang="en-US" sz="2000" kern="0" dirty="0" err="1">
                          <a:effectLst/>
                          <a:latin typeface="+mj-lt"/>
                        </a:rPr>
                        <a:t>，是则返回</a:t>
                      </a:r>
                      <a:r>
                        <a:rPr lang="en-US" sz="2000" kern="0" dirty="0">
                          <a:effectLst/>
                          <a:latin typeface="+mj-lt"/>
                        </a:rPr>
                        <a:t> </a:t>
                      </a:r>
                      <a:r>
                        <a:rPr lang="en-US" sz="2000" kern="0" dirty="0" err="1">
                          <a:effectLst/>
                          <a:latin typeface="+mj-lt"/>
                        </a:rPr>
                        <a:t>True，否则返回</a:t>
                      </a:r>
                      <a:r>
                        <a:rPr lang="en-US" sz="2000" kern="0" dirty="0">
                          <a:effectLst/>
                          <a:latin typeface="+mj-lt"/>
                        </a:rPr>
                        <a:t> False</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r>
              <a:tr h="430194">
                <a:tc>
                  <a:txBody>
                    <a:bodyPr/>
                    <a:lstStyle/>
                    <a:p>
                      <a:pPr algn="l"/>
                      <a:r>
                        <a:rPr lang="en-US" sz="2000" kern="0" dirty="0">
                          <a:effectLst/>
                          <a:latin typeface="+mj-lt"/>
                        </a:rPr>
                        <a:t> </a:t>
                      </a:r>
                      <a:r>
                        <a:rPr lang="en-US" sz="2000" kern="0" dirty="0" err="1">
                          <a:effectLst/>
                          <a:latin typeface="+mj-lt"/>
                        </a:rPr>
                        <a:t>os.path.getsize</a:t>
                      </a:r>
                      <a:r>
                        <a:rPr lang="en-US" sz="2000" kern="0" dirty="0">
                          <a:effectLst/>
                          <a:latin typeface="+mj-lt"/>
                        </a:rPr>
                        <a:t>(file) </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altLang="zh-CN" sz="2000" kern="0" dirty="0">
                          <a:effectLst/>
                          <a:latin typeface="+mj-lt"/>
                        </a:rPr>
                        <a:t> </a:t>
                      </a:r>
                      <a:r>
                        <a:rPr lang="zh-CN" sz="2000" kern="0" dirty="0">
                          <a:effectLst/>
                          <a:latin typeface="+mj-lt"/>
                        </a:rPr>
                        <a:t>文件</a:t>
                      </a:r>
                      <a:r>
                        <a:rPr lang="en-US" altLang="zh-CN" sz="2000" kern="0" dirty="0">
                          <a:effectLst/>
                          <a:latin typeface="+mj-lt"/>
                        </a:rPr>
                        <a:t> </a:t>
                      </a:r>
                      <a:r>
                        <a:rPr lang="en-US" sz="2000" kern="0" dirty="0">
                          <a:effectLst/>
                          <a:latin typeface="+mj-lt"/>
                        </a:rPr>
                        <a:t>file </a:t>
                      </a:r>
                      <a:r>
                        <a:rPr lang="zh-CN" sz="2000" kern="0" dirty="0">
                          <a:effectLst/>
                          <a:latin typeface="+mj-lt"/>
                        </a:rPr>
                        <a:t>存在，返回其</a:t>
                      </a:r>
                      <a:r>
                        <a:rPr lang="zh-CN" sz="2000" b="1" kern="0" dirty="0">
                          <a:solidFill>
                            <a:schemeClr val="accent2"/>
                          </a:solidFill>
                          <a:effectLst/>
                          <a:latin typeface="+mj-lt"/>
                        </a:rPr>
                        <a:t>大小</a:t>
                      </a:r>
                      <a:r>
                        <a:rPr lang="en-US" altLang="zh-CN" sz="2000" kern="0" dirty="0">
                          <a:effectLst/>
                          <a:latin typeface="+mj-lt"/>
                        </a:rPr>
                        <a:t> </a:t>
                      </a:r>
                      <a:r>
                        <a:rPr lang="en-US" sz="2000" kern="0" dirty="0">
                          <a:effectLst/>
                          <a:latin typeface="+mj-lt"/>
                        </a:rPr>
                        <a:t>(byte</a:t>
                      </a:r>
                      <a:r>
                        <a:rPr lang="zh-CN" sz="2000" kern="0" dirty="0">
                          <a:effectLst/>
                          <a:latin typeface="+mj-lt"/>
                        </a:rPr>
                        <a:t>为单位</a:t>
                      </a:r>
                      <a:r>
                        <a:rPr lang="en-US" sz="2000" kern="0" dirty="0">
                          <a:effectLst/>
                          <a:latin typeface="+mj-lt"/>
                        </a:rPr>
                        <a:t>)</a:t>
                      </a:r>
                      <a:r>
                        <a:rPr lang="zh-CN" sz="2000" kern="0" dirty="0">
                          <a:effectLst/>
                          <a:latin typeface="+mj-lt"/>
                        </a:rPr>
                        <a:t>，不存在则报错</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r>
              <a:tr h="430194">
                <a:tc>
                  <a:txBody>
                    <a:bodyPr/>
                    <a:lstStyle/>
                    <a:p>
                      <a:pPr algn="l"/>
                      <a:r>
                        <a:rPr lang="en-US" sz="2000" kern="0" dirty="0">
                          <a:effectLst/>
                          <a:latin typeface="+mj-lt"/>
                        </a:rPr>
                        <a:t> </a:t>
                      </a:r>
                      <a:r>
                        <a:rPr lang="en-US" sz="2000" kern="0" dirty="0" err="1">
                          <a:effectLst/>
                          <a:latin typeface="+mj-lt"/>
                        </a:rPr>
                        <a:t>os.remove</a:t>
                      </a:r>
                      <a:r>
                        <a:rPr lang="en-US" sz="2000" kern="0" dirty="0">
                          <a:effectLst/>
                          <a:latin typeface="+mj-lt"/>
                        </a:rPr>
                        <a:t>(filename)</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sz="2000" kern="0" dirty="0">
                          <a:effectLst/>
                          <a:latin typeface="+mj-lt"/>
                        </a:rPr>
                        <a:t> </a:t>
                      </a:r>
                      <a:r>
                        <a:rPr lang="en-US" sz="2000" b="1" kern="0" dirty="0" err="1">
                          <a:solidFill>
                            <a:schemeClr val="accent2"/>
                          </a:solidFill>
                          <a:effectLst/>
                          <a:latin typeface="+mj-lt"/>
                        </a:rPr>
                        <a:t>删除文件</a:t>
                      </a:r>
                      <a:r>
                        <a:rPr lang="en-US" sz="2000" kern="0" dirty="0">
                          <a:effectLst/>
                          <a:latin typeface="+mj-lt"/>
                        </a:rPr>
                        <a:t> </a:t>
                      </a:r>
                      <a:r>
                        <a:rPr lang="en-US" sz="2000" kern="0" dirty="0" err="1">
                          <a:effectLst/>
                          <a:latin typeface="+mj-lt"/>
                        </a:rPr>
                        <a:t>filename，文件不存在则报错</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r>
              <a:tr h="430194">
                <a:tc>
                  <a:txBody>
                    <a:bodyPr/>
                    <a:lstStyle/>
                    <a:p>
                      <a:pPr algn="l"/>
                      <a:r>
                        <a:rPr lang="en-US" sz="2000" kern="0" dirty="0">
                          <a:effectLst/>
                          <a:latin typeface="+mj-lt"/>
                        </a:rPr>
                        <a:t> </a:t>
                      </a:r>
                      <a:r>
                        <a:rPr lang="en-US" sz="2000" kern="0" dirty="0" err="1">
                          <a:effectLst/>
                          <a:latin typeface="+mj-lt"/>
                        </a:rPr>
                        <a:t>os.rename</a:t>
                      </a:r>
                      <a:r>
                        <a:rPr lang="en-US" sz="2000" kern="0" dirty="0">
                          <a:effectLst/>
                          <a:latin typeface="+mj-lt"/>
                        </a:rPr>
                        <a:t>(</a:t>
                      </a:r>
                      <a:r>
                        <a:rPr lang="en-US" sz="2000" kern="0" dirty="0" err="1">
                          <a:effectLst/>
                          <a:latin typeface="+mj-lt"/>
                        </a:rPr>
                        <a:t>src</a:t>
                      </a:r>
                      <a:r>
                        <a:rPr lang="en-US" sz="2000" kern="0" dirty="0">
                          <a:effectLst/>
                          <a:latin typeface="+mj-lt"/>
                        </a:rPr>
                        <a:t>, </a:t>
                      </a:r>
                      <a:r>
                        <a:rPr lang="en-US" sz="2000" kern="0" dirty="0" err="1">
                          <a:effectLst/>
                          <a:latin typeface="+mj-lt"/>
                        </a:rPr>
                        <a:t>dst</a:t>
                      </a:r>
                      <a:r>
                        <a:rPr lang="en-US" sz="2000" kern="0" dirty="0">
                          <a:effectLst/>
                          <a:latin typeface="+mj-lt"/>
                        </a:rPr>
                        <a:t>)</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altLang="zh-CN" sz="2000" kern="0" dirty="0">
                          <a:effectLst/>
                          <a:latin typeface="+mj-lt"/>
                        </a:rPr>
                        <a:t> </a:t>
                      </a:r>
                      <a:r>
                        <a:rPr lang="zh-CN" sz="2000" kern="0" dirty="0">
                          <a:effectLst/>
                          <a:latin typeface="+mj-lt"/>
                        </a:rPr>
                        <a:t>将文件或目录</a:t>
                      </a:r>
                      <a:r>
                        <a:rPr lang="en-US" sz="2000" kern="0" dirty="0">
                          <a:effectLst/>
                          <a:latin typeface="+mj-lt"/>
                        </a:rPr>
                        <a:t> </a:t>
                      </a:r>
                      <a:r>
                        <a:rPr lang="en-US" sz="2000" kern="0" dirty="0" err="1">
                          <a:effectLst/>
                          <a:latin typeface="+mj-lt"/>
                        </a:rPr>
                        <a:t>src</a:t>
                      </a:r>
                      <a:r>
                        <a:rPr lang="en-US" sz="2000" kern="0" dirty="0">
                          <a:effectLst/>
                          <a:latin typeface="+mj-lt"/>
                        </a:rPr>
                        <a:t> </a:t>
                      </a:r>
                      <a:r>
                        <a:rPr lang="zh-CN" sz="2000" b="1" kern="0" dirty="0">
                          <a:solidFill>
                            <a:schemeClr val="accent2"/>
                          </a:solidFill>
                          <a:effectLst/>
                          <a:latin typeface="+mj-lt"/>
                        </a:rPr>
                        <a:t>重命名</a:t>
                      </a:r>
                      <a:r>
                        <a:rPr lang="zh-CN" sz="2000" kern="0" dirty="0">
                          <a:effectLst/>
                          <a:latin typeface="+mj-lt"/>
                        </a:rPr>
                        <a:t>为</a:t>
                      </a:r>
                      <a:r>
                        <a:rPr lang="en-US" sz="2000" kern="0" dirty="0">
                          <a:effectLst/>
                          <a:latin typeface="+mj-lt"/>
                        </a:rPr>
                        <a:t> </a:t>
                      </a:r>
                      <a:r>
                        <a:rPr lang="en-US" sz="2000" kern="0" dirty="0" err="1">
                          <a:effectLst/>
                          <a:latin typeface="+mj-lt"/>
                        </a:rPr>
                        <a:t>dst</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r>
              <a:tr h="430194">
                <a:tc>
                  <a:txBody>
                    <a:bodyPr/>
                    <a:lstStyle/>
                    <a:p>
                      <a:pPr algn="l"/>
                      <a:r>
                        <a:rPr lang="en-US" sz="2000" kern="0" dirty="0">
                          <a:effectLst/>
                          <a:latin typeface="+mj-lt"/>
                        </a:rPr>
                        <a:t> </a:t>
                      </a:r>
                      <a:r>
                        <a:rPr lang="en-US" sz="2000" kern="0" dirty="0" err="1">
                          <a:effectLst/>
                          <a:latin typeface="+mj-lt"/>
                        </a:rPr>
                        <a:t>os.isfile</a:t>
                      </a:r>
                      <a:r>
                        <a:rPr lang="en-US" sz="2000" kern="0" dirty="0">
                          <a:effectLst/>
                          <a:latin typeface="+mj-lt"/>
                        </a:rPr>
                        <a:t>(filename)</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altLang="zh-CN" sz="2000" kern="0" dirty="0">
                          <a:effectLst/>
                          <a:latin typeface="+mj-lt"/>
                        </a:rPr>
                        <a:t> </a:t>
                      </a:r>
                      <a:r>
                        <a:rPr lang="zh-CN" sz="2000" kern="0" dirty="0">
                          <a:effectLst/>
                          <a:latin typeface="+mj-lt"/>
                        </a:rPr>
                        <a:t>判断</a:t>
                      </a:r>
                      <a:r>
                        <a:rPr lang="en-US" altLang="zh-CN" sz="2000" kern="0" dirty="0">
                          <a:effectLst/>
                          <a:latin typeface="+mj-lt"/>
                        </a:rPr>
                        <a:t> </a:t>
                      </a:r>
                      <a:r>
                        <a:rPr lang="en-US" sz="2000" kern="0" dirty="0">
                          <a:effectLst/>
                          <a:latin typeface="+mj-lt"/>
                        </a:rPr>
                        <a:t>filename </a:t>
                      </a:r>
                      <a:r>
                        <a:rPr lang="en-US" sz="2000" b="1" kern="0" dirty="0" err="1">
                          <a:solidFill>
                            <a:schemeClr val="accent2"/>
                          </a:solidFill>
                          <a:effectLst/>
                          <a:latin typeface="+mj-lt"/>
                        </a:rPr>
                        <a:t>是否</a:t>
                      </a:r>
                      <a:r>
                        <a:rPr lang="zh-CN" altLang="en-US" sz="2000" b="1" kern="0" dirty="0">
                          <a:solidFill>
                            <a:schemeClr val="accent2"/>
                          </a:solidFill>
                          <a:effectLst/>
                          <a:latin typeface="+mj-lt"/>
                        </a:rPr>
                        <a:t>为</a:t>
                      </a:r>
                      <a:r>
                        <a:rPr lang="en-US" sz="2000" b="1" kern="0" dirty="0" err="1">
                          <a:solidFill>
                            <a:schemeClr val="accent2"/>
                          </a:solidFill>
                          <a:effectLst/>
                          <a:latin typeface="+mj-lt"/>
                        </a:rPr>
                        <a:t>文件</a:t>
                      </a:r>
                      <a:r>
                        <a:rPr lang="en-US" sz="2000" kern="0" dirty="0" err="1">
                          <a:effectLst/>
                          <a:latin typeface="+mj-lt"/>
                        </a:rPr>
                        <a:t>，是返回</a:t>
                      </a:r>
                      <a:r>
                        <a:rPr lang="en-US" sz="2000" kern="0" dirty="0">
                          <a:effectLst/>
                          <a:latin typeface="+mj-lt"/>
                        </a:rPr>
                        <a:t> </a:t>
                      </a:r>
                      <a:r>
                        <a:rPr lang="en-US" sz="2000" kern="0" dirty="0" err="1">
                          <a:effectLst/>
                          <a:latin typeface="+mj-lt"/>
                        </a:rPr>
                        <a:t>True，否则返回</a:t>
                      </a:r>
                      <a:r>
                        <a:rPr lang="en-US" sz="2000" kern="0" dirty="0">
                          <a:effectLst/>
                          <a:latin typeface="+mj-lt"/>
                        </a:rPr>
                        <a:t> False</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r>
              <a:tr h="430194">
                <a:tc>
                  <a:txBody>
                    <a:bodyPr/>
                    <a:lstStyle/>
                    <a:p>
                      <a:pPr algn="l"/>
                      <a:r>
                        <a:rPr lang="en-US" sz="2000" kern="0" dirty="0">
                          <a:effectLst/>
                          <a:latin typeface="+mj-lt"/>
                        </a:rPr>
                        <a:t> </a:t>
                      </a:r>
                      <a:r>
                        <a:rPr lang="en-US" sz="2000" kern="0" dirty="0" err="1">
                          <a:effectLst/>
                          <a:latin typeface="+mj-lt"/>
                        </a:rPr>
                        <a:t>os.listdir</a:t>
                      </a:r>
                      <a:r>
                        <a:rPr lang="en-US" sz="2000" kern="0" dirty="0">
                          <a:effectLst/>
                          <a:latin typeface="+mj-lt"/>
                        </a:rPr>
                        <a:t>(path)</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altLang="zh-CN" sz="2000" kern="0" dirty="0">
                          <a:effectLst/>
                          <a:latin typeface="+mj-lt"/>
                        </a:rPr>
                        <a:t> </a:t>
                      </a:r>
                      <a:r>
                        <a:rPr lang="zh-CN" sz="2000" kern="0" dirty="0">
                          <a:effectLst/>
                          <a:latin typeface="+mj-lt"/>
                        </a:rPr>
                        <a:t>以</a:t>
                      </a:r>
                      <a:r>
                        <a:rPr lang="zh-CN" sz="2000" b="1" kern="0" dirty="0">
                          <a:solidFill>
                            <a:schemeClr val="accent2"/>
                          </a:solidFill>
                          <a:effectLst/>
                          <a:latin typeface="+mj-lt"/>
                        </a:rPr>
                        <a:t>列表</a:t>
                      </a:r>
                      <a:r>
                        <a:rPr lang="zh-CN" sz="2000" kern="0" dirty="0">
                          <a:effectLst/>
                          <a:latin typeface="+mj-lt"/>
                        </a:rPr>
                        <a:t>形式返回</a:t>
                      </a:r>
                      <a:r>
                        <a:rPr lang="en-US" altLang="zh-CN" sz="2000" kern="0" dirty="0">
                          <a:effectLst/>
                          <a:latin typeface="+mj-lt"/>
                        </a:rPr>
                        <a:t> </a:t>
                      </a:r>
                      <a:r>
                        <a:rPr lang="en-US" sz="2000" kern="0" dirty="0">
                          <a:effectLst/>
                          <a:latin typeface="+mj-lt"/>
                        </a:rPr>
                        <a:t>path </a:t>
                      </a:r>
                      <a:r>
                        <a:rPr lang="zh-CN" sz="2000" kern="0" dirty="0">
                          <a:effectLst/>
                          <a:latin typeface="+mj-lt"/>
                        </a:rPr>
                        <a:t>路径下的</a:t>
                      </a:r>
                      <a:r>
                        <a:rPr lang="zh-CN" sz="2000" b="1" kern="0" dirty="0">
                          <a:solidFill>
                            <a:schemeClr val="accent2"/>
                          </a:solidFill>
                          <a:effectLst/>
                          <a:latin typeface="+mj-lt"/>
                        </a:rPr>
                        <a:t>所有文件名</a:t>
                      </a:r>
                      <a:r>
                        <a:rPr lang="zh-CN" sz="2000" kern="0" dirty="0">
                          <a:effectLst/>
                          <a:latin typeface="+mj-lt"/>
                        </a:rPr>
                        <a:t>，不包括子路径中的文件名</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r>
              <a:tr h="430194">
                <a:tc>
                  <a:txBody>
                    <a:bodyPr/>
                    <a:lstStyle/>
                    <a:p>
                      <a:pPr algn="l"/>
                      <a:r>
                        <a:rPr lang="en-US" sz="2000" kern="0" dirty="0">
                          <a:effectLst/>
                          <a:latin typeface="+mj-lt"/>
                        </a:rPr>
                        <a:t> </a:t>
                      </a:r>
                      <a:r>
                        <a:rPr lang="en-US" sz="2000" kern="0" dirty="0" err="1">
                          <a:effectLst/>
                          <a:latin typeface="+mj-lt"/>
                        </a:rPr>
                        <a:t>os.walk</a:t>
                      </a:r>
                      <a:r>
                        <a:rPr lang="en-US" sz="2000" kern="0" dirty="0">
                          <a:effectLst/>
                          <a:latin typeface="+mj-lt"/>
                        </a:rPr>
                        <a:t>(path)</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altLang="zh-CN" sz="2000" kern="0" dirty="0">
                          <a:effectLst/>
                          <a:latin typeface="+mj-lt"/>
                        </a:rPr>
                        <a:t> </a:t>
                      </a:r>
                      <a:r>
                        <a:rPr lang="zh-CN" sz="2000" kern="0" dirty="0">
                          <a:effectLst/>
                          <a:latin typeface="+mj-lt"/>
                        </a:rPr>
                        <a:t>返回类型为生成器，包含数据为若干包含文件和文件夹名的元组数据</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r>
            </a:tbl>
          </a:graphicData>
        </a:graphic>
      </p:graphicFrame>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7.4</a:t>
            </a:r>
            <a:endParaRPr lang="zh-CN" altLang="en-US" dirty="0"/>
          </a:p>
        </p:txBody>
      </p:sp>
      <p:sp>
        <p:nvSpPr>
          <p:cNvPr id="3" name="标题 2"/>
          <p:cNvSpPr>
            <a:spLocks noGrp="1"/>
          </p:cNvSpPr>
          <p:nvPr>
            <p:ph type="title"/>
          </p:nvPr>
        </p:nvSpPr>
        <p:spPr/>
        <p:txBody>
          <a:bodyPr/>
          <a:lstStyle/>
          <a:p>
            <a:r>
              <a:rPr lang="zh-CN" altLang="en-US" dirty="0"/>
              <a:t>文件与文件夹操作</a:t>
            </a:r>
            <a:endParaRPr lang="zh-CN" altLang="en-US" dirty="0"/>
          </a:p>
        </p:txBody>
      </p:sp>
      <p:sp>
        <p:nvSpPr>
          <p:cNvPr id="7" name="内容占位符 4"/>
          <p:cNvSpPr txBox="1"/>
          <p:nvPr/>
        </p:nvSpPr>
        <p:spPr>
          <a:xfrm>
            <a:off x="838200" y="928355"/>
            <a:ext cx="10515600" cy="3918948"/>
          </a:xfrm>
          <a:prstGeom prst="rect">
            <a:avLst/>
          </a:prstGeom>
          <a:noFill/>
          <a:ln>
            <a:noFill/>
          </a:ln>
          <a:effectLst/>
        </p:spPr>
        <p:txBody>
          <a:bodyPr vert="horz" lIns="91440" tIns="45720" rIns="91440" bIns="45720" rtlCol="0">
            <a:norm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457200" lvl="1" indent="-457200">
              <a:lnSpc>
                <a:spcPct val="150000"/>
              </a:lnSpc>
              <a:spcBef>
                <a:spcPts val="0"/>
              </a:spcBef>
              <a:buClr>
                <a:srgbClr val="0070C0"/>
              </a:buClr>
              <a:buFont typeface="+mj-lt"/>
              <a:buAutoNum type="arabicPeriod"/>
              <a:defRPr/>
            </a:pPr>
            <a:r>
              <a:rPr lang="zh-CN" altLang="en-US" b="1" dirty="0">
                <a:solidFill>
                  <a:srgbClr val="0070C0"/>
                </a:solidFill>
                <a:latin typeface="微软雅黑" panose="020B0503020204020204" pitchFamily="34" charset="-122"/>
                <a:ea typeface="微软雅黑" panose="020B0503020204020204" pitchFamily="34" charset="-122"/>
              </a:rPr>
              <a:t>删除或对文件重新命名</a:t>
            </a:r>
            <a:endParaRPr kumimoji="0" lang="en-US" altLang="zh-CN"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a:p>
            <a:pPr marL="342900" lvl="1" indent="-342900">
              <a:spcBef>
                <a:spcPts val="0"/>
              </a:spcBef>
              <a:buClr>
                <a:sysClr val="windowText" lastClr="000000"/>
              </a:buClr>
            </a:pPr>
            <a:endParaRPr lang="en-US" altLang="zh-CN" sz="2000" dirty="0">
              <a:solidFill>
                <a:sysClr val="windowText" lastClr="000000"/>
              </a:solidFill>
              <a:latin typeface="微软雅黑" panose="020B0503020204020204" pitchFamily="34" charset="-122"/>
              <a:ea typeface="微软雅黑" panose="020B0503020204020204" pitchFamily="34" charset="-122"/>
            </a:endParaRPr>
          </a:p>
          <a:p>
            <a:pPr marL="342900" lvl="1" indent="-342900">
              <a:spcBef>
                <a:spcPts val="0"/>
              </a:spcBef>
              <a:buClr>
                <a:sysClr val="windowText" lastClr="000000"/>
              </a:buClr>
            </a:pPr>
            <a:endParaRPr lang="en-US" altLang="zh-CN" sz="2000" dirty="0">
              <a:solidFill>
                <a:sysClr val="windowText" lastClr="000000"/>
              </a:solidFill>
              <a:latin typeface="微软雅黑" panose="020B0503020204020204" pitchFamily="34" charset="-122"/>
              <a:ea typeface="微软雅黑" panose="020B0503020204020204" pitchFamily="34" charset="-122"/>
            </a:endParaRPr>
          </a:p>
          <a:p>
            <a:pPr marL="0" lvl="1" indent="0">
              <a:lnSpc>
                <a:spcPct val="150000"/>
              </a:lnSpc>
              <a:spcBef>
                <a:spcPts val="0"/>
              </a:spcBef>
              <a:buClr>
                <a:sysClr val="windowText" lastClr="000000"/>
              </a:buClr>
              <a:buNone/>
            </a:pPr>
            <a:endParaRPr kumimoji="0" lang="en-US" altLang="zh-CN"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a:p>
            <a:pPr marL="342900" lvl="1" indent="-342900">
              <a:lnSpc>
                <a:spcPct val="150000"/>
              </a:lnSpc>
              <a:spcBef>
                <a:spcPts val="0"/>
              </a:spcBef>
              <a:buClr>
                <a:sysClr val="windowText" lastClr="000000"/>
              </a:buClr>
            </a:pPr>
            <a:endParaRPr lang="en-US" altLang="zh-CN" sz="2000" dirty="0">
              <a:solidFill>
                <a:sysClr val="windowText" lastClr="000000"/>
              </a:solidFill>
              <a:latin typeface="微软雅黑" panose="020B0503020204020204" pitchFamily="34" charset="-122"/>
              <a:ea typeface="微软雅黑" panose="020B0503020204020204" pitchFamily="34" charset="-122"/>
            </a:endParaRPr>
          </a:p>
          <a:p>
            <a:pPr marL="342900" lvl="1" indent="-342900">
              <a:lnSpc>
                <a:spcPct val="150000"/>
              </a:lnSpc>
              <a:spcBef>
                <a:spcPts val="0"/>
              </a:spcBef>
              <a:buClr>
                <a:sysClr val="windowText" lastClr="000000"/>
              </a:buClr>
            </a:pPr>
            <a:r>
              <a:rPr lang="zh-CN" altLang="en-US" dirty="0">
                <a:solidFill>
                  <a:sysClr val="windowText" lastClr="000000"/>
                </a:solidFill>
                <a:latin typeface="微软雅黑" panose="020B0503020204020204" pitchFamily="34" charset="-122"/>
                <a:ea typeface="微软雅黑" panose="020B0503020204020204" pitchFamily="34" charset="-122"/>
              </a:rPr>
              <a:t>将当前路径下的文件“</a:t>
            </a:r>
            <a:r>
              <a:rPr lang="en-US" altLang="zh-CN" dirty="0">
                <a:solidFill>
                  <a:sysClr val="windowText" lastClr="000000"/>
                </a:solidFill>
                <a:latin typeface="微软雅黑" panose="020B0503020204020204" pitchFamily="34" charset="-122"/>
                <a:ea typeface="微软雅黑" panose="020B0503020204020204" pitchFamily="34" charset="-122"/>
              </a:rPr>
              <a:t>XRD.txt”</a:t>
            </a:r>
            <a:r>
              <a:rPr lang="zh-CN" altLang="en-US" b="1" dirty="0">
                <a:solidFill>
                  <a:schemeClr val="accent2"/>
                </a:solidFill>
                <a:latin typeface="微软雅黑" panose="020B0503020204020204" pitchFamily="34" charset="-122"/>
                <a:ea typeface="微软雅黑" panose="020B0503020204020204" pitchFamily="34" charset="-122"/>
              </a:rPr>
              <a:t>重命名</a:t>
            </a:r>
            <a:r>
              <a:rPr lang="zh-CN" altLang="en-US" dirty="0">
                <a:solidFill>
                  <a:sysClr val="windowText" lastClr="000000"/>
                </a:solidFill>
                <a:latin typeface="微软雅黑" panose="020B0503020204020204" pitchFamily="34" charset="-122"/>
                <a:ea typeface="微软雅黑" panose="020B0503020204020204" pitchFamily="34" charset="-122"/>
              </a:rPr>
              <a:t>为“</a:t>
            </a:r>
            <a:r>
              <a:rPr lang="en-US" altLang="zh-CN" dirty="0">
                <a:solidFill>
                  <a:sysClr val="windowText" lastClr="000000"/>
                </a:solidFill>
                <a:latin typeface="微软雅黑" panose="020B0503020204020204" pitchFamily="34" charset="-122"/>
                <a:ea typeface="微软雅黑" panose="020B0503020204020204" pitchFamily="34" charset="-122"/>
              </a:rPr>
              <a:t>xrd.txt”</a:t>
            </a:r>
            <a:r>
              <a:rPr lang="zh-CN" altLang="en-US" dirty="0">
                <a:solidFill>
                  <a:sysClr val="windowText" lastClr="000000"/>
                </a:solidFill>
                <a:latin typeface="微软雅黑" panose="020B0503020204020204" pitchFamily="34" charset="-122"/>
                <a:ea typeface="微软雅黑" panose="020B0503020204020204" pitchFamily="34" charset="-122"/>
              </a:rPr>
              <a:t>，再将当前路径下文件 </a:t>
            </a:r>
            <a:r>
              <a:rPr lang="en-US" altLang="zh-CN" dirty="0">
                <a:solidFill>
                  <a:sysClr val="windowText" lastClr="000000"/>
                </a:solidFill>
                <a:latin typeface="微软雅黑" panose="020B0503020204020204" pitchFamily="34" charset="-122"/>
                <a:ea typeface="微软雅黑" panose="020B0503020204020204" pitchFamily="34" charset="-122"/>
              </a:rPr>
              <a:t>xrd.txt </a:t>
            </a:r>
            <a:r>
              <a:rPr lang="zh-CN" altLang="en-US" b="1" dirty="0">
                <a:solidFill>
                  <a:schemeClr val="accent2"/>
                </a:solidFill>
                <a:latin typeface="微软雅黑" panose="020B0503020204020204" pitchFamily="34" charset="-122"/>
                <a:ea typeface="微软雅黑" panose="020B0503020204020204" pitchFamily="34" charset="-122"/>
              </a:rPr>
              <a:t>删除</a:t>
            </a:r>
            <a:r>
              <a:rPr lang="zh-CN" altLang="en-US" dirty="0">
                <a:solidFill>
                  <a:sysClr val="windowText" lastClr="000000"/>
                </a:solidFill>
                <a:latin typeface="微软雅黑" panose="020B0503020204020204" pitchFamily="34" charset="-122"/>
                <a:ea typeface="微软雅黑" panose="020B0503020204020204" pitchFamily="34" charset="-122"/>
              </a:rPr>
              <a:t>，可能会出现异常，应使用异常处理。</a:t>
            </a:r>
            <a:endParaRPr kumimoji="0" lang="zh-CN" altLang="en-US"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8" name="内容占位符 5"/>
          <p:cNvSpPr txBox="1"/>
          <p:nvPr/>
        </p:nvSpPr>
        <p:spPr>
          <a:xfrm>
            <a:off x="780061" y="1653260"/>
            <a:ext cx="10631877" cy="1286584"/>
          </a:xfrm>
          <a:prstGeom prst="roundRect">
            <a:avLst>
              <a:gd name="adj" fmla="val 18448"/>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lvl="1" indent="0" algn="ctr">
              <a:lnSpc>
                <a:spcPct val="150000"/>
              </a:lnSpc>
              <a:spcBef>
                <a:spcPts val="0"/>
              </a:spcBef>
              <a:buClr>
                <a:sysClr val="windowText" lastClr="000000"/>
              </a:buClr>
              <a:buNone/>
              <a:defRPr/>
            </a:pPr>
            <a:r>
              <a:rPr lang="en-US" altLang="zh-CN" b="1" dirty="0" err="1">
                <a:solidFill>
                  <a:srgbClr val="EE822F"/>
                </a:solidFill>
                <a:latin typeface="微软雅黑" panose="020B0503020204020204" pitchFamily="34" charset="-122"/>
              </a:rPr>
              <a:t>os.rename</a:t>
            </a:r>
            <a:r>
              <a:rPr lang="en-US" altLang="zh-CN" b="1" dirty="0">
                <a:solidFill>
                  <a:srgbClr val="FF02C2"/>
                </a:solidFill>
                <a:latin typeface="微软雅黑" panose="020B0503020204020204" pitchFamily="34" charset="-122"/>
              </a:rPr>
              <a:t>(</a:t>
            </a:r>
            <a:r>
              <a:rPr lang="en-US" altLang="zh-CN" b="1" dirty="0" err="1">
                <a:latin typeface="微软雅黑" panose="020B0503020204020204" pitchFamily="34" charset="-122"/>
              </a:rPr>
              <a:t>oldname</a:t>
            </a:r>
            <a:r>
              <a:rPr lang="en-US" altLang="zh-CN" b="1" dirty="0">
                <a:latin typeface="微软雅黑" panose="020B0503020204020204" pitchFamily="34" charset="-122"/>
              </a:rPr>
              <a:t>, newname</a:t>
            </a:r>
            <a:r>
              <a:rPr lang="en-US" altLang="zh-CN" b="1" dirty="0">
                <a:solidFill>
                  <a:srgbClr val="FF02C2"/>
                </a:solidFill>
                <a:latin typeface="微软雅黑" panose="020B0503020204020204" pitchFamily="34" charset="-122"/>
              </a:rPr>
              <a:t>)</a:t>
            </a:r>
            <a:endParaRPr lang="en-US" altLang="zh-CN" b="1" dirty="0">
              <a:solidFill>
                <a:srgbClr val="FF02C2"/>
              </a:solidFill>
              <a:latin typeface="微软雅黑" panose="020B0503020204020204" pitchFamily="34" charset="-122"/>
            </a:endParaRPr>
          </a:p>
          <a:p>
            <a:pPr marL="0" lvl="1" indent="0" algn="ctr">
              <a:lnSpc>
                <a:spcPct val="150000"/>
              </a:lnSpc>
              <a:spcBef>
                <a:spcPts val="0"/>
              </a:spcBef>
              <a:buClr>
                <a:sysClr val="windowText" lastClr="000000"/>
              </a:buClr>
              <a:buNone/>
              <a:defRPr/>
            </a:pPr>
            <a:r>
              <a:rPr lang="en-US" altLang="zh-CN" b="1" dirty="0" err="1">
                <a:solidFill>
                  <a:srgbClr val="EE822F"/>
                </a:solidFill>
                <a:latin typeface="微软雅黑" panose="020B0503020204020204" pitchFamily="34" charset="-122"/>
              </a:rPr>
              <a:t>os.remove</a:t>
            </a:r>
            <a:r>
              <a:rPr lang="en-US" altLang="zh-CN" b="1" dirty="0">
                <a:solidFill>
                  <a:srgbClr val="FF02C2"/>
                </a:solidFill>
                <a:latin typeface="微软雅黑" panose="020B0503020204020204" pitchFamily="34" charset="-122"/>
              </a:rPr>
              <a:t>(</a:t>
            </a:r>
            <a:r>
              <a:rPr lang="en-US" altLang="zh-CN" b="1" dirty="0" err="1">
                <a:latin typeface="微软雅黑" panose="020B0503020204020204" pitchFamily="34" charset="-122"/>
              </a:rPr>
              <a:t>fileName</a:t>
            </a:r>
            <a:r>
              <a:rPr lang="en-US" altLang="zh-CN" b="1" dirty="0">
                <a:solidFill>
                  <a:srgbClr val="FF02C2"/>
                </a:solidFill>
                <a:latin typeface="微软雅黑" panose="020B0503020204020204" pitchFamily="34" charset="-122"/>
              </a:rPr>
              <a:t>)</a:t>
            </a:r>
            <a:endParaRPr lang="en-US" altLang="zh-CN" b="1" dirty="0">
              <a:solidFill>
                <a:srgbClr val="FF02C2"/>
              </a:solidFill>
              <a:latin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7.4</a:t>
            </a:r>
            <a:endParaRPr lang="zh-CN" altLang="en-US" dirty="0"/>
          </a:p>
        </p:txBody>
      </p:sp>
      <p:sp>
        <p:nvSpPr>
          <p:cNvPr id="3" name="标题 2"/>
          <p:cNvSpPr>
            <a:spLocks noGrp="1"/>
          </p:cNvSpPr>
          <p:nvPr>
            <p:ph type="title"/>
          </p:nvPr>
        </p:nvSpPr>
        <p:spPr/>
        <p:txBody>
          <a:bodyPr/>
          <a:lstStyle/>
          <a:p>
            <a:r>
              <a:rPr lang="zh-CN" altLang="en-US" dirty="0"/>
              <a:t>文件与文件夹操作</a:t>
            </a:r>
            <a:endParaRPr lang="zh-CN" altLang="en-US" dirty="0"/>
          </a:p>
        </p:txBody>
      </p:sp>
      <p:sp>
        <p:nvSpPr>
          <p:cNvPr id="7" name="内容占位符 4"/>
          <p:cNvSpPr txBox="1"/>
          <p:nvPr/>
        </p:nvSpPr>
        <p:spPr>
          <a:xfrm>
            <a:off x="838200" y="928355"/>
            <a:ext cx="10515600" cy="733940"/>
          </a:xfrm>
          <a:prstGeom prst="rect">
            <a:avLst/>
          </a:prstGeom>
          <a:noFill/>
          <a:ln>
            <a:noFill/>
          </a:ln>
          <a:effectLst/>
        </p:spPr>
        <p:txBody>
          <a:bodyPr vert="horz" lIns="91440" tIns="45720" rIns="91440" bIns="45720" rtlCol="0">
            <a:norm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457200" lvl="1" indent="-457200">
              <a:lnSpc>
                <a:spcPct val="150000"/>
              </a:lnSpc>
              <a:spcBef>
                <a:spcPts val="0"/>
              </a:spcBef>
              <a:buClr>
                <a:srgbClr val="0070C0"/>
              </a:buClr>
              <a:buFont typeface="+mj-lt"/>
              <a:buAutoNum type="arabicPeriod"/>
              <a:defRPr/>
            </a:pPr>
            <a:r>
              <a:rPr lang="zh-CN" altLang="en-US" b="1" dirty="0">
                <a:solidFill>
                  <a:srgbClr val="0070C0"/>
                </a:solidFill>
                <a:latin typeface="微软雅黑" panose="020B0503020204020204" pitchFamily="34" charset="-122"/>
                <a:ea typeface="微软雅黑" panose="020B0503020204020204" pitchFamily="34" charset="-122"/>
              </a:rPr>
              <a:t>删除或对文件重新命名</a:t>
            </a:r>
            <a:endParaRPr kumimoji="0" lang="en-US" altLang="zh-CN"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a:p>
            <a:pPr marL="342900" lvl="1" indent="-342900">
              <a:spcBef>
                <a:spcPts val="0"/>
              </a:spcBef>
              <a:buClr>
                <a:sysClr val="windowText" lastClr="000000"/>
              </a:buClr>
            </a:pPr>
            <a:endParaRPr lang="en-US" altLang="zh-CN" sz="2000" dirty="0">
              <a:solidFill>
                <a:sysClr val="windowText" lastClr="000000"/>
              </a:solidFill>
              <a:latin typeface="微软雅黑" panose="020B0503020204020204" pitchFamily="34" charset="-122"/>
              <a:ea typeface="微软雅黑" panose="020B0503020204020204" pitchFamily="34" charset="-122"/>
            </a:endParaRPr>
          </a:p>
          <a:p>
            <a:pPr marL="342900" lvl="1" indent="-342900">
              <a:spcBef>
                <a:spcPts val="0"/>
              </a:spcBef>
              <a:buClr>
                <a:sysClr val="windowText" lastClr="000000"/>
              </a:buClr>
            </a:pPr>
            <a:endParaRPr lang="en-US" altLang="zh-CN" sz="2000" dirty="0">
              <a:solidFill>
                <a:sysClr val="windowText" lastClr="000000"/>
              </a:solidFill>
              <a:latin typeface="微软雅黑" panose="020B0503020204020204" pitchFamily="34" charset="-122"/>
              <a:ea typeface="微软雅黑" panose="020B0503020204020204" pitchFamily="34" charset="-122"/>
            </a:endParaRPr>
          </a:p>
          <a:p>
            <a:pPr marL="0" lvl="1" indent="0">
              <a:lnSpc>
                <a:spcPct val="150000"/>
              </a:lnSpc>
              <a:spcBef>
                <a:spcPts val="0"/>
              </a:spcBef>
              <a:buClr>
                <a:sysClr val="windowText" lastClr="000000"/>
              </a:buClr>
              <a:buNone/>
            </a:pPr>
            <a:endParaRPr kumimoji="0" lang="en-US" altLang="zh-CN" sz="20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a:p>
            <a:pPr marL="0" lvl="1" indent="0">
              <a:lnSpc>
                <a:spcPct val="150000"/>
              </a:lnSpc>
              <a:spcBef>
                <a:spcPts val="0"/>
              </a:spcBef>
              <a:buClr>
                <a:sysClr val="windowText" lastClr="000000"/>
              </a:buClr>
              <a:buNone/>
            </a:pPr>
            <a:endParaRPr lang="en-US" altLang="zh-CN" sz="2000" dirty="0">
              <a:solidFill>
                <a:sysClr val="windowText" lastClr="000000"/>
              </a:solidFill>
              <a:latin typeface="微软雅黑" panose="020B0503020204020204" pitchFamily="34" charset="-122"/>
              <a:ea typeface="微软雅黑" panose="020B0503020204020204" pitchFamily="34" charset="-122"/>
            </a:endParaRPr>
          </a:p>
        </p:txBody>
      </p:sp>
      <p:sp>
        <p:nvSpPr>
          <p:cNvPr id="8" name="内容占位符 5"/>
          <p:cNvSpPr txBox="1"/>
          <p:nvPr/>
        </p:nvSpPr>
        <p:spPr>
          <a:xfrm>
            <a:off x="780061" y="1653260"/>
            <a:ext cx="10631877" cy="1286584"/>
          </a:xfrm>
          <a:prstGeom prst="roundRect">
            <a:avLst>
              <a:gd name="adj" fmla="val 18448"/>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lvl="1" indent="0" algn="ctr">
              <a:lnSpc>
                <a:spcPct val="150000"/>
              </a:lnSpc>
              <a:spcBef>
                <a:spcPts val="0"/>
              </a:spcBef>
              <a:buClr>
                <a:sysClr val="windowText" lastClr="000000"/>
              </a:buClr>
              <a:buNone/>
              <a:defRPr/>
            </a:pPr>
            <a:r>
              <a:rPr lang="en-US" altLang="zh-CN" b="1" dirty="0" err="1">
                <a:solidFill>
                  <a:srgbClr val="EE822F"/>
                </a:solidFill>
                <a:latin typeface="微软雅黑" panose="020B0503020204020204" pitchFamily="34" charset="-122"/>
              </a:rPr>
              <a:t>os.rename</a:t>
            </a:r>
            <a:r>
              <a:rPr lang="en-US" altLang="zh-CN" b="1" dirty="0">
                <a:solidFill>
                  <a:srgbClr val="FF02C2"/>
                </a:solidFill>
                <a:latin typeface="微软雅黑" panose="020B0503020204020204" pitchFamily="34" charset="-122"/>
              </a:rPr>
              <a:t>(</a:t>
            </a:r>
            <a:r>
              <a:rPr lang="en-US" altLang="zh-CN" b="1" dirty="0" err="1">
                <a:latin typeface="微软雅黑" panose="020B0503020204020204" pitchFamily="34" charset="-122"/>
              </a:rPr>
              <a:t>oldname</a:t>
            </a:r>
            <a:r>
              <a:rPr lang="en-US" altLang="zh-CN" b="1" dirty="0">
                <a:latin typeface="微软雅黑" panose="020B0503020204020204" pitchFamily="34" charset="-122"/>
              </a:rPr>
              <a:t>, newname</a:t>
            </a:r>
            <a:r>
              <a:rPr lang="en-US" altLang="zh-CN" b="1" dirty="0">
                <a:solidFill>
                  <a:srgbClr val="FF02C2"/>
                </a:solidFill>
                <a:latin typeface="微软雅黑" panose="020B0503020204020204" pitchFamily="34" charset="-122"/>
              </a:rPr>
              <a:t>)</a:t>
            </a:r>
            <a:endParaRPr lang="en-US" altLang="zh-CN" b="1" dirty="0">
              <a:solidFill>
                <a:srgbClr val="FF02C2"/>
              </a:solidFill>
              <a:latin typeface="微软雅黑" panose="020B0503020204020204" pitchFamily="34" charset="-122"/>
            </a:endParaRPr>
          </a:p>
          <a:p>
            <a:pPr marL="0" lvl="1" indent="0" algn="ctr">
              <a:lnSpc>
                <a:spcPct val="150000"/>
              </a:lnSpc>
              <a:spcBef>
                <a:spcPts val="0"/>
              </a:spcBef>
              <a:buClr>
                <a:sysClr val="windowText" lastClr="000000"/>
              </a:buClr>
              <a:buNone/>
              <a:defRPr/>
            </a:pPr>
            <a:r>
              <a:rPr lang="en-US" altLang="zh-CN" b="1" dirty="0" err="1">
                <a:solidFill>
                  <a:srgbClr val="EE822F"/>
                </a:solidFill>
                <a:latin typeface="微软雅黑" panose="020B0503020204020204" pitchFamily="34" charset="-122"/>
              </a:rPr>
              <a:t>os.remove</a:t>
            </a:r>
            <a:r>
              <a:rPr lang="en-US" altLang="zh-CN" b="1" dirty="0">
                <a:solidFill>
                  <a:srgbClr val="FF02C2"/>
                </a:solidFill>
                <a:latin typeface="微软雅黑" panose="020B0503020204020204" pitchFamily="34" charset="-122"/>
              </a:rPr>
              <a:t>(</a:t>
            </a:r>
            <a:r>
              <a:rPr lang="en-US" altLang="zh-CN" b="1" dirty="0" err="1">
                <a:latin typeface="微软雅黑" panose="020B0503020204020204" pitchFamily="34" charset="-122"/>
              </a:rPr>
              <a:t>fileName</a:t>
            </a:r>
            <a:r>
              <a:rPr lang="en-US" altLang="zh-CN" b="1" dirty="0">
                <a:solidFill>
                  <a:srgbClr val="FF02C2"/>
                </a:solidFill>
                <a:latin typeface="微软雅黑" panose="020B0503020204020204" pitchFamily="34" charset="-122"/>
              </a:rPr>
              <a:t>)</a:t>
            </a:r>
            <a:endParaRPr lang="en-US" altLang="zh-CN" b="1" dirty="0">
              <a:solidFill>
                <a:srgbClr val="FF02C2"/>
              </a:solidFill>
              <a:latin typeface="微软雅黑" panose="020B0503020204020204" pitchFamily="34" charset="-122"/>
            </a:endParaRPr>
          </a:p>
        </p:txBody>
      </p:sp>
      <p:sp>
        <p:nvSpPr>
          <p:cNvPr id="2" name="内容占位符 5"/>
          <p:cNvSpPr txBox="1"/>
          <p:nvPr/>
        </p:nvSpPr>
        <p:spPr>
          <a:xfrm>
            <a:off x="780060" y="3069674"/>
            <a:ext cx="10631877" cy="3559277"/>
          </a:xfrm>
          <a:prstGeom prst="roundRect">
            <a:avLst>
              <a:gd name="adj" fmla="val 13219"/>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dirty="0">
                <a:solidFill>
                  <a:srgbClr val="4B69C6"/>
                </a:solidFill>
                <a:latin typeface="+mj-lt"/>
              </a:rPr>
              <a:t>import</a:t>
            </a:r>
            <a:r>
              <a:rPr lang="en-US" altLang="zh-CN" dirty="0">
                <a:solidFill>
                  <a:srgbClr val="333333"/>
                </a:solidFill>
                <a:latin typeface="+mj-lt"/>
              </a:rPr>
              <a:t> </a:t>
            </a:r>
            <a:r>
              <a:rPr lang="en-US" altLang="zh-CN" b="1" dirty="0">
                <a:solidFill>
                  <a:srgbClr val="7A3E9D"/>
                </a:solidFill>
                <a:latin typeface="+mj-lt"/>
              </a:rPr>
              <a:t>os</a:t>
            </a:r>
            <a:endParaRPr lang="en-US" altLang="zh-CN" dirty="0">
              <a:solidFill>
                <a:srgbClr val="333333"/>
              </a:solidFill>
              <a:latin typeface="+mj-lt"/>
            </a:endParaRPr>
          </a:p>
          <a:p>
            <a:r>
              <a:rPr lang="en-US" altLang="zh-CN" dirty="0">
                <a:solidFill>
                  <a:srgbClr val="333333"/>
                </a:solidFill>
                <a:latin typeface="+mj-lt"/>
              </a:rPr>
              <a:t> </a:t>
            </a:r>
            <a:endParaRPr lang="en-US" altLang="zh-CN" dirty="0">
              <a:solidFill>
                <a:srgbClr val="333333"/>
              </a:solidFill>
              <a:latin typeface="+mj-lt"/>
            </a:endParaRPr>
          </a:p>
          <a:p>
            <a:r>
              <a:rPr lang="en-US" altLang="zh-CN" b="1" dirty="0" err="1">
                <a:solidFill>
                  <a:srgbClr val="7A3E9D"/>
                </a:solidFill>
                <a:latin typeface="+mj-lt"/>
              </a:rPr>
              <a:t>os</a:t>
            </a:r>
            <a:r>
              <a:rPr lang="en-US" altLang="zh-CN" dirty="0" err="1">
                <a:solidFill>
                  <a:srgbClr val="777777"/>
                </a:solidFill>
                <a:latin typeface="+mj-lt"/>
              </a:rPr>
              <a:t>.</a:t>
            </a:r>
            <a:r>
              <a:rPr lang="en-US" altLang="zh-CN" b="1" dirty="0" err="1">
                <a:solidFill>
                  <a:srgbClr val="AA3731"/>
                </a:solidFill>
                <a:latin typeface="+mj-lt"/>
              </a:rPr>
              <a:t>rename</a:t>
            </a:r>
            <a:r>
              <a:rPr lang="en-US" altLang="zh-CN" dirty="0">
                <a:solidFill>
                  <a:srgbClr val="777777"/>
                </a:solidFill>
                <a:latin typeface="+mj-lt"/>
              </a:rPr>
              <a:t>('</a:t>
            </a:r>
            <a:r>
              <a:rPr lang="en-US" altLang="zh-CN" dirty="0">
                <a:solidFill>
                  <a:srgbClr val="448C27"/>
                </a:solidFill>
                <a:latin typeface="+mj-lt"/>
              </a:rPr>
              <a:t>XRD.txt</a:t>
            </a:r>
            <a:r>
              <a:rPr lang="en-US" altLang="zh-CN" dirty="0">
                <a:solidFill>
                  <a:srgbClr val="777777"/>
                </a:solidFill>
                <a:latin typeface="+mj-lt"/>
              </a:rPr>
              <a:t>','</a:t>
            </a:r>
            <a:r>
              <a:rPr lang="en-US" altLang="zh-CN" dirty="0">
                <a:solidFill>
                  <a:srgbClr val="448C27"/>
                </a:solidFill>
                <a:latin typeface="+mj-lt"/>
              </a:rPr>
              <a:t>xrd.txt</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当前路径下 </a:t>
            </a:r>
            <a:r>
              <a:rPr lang="en-US" altLang="zh-CN" dirty="0">
                <a:solidFill>
                  <a:srgbClr val="AAAAAA"/>
                </a:solidFill>
                <a:latin typeface="+mj-lt"/>
              </a:rPr>
              <a:t>XRD.txt </a:t>
            </a:r>
            <a:r>
              <a:rPr lang="zh-CN" altLang="en-US" dirty="0">
                <a:solidFill>
                  <a:srgbClr val="AAAAAA"/>
                </a:solidFill>
                <a:latin typeface="+mj-lt"/>
              </a:rPr>
              <a:t>重命名为 </a:t>
            </a:r>
            <a:r>
              <a:rPr lang="en-US" altLang="zh-CN" dirty="0">
                <a:solidFill>
                  <a:srgbClr val="AAAAAA"/>
                </a:solidFill>
                <a:latin typeface="+mj-lt"/>
              </a:rPr>
              <a:t>xrd.txt</a:t>
            </a:r>
            <a:endParaRPr lang="en-US" altLang="zh-CN" dirty="0">
              <a:solidFill>
                <a:srgbClr val="333333"/>
              </a:solidFill>
              <a:latin typeface="+mj-lt"/>
            </a:endParaRPr>
          </a:p>
          <a:p>
            <a:r>
              <a:rPr lang="en-US" altLang="zh-CN" dirty="0">
                <a:solidFill>
                  <a:srgbClr val="4B69C6"/>
                </a:solidFill>
                <a:latin typeface="+mj-lt"/>
              </a:rPr>
              <a:t>try</a:t>
            </a:r>
            <a:r>
              <a:rPr lang="en-US" altLang="zh-CN" dirty="0">
                <a:solidFill>
                  <a:srgbClr val="777777"/>
                </a:solidFill>
                <a:latin typeface="+mj-lt"/>
              </a:rPr>
              <a:t>:</a:t>
            </a:r>
            <a:endParaRPr lang="en-US" altLang="zh-CN" dirty="0">
              <a:solidFill>
                <a:srgbClr val="333333"/>
              </a:solidFill>
              <a:latin typeface="+mj-lt"/>
            </a:endParaRPr>
          </a:p>
          <a:p>
            <a:r>
              <a:rPr lang="en-US" altLang="zh-CN" dirty="0">
                <a:solidFill>
                  <a:srgbClr val="333333"/>
                </a:solidFill>
                <a:latin typeface="+mj-lt"/>
              </a:rPr>
              <a:t>    </a:t>
            </a:r>
            <a:r>
              <a:rPr lang="en-US" altLang="zh-CN" b="1" dirty="0" err="1">
                <a:solidFill>
                  <a:srgbClr val="7A3E9D"/>
                </a:solidFill>
                <a:latin typeface="+mj-lt"/>
              </a:rPr>
              <a:t>os</a:t>
            </a:r>
            <a:r>
              <a:rPr lang="en-US" altLang="zh-CN" dirty="0" err="1">
                <a:solidFill>
                  <a:srgbClr val="777777"/>
                </a:solidFill>
                <a:latin typeface="+mj-lt"/>
              </a:rPr>
              <a:t>.</a:t>
            </a:r>
            <a:r>
              <a:rPr lang="en-US" altLang="zh-CN" b="1" dirty="0" err="1">
                <a:solidFill>
                  <a:srgbClr val="AA3731"/>
                </a:solidFill>
                <a:latin typeface="+mj-lt"/>
              </a:rPr>
              <a:t>remove</a:t>
            </a:r>
            <a:r>
              <a:rPr lang="en-US" altLang="zh-CN" dirty="0">
                <a:solidFill>
                  <a:srgbClr val="777777"/>
                </a:solidFill>
                <a:latin typeface="+mj-lt"/>
              </a:rPr>
              <a:t>('</a:t>
            </a:r>
            <a:r>
              <a:rPr lang="en-US" altLang="zh-CN" dirty="0">
                <a:solidFill>
                  <a:srgbClr val="448C27"/>
                </a:solidFill>
                <a:latin typeface="+mj-lt"/>
              </a:rPr>
              <a:t>xrd.txt</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将当前路径下文件 </a:t>
            </a:r>
            <a:r>
              <a:rPr lang="en-US" altLang="zh-CN" dirty="0">
                <a:solidFill>
                  <a:srgbClr val="AAAAAA"/>
                </a:solidFill>
                <a:latin typeface="+mj-lt"/>
              </a:rPr>
              <a:t>xrd.txt </a:t>
            </a:r>
            <a:r>
              <a:rPr lang="zh-CN" altLang="en-US" dirty="0">
                <a:solidFill>
                  <a:srgbClr val="AAAAAA"/>
                </a:solidFill>
                <a:latin typeface="+mj-lt"/>
              </a:rPr>
              <a:t>删除</a:t>
            </a:r>
            <a:endParaRPr lang="zh-CN" altLang="en-US" dirty="0">
              <a:solidFill>
                <a:srgbClr val="333333"/>
              </a:solidFill>
              <a:latin typeface="+mj-lt"/>
            </a:endParaRPr>
          </a:p>
          <a:p>
            <a:r>
              <a:rPr lang="zh-CN" altLang="en-US" dirty="0">
                <a:solidFill>
                  <a:srgbClr val="333333"/>
                </a:solidFill>
                <a:latin typeface="+mj-lt"/>
              </a:rPr>
              <a:t>    </a:t>
            </a:r>
            <a:r>
              <a:rPr lang="en-US" altLang="zh-CN" b="1" dirty="0">
                <a:solidFill>
                  <a:srgbClr val="AA3731"/>
                </a:solidFill>
                <a:latin typeface="+mj-lt"/>
              </a:rPr>
              <a:t>print</a:t>
            </a:r>
            <a:r>
              <a:rPr lang="en-US" altLang="zh-CN" dirty="0">
                <a:solidFill>
                  <a:srgbClr val="777777"/>
                </a:solidFill>
                <a:latin typeface="+mj-lt"/>
              </a:rPr>
              <a:t>('</a:t>
            </a:r>
            <a:r>
              <a:rPr lang="en-US" altLang="zh-CN" dirty="0">
                <a:solidFill>
                  <a:srgbClr val="448C27"/>
                </a:solidFill>
                <a:latin typeface="+mj-lt"/>
              </a:rPr>
              <a:t>xrd.txt</a:t>
            </a:r>
            <a:r>
              <a:rPr lang="zh-CN" altLang="en-US" dirty="0">
                <a:solidFill>
                  <a:srgbClr val="448C27"/>
                </a:solidFill>
                <a:latin typeface="+mj-lt"/>
              </a:rPr>
              <a:t>已经被删除</a:t>
            </a:r>
            <a:r>
              <a:rPr lang="en-US" altLang="zh-CN" dirty="0">
                <a:solidFill>
                  <a:srgbClr val="777777"/>
                </a:solidFill>
                <a:latin typeface="+mj-lt"/>
              </a:rPr>
              <a:t>')</a:t>
            </a:r>
            <a:r>
              <a:rPr lang="zh-CN" altLang="en-US"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删除成功输出提示</a:t>
            </a:r>
            <a:endParaRPr lang="zh-CN" altLang="en-US" dirty="0">
              <a:solidFill>
                <a:srgbClr val="333333"/>
              </a:solidFill>
              <a:latin typeface="+mj-lt"/>
            </a:endParaRPr>
          </a:p>
          <a:p>
            <a:r>
              <a:rPr lang="en-US" altLang="zh-CN" dirty="0">
                <a:solidFill>
                  <a:srgbClr val="4B69C6"/>
                </a:solidFill>
                <a:latin typeface="+mj-lt"/>
              </a:rPr>
              <a:t>except</a:t>
            </a:r>
            <a:r>
              <a:rPr lang="en-US" altLang="zh-CN" dirty="0">
                <a:solidFill>
                  <a:srgbClr val="333333"/>
                </a:solidFill>
                <a:latin typeface="+mj-lt"/>
              </a:rPr>
              <a:t> </a:t>
            </a:r>
            <a:r>
              <a:rPr lang="en-US" altLang="zh-CN" b="1" dirty="0">
                <a:solidFill>
                  <a:srgbClr val="7A3E9D"/>
                </a:solidFill>
                <a:latin typeface="+mj-lt"/>
              </a:rPr>
              <a:t>Exception</a:t>
            </a:r>
            <a:r>
              <a:rPr lang="en-US" altLang="zh-CN" dirty="0">
                <a:solidFill>
                  <a:srgbClr val="777777"/>
                </a:solidFill>
                <a:latin typeface="+mj-lt"/>
              </a:rPr>
              <a:t>:</a:t>
            </a:r>
            <a:endParaRPr lang="en-US" altLang="zh-CN" dirty="0">
              <a:solidFill>
                <a:srgbClr val="333333"/>
              </a:solidFill>
              <a:latin typeface="+mj-lt"/>
            </a:endParaRPr>
          </a:p>
          <a:p>
            <a:r>
              <a:rPr lang="en-US" altLang="zh-CN" dirty="0">
                <a:solidFill>
                  <a:srgbClr val="333333"/>
                </a:solidFill>
                <a:latin typeface="+mj-lt"/>
              </a:rPr>
              <a:t>    </a:t>
            </a:r>
            <a:r>
              <a:rPr lang="en-US" altLang="zh-CN" b="1" dirty="0">
                <a:solidFill>
                  <a:srgbClr val="AA3731"/>
                </a:solidFill>
                <a:latin typeface="+mj-lt"/>
              </a:rPr>
              <a:t>print</a:t>
            </a:r>
            <a:r>
              <a:rPr lang="en-US" altLang="zh-CN" dirty="0">
                <a:solidFill>
                  <a:srgbClr val="777777"/>
                </a:solidFill>
                <a:latin typeface="+mj-lt"/>
              </a:rPr>
              <a:t>('</a:t>
            </a:r>
            <a:r>
              <a:rPr lang="zh-CN" altLang="en-US" dirty="0">
                <a:solidFill>
                  <a:srgbClr val="448C27"/>
                </a:solidFill>
                <a:latin typeface="+mj-lt"/>
              </a:rPr>
              <a:t>文件</a:t>
            </a:r>
            <a:r>
              <a:rPr lang="en-US" altLang="zh-CN" dirty="0">
                <a:solidFill>
                  <a:srgbClr val="448C27"/>
                </a:solidFill>
                <a:latin typeface="+mj-lt"/>
              </a:rPr>
              <a:t>xrd.txt</a:t>
            </a:r>
            <a:r>
              <a:rPr lang="zh-CN" altLang="en-US" dirty="0">
                <a:solidFill>
                  <a:srgbClr val="448C27"/>
                </a:solidFill>
                <a:latin typeface="+mj-lt"/>
              </a:rPr>
              <a:t>不存在</a:t>
            </a:r>
            <a:r>
              <a:rPr lang="en-US" altLang="zh-CN" dirty="0">
                <a:solidFill>
                  <a:srgbClr val="777777"/>
                </a:solidFill>
                <a:latin typeface="+mj-lt"/>
              </a:rPr>
              <a:t>')</a:t>
            </a:r>
            <a:r>
              <a:rPr lang="zh-CN" altLang="en-US"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删除不成功时抛出异常</a:t>
            </a:r>
            <a:endParaRPr lang="zh-CN" altLang="en-US" dirty="0">
              <a:solidFill>
                <a:srgbClr val="333333"/>
              </a:solidFill>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2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7.4</a:t>
            </a:r>
            <a:endParaRPr lang="zh-CN" altLang="en-US" dirty="0"/>
          </a:p>
        </p:txBody>
      </p:sp>
      <p:sp>
        <p:nvSpPr>
          <p:cNvPr id="3" name="标题 2"/>
          <p:cNvSpPr>
            <a:spLocks noGrp="1"/>
          </p:cNvSpPr>
          <p:nvPr>
            <p:ph type="title"/>
          </p:nvPr>
        </p:nvSpPr>
        <p:spPr/>
        <p:txBody>
          <a:bodyPr/>
          <a:lstStyle/>
          <a:p>
            <a:r>
              <a:rPr lang="zh-CN" altLang="en-US" dirty="0"/>
              <a:t>文件与文件夹操作</a:t>
            </a:r>
            <a:endParaRPr lang="zh-CN" altLang="en-US" dirty="0"/>
          </a:p>
        </p:txBody>
      </p:sp>
      <p:sp>
        <p:nvSpPr>
          <p:cNvPr id="7" name="内容占位符 4"/>
          <p:cNvSpPr txBox="1"/>
          <p:nvPr/>
        </p:nvSpPr>
        <p:spPr>
          <a:xfrm>
            <a:off x="838200" y="928355"/>
            <a:ext cx="10515600" cy="949606"/>
          </a:xfrm>
          <a:prstGeom prst="rect">
            <a:avLst/>
          </a:prstGeom>
          <a:noFill/>
          <a:ln>
            <a:noFill/>
          </a:ln>
          <a:effectLst/>
        </p:spPr>
        <p:txBody>
          <a:bodyPr vert="horz" lIns="91440" tIns="45720" rIns="91440" bIns="45720" rtlCol="0">
            <a:norm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457200" lvl="1" indent="-457200">
              <a:lnSpc>
                <a:spcPct val="150000"/>
              </a:lnSpc>
              <a:spcBef>
                <a:spcPts val="0"/>
              </a:spcBef>
              <a:buClr>
                <a:srgbClr val="0070C0"/>
              </a:buClr>
              <a:buFont typeface="+mj-lt"/>
              <a:buAutoNum type="arabicPeriod" startAt="2"/>
              <a:defRPr/>
            </a:pPr>
            <a:r>
              <a:rPr lang="en-US" altLang="zh-CN" b="1" dirty="0">
                <a:solidFill>
                  <a:srgbClr val="0070C0"/>
                </a:solidFill>
                <a:latin typeface="微软雅黑" panose="020B0503020204020204" pitchFamily="34" charset="-122"/>
                <a:ea typeface="微软雅黑" panose="020B0503020204020204" pitchFamily="34" charset="-122"/>
              </a:rPr>
              <a:t>os </a:t>
            </a:r>
            <a:r>
              <a:rPr lang="zh-CN" altLang="en-US" b="1" dirty="0">
                <a:solidFill>
                  <a:srgbClr val="0070C0"/>
                </a:solidFill>
                <a:latin typeface="微软雅黑" panose="020B0503020204020204" pitchFamily="34" charset="-122"/>
                <a:ea typeface="微软雅黑" panose="020B0503020204020204" pitchFamily="34" charset="-122"/>
              </a:rPr>
              <a:t>库常用操作示例</a:t>
            </a:r>
            <a:endParaRPr lang="en-US" altLang="zh-CN" sz="2000" dirty="0">
              <a:solidFill>
                <a:sysClr val="windowText" lastClr="000000"/>
              </a:solidFill>
              <a:latin typeface="微软雅黑" panose="020B0503020204020204" pitchFamily="34" charset="-122"/>
              <a:ea typeface="微软雅黑" panose="020B0503020204020204" pitchFamily="34" charset="-122"/>
            </a:endParaRPr>
          </a:p>
        </p:txBody>
      </p:sp>
      <p:sp>
        <p:nvSpPr>
          <p:cNvPr id="2" name="内容占位符 5"/>
          <p:cNvSpPr txBox="1"/>
          <p:nvPr/>
        </p:nvSpPr>
        <p:spPr>
          <a:xfrm>
            <a:off x="780060" y="1553498"/>
            <a:ext cx="10631877" cy="5075454"/>
          </a:xfrm>
          <a:prstGeom prst="roundRect">
            <a:avLst>
              <a:gd name="adj" fmla="val 8376"/>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dirty="0">
                <a:solidFill>
                  <a:srgbClr val="4B69C6"/>
                </a:solidFill>
                <a:latin typeface="+mj-lt"/>
              </a:rPr>
              <a:t>import</a:t>
            </a:r>
            <a:r>
              <a:rPr lang="en-US" altLang="zh-CN" dirty="0">
                <a:solidFill>
                  <a:srgbClr val="333333"/>
                </a:solidFill>
                <a:latin typeface="+mj-lt"/>
              </a:rPr>
              <a:t> </a:t>
            </a:r>
            <a:r>
              <a:rPr lang="en-US" altLang="zh-CN" b="1" dirty="0">
                <a:solidFill>
                  <a:srgbClr val="7A3E9D"/>
                </a:solidFill>
                <a:latin typeface="+mj-lt"/>
              </a:rPr>
              <a:t>os</a:t>
            </a:r>
            <a:endParaRPr lang="en-US" altLang="zh-CN" dirty="0">
              <a:solidFill>
                <a:srgbClr val="333333"/>
              </a:solidFill>
              <a:latin typeface="+mj-lt"/>
            </a:endParaRPr>
          </a:p>
          <a:p>
            <a:r>
              <a:rPr lang="en-US" altLang="zh-CN" dirty="0">
                <a:solidFill>
                  <a:srgbClr val="333333"/>
                </a:solidFill>
                <a:latin typeface="+mj-lt"/>
              </a:rPr>
              <a:t> </a:t>
            </a:r>
            <a:endParaRPr lang="en-US" altLang="zh-CN" dirty="0">
              <a:solidFill>
                <a:srgbClr val="333333"/>
              </a:solidFill>
              <a:latin typeface="+mj-lt"/>
            </a:endParaRPr>
          </a:p>
          <a:p>
            <a:r>
              <a:rPr lang="en-US" altLang="zh-CN" dirty="0">
                <a:solidFill>
                  <a:srgbClr val="7A3E9D"/>
                </a:solidFill>
                <a:latin typeface="+mj-lt"/>
              </a:rPr>
              <a:t>result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b="1" dirty="0" err="1">
                <a:solidFill>
                  <a:srgbClr val="7A3E9D"/>
                </a:solidFill>
                <a:latin typeface="+mj-lt"/>
              </a:rPr>
              <a:t>os</a:t>
            </a:r>
            <a:r>
              <a:rPr lang="en-US" altLang="zh-CN" dirty="0" err="1">
                <a:solidFill>
                  <a:srgbClr val="777777"/>
                </a:solidFill>
                <a:latin typeface="+mj-lt"/>
              </a:rPr>
              <a:t>.</a:t>
            </a:r>
            <a:r>
              <a:rPr lang="en-US" altLang="zh-CN" b="1" dirty="0" err="1">
                <a:solidFill>
                  <a:srgbClr val="AA3731"/>
                </a:solidFill>
                <a:latin typeface="+mj-lt"/>
              </a:rPr>
              <a:t>getcwd</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en-US" altLang="zh-CN" dirty="0" err="1">
                <a:solidFill>
                  <a:srgbClr val="AAAAAA"/>
                </a:solidFill>
                <a:latin typeface="+mj-lt"/>
              </a:rPr>
              <a:t>getcwd</a:t>
            </a:r>
            <a:r>
              <a:rPr lang="en-US" altLang="zh-CN" dirty="0">
                <a:solidFill>
                  <a:srgbClr val="AAAAAA"/>
                </a:solidFill>
                <a:latin typeface="+mj-lt"/>
              </a:rPr>
              <a:t>() </a:t>
            </a:r>
            <a:r>
              <a:rPr lang="zh-CN" altLang="en-US" dirty="0">
                <a:solidFill>
                  <a:srgbClr val="AAAAAA"/>
                </a:solidFill>
                <a:latin typeface="+mj-lt"/>
              </a:rPr>
              <a:t>获取当前工作目录</a:t>
            </a:r>
            <a:endParaRPr lang="zh-CN" altLang="en-US" dirty="0">
              <a:solidFill>
                <a:srgbClr val="333333"/>
              </a:solidFill>
              <a:latin typeface="+mj-lt"/>
            </a:endParaRPr>
          </a:p>
          <a:p>
            <a:r>
              <a:rPr lang="en-US" altLang="zh-CN" b="1" dirty="0">
                <a:solidFill>
                  <a:srgbClr val="AA3731"/>
                </a:solidFill>
                <a:latin typeface="+mj-lt"/>
              </a:rPr>
              <a:t>print</a:t>
            </a:r>
            <a:r>
              <a:rPr lang="en-US" altLang="zh-CN" dirty="0">
                <a:solidFill>
                  <a:srgbClr val="777777"/>
                </a:solidFill>
                <a:latin typeface="+mj-lt"/>
              </a:rPr>
              <a:t>(</a:t>
            </a:r>
            <a:r>
              <a:rPr lang="en-US" altLang="zh-CN" dirty="0">
                <a:solidFill>
                  <a:srgbClr val="7A3E9D"/>
                </a:solidFill>
                <a:latin typeface="+mj-lt"/>
              </a:rPr>
              <a:t>result</a:t>
            </a:r>
            <a:r>
              <a:rPr lang="en-US" altLang="zh-CN" dirty="0">
                <a:solidFill>
                  <a:srgbClr val="777777"/>
                </a:solidFill>
                <a:latin typeface="+mj-lt"/>
              </a:rPr>
              <a:t>)</a:t>
            </a:r>
            <a:endParaRPr lang="en-US" altLang="zh-CN" dirty="0">
              <a:solidFill>
                <a:srgbClr val="333333"/>
              </a:solidFill>
              <a:latin typeface="+mj-lt"/>
            </a:endParaRPr>
          </a:p>
          <a:p>
            <a:r>
              <a:rPr lang="en-US" altLang="zh-CN" dirty="0">
                <a:solidFill>
                  <a:srgbClr val="333333"/>
                </a:solidFill>
                <a:latin typeface="+mj-lt"/>
              </a:rPr>
              <a:t> </a:t>
            </a:r>
            <a:endParaRPr lang="en-US" altLang="zh-CN" dirty="0">
              <a:solidFill>
                <a:srgbClr val="333333"/>
              </a:solidFill>
              <a:latin typeface="+mj-lt"/>
            </a:endParaRPr>
          </a:p>
          <a:p>
            <a:r>
              <a:rPr lang="en-US" altLang="zh-CN" dirty="0">
                <a:solidFill>
                  <a:srgbClr val="AAAAAA"/>
                </a:solidFill>
                <a:latin typeface="+mj-lt"/>
              </a:rPr>
              <a:t># </a:t>
            </a:r>
            <a:r>
              <a:rPr lang="zh-CN" altLang="en-US" dirty="0">
                <a:solidFill>
                  <a:srgbClr val="AAAAAA"/>
                </a:solidFill>
                <a:latin typeface="+mj-lt"/>
              </a:rPr>
              <a:t>前面反斜杠为转义字符，</a:t>
            </a:r>
            <a:r>
              <a:rPr lang="en-US" altLang="zh-CN" dirty="0">
                <a:solidFill>
                  <a:srgbClr val="AAAAAA"/>
                </a:solidFill>
                <a:latin typeface="+mj-lt"/>
              </a:rPr>
              <a:t>'\\' </a:t>
            </a:r>
            <a:r>
              <a:rPr lang="zh-CN" altLang="en-US" dirty="0">
                <a:solidFill>
                  <a:srgbClr val="AAAAAA"/>
                </a:solidFill>
                <a:latin typeface="+mj-lt"/>
              </a:rPr>
              <a:t>解析为 </a:t>
            </a:r>
            <a:r>
              <a:rPr lang="en-US" altLang="zh-CN" dirty="0">
                <a:solidFill>
                  <a:srgbClr val="AAAAAA"/>
                </a:solidFill>
                <a:latin typeface="+mj-lt"/>
              </a:rPr>
              <a:t>'\'</a:t>
            </a:r>
            <a:r>
              <a:rPr lang="zh-CN" altLang="en-US" dirty="0">
                <a:solidFill>
                  <a:srgbClr val="AAAAAA"/>
                </a:solidFill>
                <a:latin typeface="+mj-lt"/>
              </a:rPr>
              <a:t>，可写为 </a:t>
            </a:r>
            <a:r>
              <a:rPr lang="en-US" altLang="zh-CN" dirty="0" err="1">
                <a:solidFill>
                  <a:srgbClr val="AAAAAA"/>
                </a:solidFill>
                <a:latin typeface="+mj-lt"/>
              </a:rPr>
              <a:t>os.chdir</a:t>
            </a:r>
            <a:r>
              <a:rPr lang="en-US" altLang="zh-CN" dirty="0">
                <a:solidFill>
                  <a:srgbClr val="AAAAAA"/>
                </a:solidFill>
                <a:latin typeface="+mj-lt"/>
              </a:rPr>
              <a:t>('D:/</a:t>
            </a:r>
            <a:r>
              <a:rPr lang="en-US" altLang="zh-CN" dirty="0" err="1">
                <a:solidFill>
                  <a:srgbClr val="AAAAAA"/>
                </a:solidFill>
                <a:latin typeface="+mj-lt"/>
              </a:rPr>
              <a:t>testpath</a:t>
            </a:r>
            <a:r>
              <a:rPr lang="en-US" altLang="zh-CN" dirty="0">
                <a:solidFill>
                  <a:srgbClr val="AAAAAA"/>
                </a:solidFill>
                <a:latin typeface="+mj-lt"/>
              </a:rPr>
              <a:t>/path')</a:t>
            </a:r>
            <a:endParaRPr lang="en-US" altLang="zh-CN" dirty="0">
              <a:solidFill>
                <a:srgbClr val="333333"/>
              </a:solidFill>
              <a:latin typeface="+mj-lt"/>
            </a:endParaRPr>
          </a:p>
          <a:p>
            <a:r>
              <a:rPr lang="en-US" altLang="zh-CN" b="1" dirty="0" err="1">
                <a:solidFill>
                  <a:srgbClr val="7A3E9D"/>
                </a:solidFill>
                <a:latin typeface="+mj-lt"/>
              </a:rPr>
              <a:t>os</a:t>
            </a:r>
            <a:r>
              <a:rPr lang="en-US" altLang="zh-CN" dirty="0" err="1">
                <a:solidFill>
                  <a:srgbClr val="777777"/>
                </a:solidFill>
                <a:latin typeface="+mj-lt"/>
              </a:rPr>
              <a:t>.</a:t>
            </a:r>
            <a:r>
              <a:rPr lang="en-US" altLang="zh-CN" b="1" dirty="0" err="1">
                <a:solidFill>
                  <a:srgbClr val="AA3731"/>
                </a:solidFill>
                <a:latin typeface="+mj-lt"/>
              </a:rPr>
              <a:t>chdir</a:t>
            </a:r>
            <a:r>
              <a:rPr lang="en-US" altLang="zh-CN" dirty="0">
                <a:solidFill>
                  <a:srgbClr val="777777"/>
                </a:solidFill>
                <a:latin typeface="+mj-lt"/>
              </a:rPr>
              <a:t>('</a:t>
            </a:r>
            <a:r>
              <a:rPr lang="en-US" altLang="zh-CN" dirty="0">
                <a:solidFill>
                  <a:srgbClr val="448C27"/>
                </a:solidFill>
                <a:latin typeface="+mj-lt"/>
              </a:rPr>
              <a:t>D:</a:t>
            </a:r>
            <a:r>
              <a:rPr lang="en-US" altLang="zh-CN" dirty="0">
                <a:solidFill>
                  <a:srgbClr val="777777"/>
                </a:solidFill>
                <a:latin typeface="+mj-lt"/>
              </a:rPr>
              <a:t>\\</a:t>
            </a:r>
            <a:r>
              <a:rPr lang="en-US" altLang="zh-CN" dirty="0" err="1">
                <a:solidFill>
                  <a:srgbClr val="448C27"/>
                </a:solidFill>
                <a:latin typeface="+mj-lt"/>
              </a:rPr>
              <a:t>testpath</a:t>
            </a:r>
            <a:r>
              <a:rPr lang="en-US" altLang="zh-CN" dirty="0">
                <a:solidFill>
                  <a:srgbClr val="777777"/>
                </a:solidFill>
                <a:latin typeface="+mj-lt"/>
              </a:rPr>
              <a:t>\\</a:t>
            </a:r>
            <a:r>
              <a:rPr lang="en-US" altLang="zh-CN" dirty="0">
                <a:solidFill>
                  <a:srgbClr val="448C27"/>
                </a:solidFill>
                <a:latin typeface="+mj-lt"/>
              </a:rPr>
              <a:t>path</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en-US" altLang="zh-CN" dirty="0" err="1">
                <a:solidFill>
                  <a:srgbClr val="AAAAAA"/>
                </a:solidFill>
                <a:latin typeface="+mj-lt"/>
              </a:rPr>
              <a:t>chdir</a:t>
            </a:r>
            <a:r>
              <a:rPr lang="en-US" altLang="zh-CN" dirty="0">
                <a:solidFill>
                  <a:srgbClr val="AAAAAA"/>
                </a:solidFill>
                <a:latin typeface="+mj-lt"/>
              </a:rPr>
              <a:t>() </a:t>
            </a:r>
            <a:r>
              <a:rPr lang="zh-CN" altLang="en-US" dirty="0">
                <a:solidFill>
                  <a:srgbClr val="AAAAAA"/>
                </a:solidFill>
                <a:latin typeface="+mj-lt"/>
              </a:rPr>
              <a:t>改变当前工作目录</a:t>
            </a:r>
            <a:endParaRPr lang="zh-CN" altLang="en-US" dirty="0">
              <a:solidFill>
                <a:srgbClr val="333333"/>
              </a:solidFill>
              <a:latin typeface="+mj-lt"/>
            </a:endParaRPr>
          </a:p>
          <a:p>
            <a:r>
              <a:rPr lang="en-US" altLang="zh-CN" dirty="0">
                <a:solidFill>
                  <a:srgbClr val="7A3E9D"/>
                </a:solidFill>
                <a:latin typeface="+mj-lt"/>
              </a:rPr>
              <a:t>result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b="1" dirty="0" err="1">
                <a:solidFill>
                  <a:srgbClr val="7A3E9D"/>
                </a:solidFill>
                <a:latin typeface="+mj-lt"/>
              </a:rPr>
              <a:t>os</a:t>
            </a:r>
            <a:r>
              <a:rPr lang="en-US" altLang="zh-CN" dirty="0" err="1">
                <a:solidFill>
                  <a:srgbClr val="777777"/>
                </a:solidFill>
                <a:latin typeface="+mj-lt"/>
              </a:rPr>
              <a:t>.</a:t>
            </a:r>
            <a:r>
              <a:rPr lang="en-US" altLang="zh-CN" b="1" dirty="0" err="1">
                <a:solidFill>
                  <a:srgbClr val="AA3731"/>
                </a:solidFill>
                <a:latin typeface="+mj-lt"/>
              </a:rPr>
              <a:t>getcwd</a:t>
            </a:r>
            <a:r>
              <a:rPr lang="en-US" altLang="zh-CN" dirty="0">
                <a:solidFill>
                  <a:srgbClr val="777777"/>
                </a:solidFill>
                <a:latin typeface="+mj-lt"/>
              </a:rPr>
              <a:t>()</a:t>
            </a:r>
            <a:endParaRPr lang="en-US" altLang="zh-CN" dirty="0">
              <a:solidFill>
                <a:srgbClr val="333333"/>
              </a:solidFill>
              <a:latin typeface="+mj-lt"/>
            </a:endParaRPr>
          </a:p>
          <a:p>
            <a:r>
              <a:rPr lang="en-US" altLang="zh-CN" b="1" dirty="0">
                <a:solidFill>
                  <a:srgbClr val="AA3731"/>
                </a:solidFill>
                <a:latin typeface="+mj-lt"/>
              </a:rPr>
              <a:t>print</a:t>
            </a:r>
            <a:r>
              <a:rPr lang="en-US" altLang="zh-CN" dirty="0">
                <a:solidFill>
                  <a:srgbClr val="777777"/>
                </a:solidFill>
                <a:latin typeface="+mj-lt"/>
              </a:rPr>
              <a:t>(</a:t>
            </a:r>
            <a:r>
              <a:rPr lang="en-US" altLang="zh-CN" dirty="0">
                <a:solidFill>
                  <a:srgbClr val="7A3E9D"/>
                </a:solidFill>
                <a:latin typeface="+mj-lt"/>
              </a:rPr>
              <a:t>result</a:t>
            </a:r>
            <a:r>
              <a:rPr lang="en-US" altLang="zh-CN" dirty="0">
                <a:solidFill>
                  <a:srgbClr val="777777"/>
                </a:solidFill>
                <a:latin typeface="+mj-lt"/>
              </a:rPr>
              <a:t>)</a:t>
            </a:r>
            <a:endParaRPr lang="en-US" altLang="zh-CN" dirty="0">
              <a:solidFill>
                <a:srgbClr val="333333"/>
              </a:solidFill>
              <a:latin typeface="+mj-lt"/>
            </a:endParaRPr>
          </a:p>
          <a:p>
            <a:r>
              <a:rPr lang="en-US" altLang="zh-CN" dirty="0">
                <a:solidFill>
                  <a:srgbClr val="333333"/>
                </a:solidFill>
                <a:latin typeface="+mj-lt"/>
              </a:rPr>
              <a:t> </a:t>
            </a:r>
            <a:endParaRPr lang="en-US" altLang="zh-CN" dirty="0">
              <a:solidFill>
                <a:srgbClr val="333333"/>
              </a:solidFill>
              <a:latin typeface="+mj-lt"/>
            </a:endParaRPr>
          </a:p>
          <a:p>
            <a:r>
              <a:rPr lang="en-US" altLang="zh-CN" b="1" dirty="0">
                <a:solidFill>
                  <a:srgbClr val="AA3731"/>
                </a:solidFill>
                <a:latin typeface="+mj-lt"/>
              </a:rPr>
              <a:t>open</a:t>
            </a:r>
            <a:r>
              <a:rPr lang="en-US" altLang="zh-CN" dirty="0">
                <a:solidFill>
                  <a:srgbClr val="777777"/>
                </a:solidFill>
                <a:latin typeface="+mj-lt"/>
              </a:rPr>
              <a:t>('</a:t>
            </a:r>
            <a:r>
              <a:rPr lang="en-US" altLang="zh-CN" dirty="0" err="1">
                <a:solidFill>
                  <a:srgbClr val="448C27"/>
                </a:solidFill>
                <a:latin typeface="+mj-lt"/>
              </a:rPr>
              <a:t>test.txt</a:t>
            </a:r>
            <a:r>
              <a:rPr lang="en-US" altLang="zh-CN" dirty="0" err="1">
                <a:solidFill>
                  <a:srgbClr val="777777"/>
                </a:solidFill>
                <a:latin typeface="+mj-lt"/>
              </a:rPr>
              <a:t>','</a:t>
            </a:r>
            <a:r>
              <a:rPr lang="en-US" altLang="zh-CN" dirty="0" err="1">
                <a:solidFill>
                  <a:srgbClr val="448C27"/>
                </a:solidFill>
                <a:latin typeface="+mj-lt"/>
              </a:rPr>
              <a:t>w</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在当前路径下创建文件</a:t>
            </a:r>
            <a:r>
              <a:rPr lang="en-US" altLang="zh-CN" dirty="0">
                <a:solidFill>
                  <a:srgbClr val="AAAAAA"/>
                </a:solidFill>
                <a:latin typeface="+mj-lt"/>
              </a:rPr>
              <a:t>'test.txt'</a:t>
            </a:r>
            <a:endParaRPr lang="en-US" altLang="zh-CN" dirty="0">
              <a:solidFill>
                <a:srgbClr val="333333"/>
              </a:solidFill>
              <a:latin typeface="+mj-lt"/>
            </a:endParaRPr>
          </a:p>
          <a:p>
            <a:r>
              <a:rPr lang="en-US" altLang="zh-CN" b="1" dirty="0">
                <a:solidFill>
                  <a:srgbClr val="AA3731"/>
                </a:solidFill>
                <a:latin typeface="+mj-lt"/>
              </a:rPr>
              <a:t>open</a:t>
            </a:r>
            <a:r>
              <a:rPr lang="en-US" altLang="zh-CN" dirty="0">
                <a:solidFill>
                  <a:srgbClr val="777777"/>
                </a:solidFill>
                <a:latin typeface="+mj-lt"/>
              </a:rPr>
              <a:t>('</a:t>
            </a:r>
            <a:r>
              <a:rPr lang="en-US" altLang="zh-CN" dirty="0">
                <a:solidFill>
                  <a:srgbClr val="448C27"/>
                </a:solidFill>
                <a:latin typeface="+mj-lt"/>
              </a:rPr>
              <a:t>D:/</a:t>
            </a:r>
            <a:r>
              <a:rPr lang="en-US" altLang="zh-CN" dirty="0" err="1">
                <a:solidFill>
                  <a:srgbClr val="448C27"/>
                </a:solidFill>
                <a:latin typeface="+mj-lt"/>
              </a:rPr>
              <a:t>testpath</a:t>
            </a:r>
            <a:r>
              <a:rPr lang="en-US" altLang="zh-CN" dirty="0">
                <a:solidFill>
                  <a:srgbClr val="448C27"/>
                </a:solidFill>
                <a:latin typeface="+mj-lt"/>
              </a:rPr>
              <a:t>/path/</a:t>
            </a:r>
            <a:r>
              <a:rPr lang="en-US" altLang="zh-CN" dirty="0" err="1">
                <a:solidFill>
                  <a:srgbClr val="448C27"/>
                </a:solidFill>
                <a:latin typeface="+mj-lt"/>
              </a:rPr>
              <a:t>test.txt</a:t>
            </a:r>
            <a:r>
              <a:rPr lang="en-US" altLang="zh-CN" dirty="0" err="1">
                <a:solidFill>
                  <a:srgbClr val="777777"/>
                </a:solidFill>
                <a:latin typeface="+mj-lt"/>
              </a:rPr>
              <a:t>','</a:t>
            </a:r>
            <a:r>
              <a:rPr lang="en-US" altLang="zh-CN" dirty="0" err="1">
                <a:solidFill>
                  <a:srgbClr val="448C27"/>
                </a:solidFill>
                <a:latin typeface="+mj-lt"/>
              </a:rPr>
              <a:t>w</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在路径 </a:t>
            </a:r>
            <a:r>
              <a:rPr lang="en-US" altLang="zh-CN" dirty="0">
                <a:solidFill>
                  <a:srgbClr val="AAAAAA"/>
                </a:solidFill>
                <a:latin typeface="+mj-lt"/>
              </a:rPr>
              <a:t>'D:/</a:t>
            </a:r>
            <a:r>
              <a:rPr lang="en-US" altLang="zh-CN" dirty="0" err="1">
                <a:solidFill>
                  <a:srgbClr val="AAAAAA"/>
                </a:solidFill>
                <a:latin typeface="+mj-lt"/>
              </a:rPr>
              <a:t>testpath</a:t>
            </a:r>
            <a:r>
              <a:rPr lang="en-US" altLang="zh-CN" dirty="0">
                <a:solidFill>
                  <a:srgbClr val="AAAAAA"/>
                </a:solidFill>
                <a:latin typeface="+mj-lt"/>
              </a:rPr>
              <a:t>/path' </a:t>
            </a:r>
            <a:r>
              <a:rPr lang="zh-CN" altLang="en-US" dirty="0">
                <a:solidFill>
                  <a:srgbClr val="AAAAAA"/>
                </a:solidFill>
                <a:latin typeface="+mj-lt"/>
              </a:rPr>
              <a:t>下创建文件 </a:t>
            </a:r>
            <a:r>
              <a:rPr lang="en-US" altLang="zh-CN" dirty="0">
                <a:solidFill>
                  <a:srgbClr val="AAAAAA"/>
                </a:solidFill>
                <a:latin typeface="+mj-lt"/>
              </a:rPr>
              <a:t>'test.txt'</a:t>
            </a:r>
            <a:endParaRPr lang="en-US" altLang="zh-CN" dirty="0">
              <a:solidFill>
                <a:srgbClr val="333333"/>
              </a:solidFill>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7.4</a:t>
            </a:r>
            <a:endParaRPr lang="zh-CN" altLang="en-US" dirty="0"/>
          </a:p>
        </p:txBody>
      </p:sp>
      <p:sp>
        <p:nvSpPr>
          <p:cNvPr id="3" name="标题 2"/>
          <p:cNvSpPr>
            <a:spLocks noGrp="1"/>
          </p:cNvSpPr>
          <p:nvPr>
            <p:ph type="title"/>
          </p:nvPr>
        </p:nvSpPr>
        <p:spPr/>
        <p:txBody>
          <a:bodyPr/>
          <a:lstStyle/>
          <a:p>
            <a:r>
              <a:rPr lang="zh-CN" altLang="en-US" dirty="0"/>
              <a:t>文件与文件夹操作</a:t>
            </a:r>
            <a:endParaRPr lang="zh-CN" altLang="en-US" dirty="0"/>
          </a:p>
        </p:txBody>
      </p:sp>
      <p:sp>
        <p:nvSpPr>
          <p:cNvPr id="2" name="内容占位符 5"/>
          <p:cNvSpPr txBox="1"/>
          <p:nvPr/>
        </p:nvSpPr>
        <p:spPr>
          <a:xfrm>
            <a:off x="780060" y="1553498"/>
            <a:ext cx="10631877" cy="5075454"/>
          </a:xfrm>
          <a:prstGeom prst="roundRect">
            <a:avLst>
              <a:gd name="adj" fmla="val 8376"/>
            </a:avLst>
          </a:prstGeom>
          <a:solidFill>
            <a:schemeClr val="bg1">
              <a:lumMod val="95000"/>
            </a:schemeClr>
          </a:solidFill>
          <a:ln>
            <a:noFill/>
          </a:ln>
        </p:spPr>
        <p:txBody>
          <a:bodyPr vert="horz" lIns="91440" tIns="45720" rIns="91440" bIns="45720" rtlCol="0" anchor="ctr">
            <a:normAutofit lnSpcReduction="10000"/>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dirty="0">
                <a:solidFill>
                  <a:srgbClr val="AAAAAA"/>
                </a:solidFill>
                <a:latin typeface="+mj-lt"/>
              </a:rPr>
              <a:t># </a:t>
            </a:r>
            <a:r>
              <a:rPr lang="en-US" altLang="zh-CN" dirty="0" err="1">
                <a:solidFill>
                  <a:srgbClr val="AAAAAA"/>
                </a:solidFill>
                <a:latin typeface="+mj-lt"/>
              </a:rPr>
              <a:t>listdir</a:t>
            </a:r>
            <a:r>
              <a:rPr lang="en-US" altLang="zh-CN" dirty="0">
                <a:solidFill>
                  <a:srgbClr val="AAAAAA"/>
                </a:solidFill>
                <a:latin typeface="+mj-lt"/>
              </a:rPr>
              <a:t>() </a:t>
            </a:r>
            <a:r>
              <a:rPr lang="zh-CN" altLang="en-US" dirty="0">
                <a:solidFill>
                  <a:srgbClr val="AAAAAA"/>
                </a:solidFill>
                <a:latin typeface="+mj-lt"/>
              </a:rPr>
              <a:t>获取指定文件夹中所有内容的名称列表</a:t>
            </a:r>
            <a:endParaRPr lang="zh-CN" altLang="en-US" dirty="0">
              <a:solidFill>
                <a:srgbClr val="333333"/>
              </a:solidFill>
              <a:latin typeface="+mj-lt"/>
            </a:endParaRPr>
          </a:p>
          <a:p>
            <a:r>
              <a:rPr lang="en-US" altLang="zh-CN" dirty="0">
                <a:solidFill>
                  <a:srgbClr val="7A3E9D"/>
                </a:solidFill>
                <a:latin typeface="+mj-lt"/>
              </a:rPr>
              <a:t>result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b="1" dirty="0" err="1">
                <a:solidFill>
                  <a:srgbClr val="7A3E9D"/>
                </a:solidFill>
                <a:latin typeface="+mj-lt"/>
              </a:rPr>
              <a:t>os</a:t>
            </a:r>
            <a:r>
              <a:rPr lang="en-US" altLang="zh-CN" dirty="0" err="1">
                <a:solidFill>
                  <a:srgbClr val="777777"/>
                </a:solidFill>
                <a:latin typeface="+mj-lt"/>
              </a:rPr>
              <a:t>.</a:t>
            </a:r>
            <a:r>
              <a:rPr lang="en-US" altLang="zh-CN" b="1" dirty="0" err="1">
                <a:solidFill>
                  <a:srgbClr val="AA3731"/>
                </a:solidFill>
                <a:latin typeface="+mj-lt"/>
              </a:rPr>
              <a:t>listdir</a:t>
            </a:r>
            <a:r>
              <a:rPr lang="en-US" altLang="zh-CN" dirty="0">
                <a:solidFill>
                  <a:srgbClr val="777777"/>
                </a:solidFill>
                <a:latin typeface="+mj-lt"/>
              </a:rPr>
              <a:t>('</a:t>
            </a:r>
            <a:r>
              <a:rPr lang="en-US" altLang="zh-CN" dirty="0">
                <a:solidFill>
                  <a:srgbClr val="448C27"/>
                </a:solidFill>
                <a:latin typeface="+mj-lt"/>
              </a:rPr>
              <a:t>D:/</a:t>
            </a:r>
            <a:r>
              <a:rPr lang="en-US" altLang="zh-CN" dirty="0" err="1">
                <a:solidFill>
                  <a:srgbClr val="448C27"/>
                </a:solidFill>
                <a:latin typeface="+mj-lt"/>
              </a:rPr>
              <a:t>testpath</a:t>
            </a:r>
            <a:r>
              <a:rPr lang="en-US" altLang="zh-CN" dirty="0">
                <a:solidFill>
                  <a:srgbClr val="448C27"/>
                </a:solidFill>
                <a:latin typeface="+mj-lt"/>
              </a:rPr>
              <a:t>/path/</a:t>
            </a:r>
            <a:r>
              <a:rPr lang="en-US" altLang="zh-CN" dirty="0">
                <a:solidFill>
                  <a:srgbClr val="777777"/>
                </a:solidFill>
                <a:latin typeface="+mj-lt"/>
              </a:rPr>
              <a:t>')</a:t>
            </a:r>
            <a:r>
              <a:rPr lang="en-US" altLang="zh-CN" dirty="0">
                <a:solidFill>
                  <a:srgbClr val="333333"/>
                </a:solidFill>
                <a:latin typeface="+mj-lt"/>
              </a:rPr>
              <a:t> </a:t>
            </a:r>
            <a:endParaRPr lang="en-US" altLang="zh-CN" dirty="0">
              <a:solidFill>
                <a:srgbClr val="333333"/>
              </a:solidFill>
              <a:latin typeface="+mj-lt"/>
            </a:endParaRPr>
          </a:p>
          <a:p>
            <a:r>
              <a:rPr lang="en-US" altLang="zh-CN" b="1" dirty="0">
                <a:solidFill>
                  <a:srgbClr val="AA3731"/>
                </a:solidFill>
                <a:latin typeface="+mj-lt"/>
              </a:rPr>
              <a:t>print</a:t>
            </a:r>
            <a:r>
              <a:rPr lang="en-US" altLang="zh-CN" dirty="0">
                <a:solidFill>
                  <a:srgbClr val="777777"/>
                </a:solidFill>
                <a:latin typeface="+mj-lt"/>
              </a:rPr>
              <a:t>(</a:t>
            </a:r>
            <a:r>
              <a:rPr lang="en-US" altLang="zh-CN" dirty="0">
                <a:solidFill>
                  <a:srgbClr val="7A3E9D"/>
                </a:solidFill>
                <a:latin typeface="+mj-lt"/>
              </a:rPr>
              <a:t>result</a:t>
            </a:r>
            <a:r>
              <a:rPr lang="en-US" altLang="zh-CN" dirty="0">
                <a:solidFill>
                  <a:srgbClr val="777777"/>
                </a:solidFill>
                <a:latin typeface="+mj-lt"/>
              </a:rPr>
              <a:t>)</a:t>
            </a:r>
            <a:endParaRPr lang="en-US" altLang="zh-CN" dirty="0">
              <a:solidFill>
                <a:srgbClr val="333333"/>
              </a:solidFill>
              <a:latin typeface="+mj-lt"/>
            </a:endParaRPr>
          </a:p>
          <a:p>
            <a:r>
              <a:rPr lang="en-US" altLang="zh-CN" dirty="0">
                <a:solidFill>
                  <a:srgbClr val="333333"/>
                </a:solidFill>
                <a:latin typeface="+mj-lt"/>
              </a:rPr>
              <a:t> </a:t>
            </a:r>
            <a:endParaRPr lang="en-US" altLang="zh-CN" dirty="0">
              <a:solidFill>
                <a:srgbClr val="333333"/>
              </a:solidFill>
              <a:latin typeface="+mj-lt"/>
            </a:endParaRPr>
          </a:p>
          <a:p>
            <a:r>
              <a:rPr lang="en-US" altLang="zh-CN" b="1" dirty="0" err="1">
                <a:solidFill>
                  <a:srgbClr val="7A3E9D"/>
                </a:solidFill>
                <a:latin typeface="+mj-lt"/>
              </a:rPr>
              <a:t>os</a:t>
            </a:r>
            <a:r>
              <a:rPr lang="en-US" altLang="zh-CN" dirty="0" err="1">
                <a:solidFill>
                  <a:srgbClr val="777777"/>
                </a:solidFill>
                <a:latin typeface="+mj-lt"/>
              </a:rPr>
              <a:t>.</a:t>
            </a:r>
            <a:r>
              <a:rPr lang="en-US" altLang="zh-CN" b="1" dirty="0" err="1">
                <a:solidFill>
                  <a:srgbClr val="AA3731"/>
                </a:solidFill>
                <a:latin typeface="+mj-lt"/>
              </a:rPr>
              <a:t>mkdir</a:t>
            </a:r>
            <a:r>
              <a:rPr lang="en-US" altLang="zh-CN" dirty="0">
                <a:solidFill>
                  <a:srgbClr val="777777"/>
                </a:solidFill>
                <a:latin typeface="+mj-lt"/>
              </a:rPr>
              <a:t>('</a:t>
            </a:r>
            <a:r>
              <a:rPr lang="en-US" altLang="zh-CN" dirty="0">
                <a:solidFill>
                  <a:srgbClr val="448C27"/>
                </a:solidFill>
                <a:latin typeface="+mj-lt"/>
              </a:rPr>
              <a:t>score</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en-US" altLang="zh-CN" dirty="0" err="1">
                <a:solidFill>
                  <a:srgbClr val="AAAAAA"/>
                </a:solidFill>
                <a:latin typeface="+mj-lt"/>
              </a:rPr>
              <a:t>mkdir</a:t>
            </a:r>
            <a:r>
              <a:rPr lang="en-US" altLang="zh-CN" dirty="0">
                <a:solidFill>
                  <a:srgbClr val="AAAAAA"/>
                </a:solidFill>
                <a:latin typeface="+mj-lt"/>
              </a:rPr>
              <a:t>()  </a:t>
            </a:r>
            <a:r>
              <a:rPr lang="zh-CN" altLang="en-US" dirty="0">
                <a:solidFill>
                  <a:srgbClr val="AAAAAA"/>
                </a:solidFill>
                <a:latin typeface="+mj-lt"/>
              </a:rPr>
              <a:t>创建文件夹</a:t>
            </a:r>
            <a:endParaRPr lang="zh-CN" altLang="en-US" dirty="0">
              <a:solidFill>
                <a:srgbClr val="333333"/>
              </a:solidFill>
              <a:latin typeface="+mj-lt"/>
            </a:endParaRPr>
          </a:p>
          <a:p>
            <a:r>
              <a:rPr lang="en-US" altLang="zh-CN" b="1" dirty="0" err="1">
                <a:solidFill>
                  <a:srgbClr val="7A3E9D"/>
                </a:solidFill>
                <a:latin typeface="+mj-lt"/>
              </a:rPr>
              <a:t>os</a:t>
            </a:r>
            <a:r>
              <a:rPr lang="en-US" altLang="zh-CN" dirty="0" err="1">
                <a:solidFill>
                  <a:srgbClr val="777777"/>
                </a:solidFill>
                <a:latin typeface="+mj-lt"/>
              </a:rPr>
              <a:t>.</a:t>
            </a:r>
            <a:r>
              <a:rPr lang="en-US" altLang="zh-CN" b="1" dirty="0" err="1">
                <a:solidFill>
                  <a:srgbClr val="AA3731"/>
                </a:solidFill>
                <a:latin typeface="+mj-lt"/>
              </a:rPr>
              <a:t>makedirs</a:t>
            </a:r>
            <a:r>
              <a:rPr lang="en-US" altLang="zh-CN" dirty="0">
                <a:solidFill>
                  <a:srgbClr val="777777"/>
                </a:solidFill>
                <a:latin typeface="+mj-lt"/>
              </a:rPr>
              <a:t>('</a:t>
            </a:r>
            <a:r>
              <a:rPr lang="en-US" altLang="zh-CN" dirty="0">
                <a:solidFill>
                  <a:srgbClr val="448C27"/>
                </a:solidFill>
                <a:latin typeface="+mj-lt"/>
              </a:rPr>
              <a:t>score/python/final/</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en-US" altLang="zh-CN" dirty="0" err="1">
                <a:solidFill>
                  <a:srgbClr val="AAAAAA"/>
                </a:solidFill>
                <a:latin typeface="+mj-lt"/>
              </a:rPr>
              <a:t>makedirs</a:t>
            </a:r>
            <a:r>
              <a:rPr lang="en-US" altLang="zh-CN" dirty="0">
                <a:solidFill>
                  <a:srgbClr val="AAAAAA"/>
                </a:solidFill>
                <a:latin typeface="+mj-lt"/>
              </a:rPr>
              <a:t>()  </a:t>
            </a:r>
            <a:r>
              <a:rPr lang="zh-CN" altLang="en-US" dirty="0">
                <a:solidFill>
                  <a:srgbClr val="AAAAAA"/>
                </a:solidFill>
                <a:latin typeface="+mj-lt"/>
              </a:rPr>
              <a:t>递归创建文件夹</a:t>
            </a:r>
            <a:endParaRPr lang="zh-CN" altLang="en-US" dirty="0">
              <a:solidFill>
                <a:srgbClr val="333333"/>
              </a:solidFill>
              <a:latin typeface="+mj-lt"/>
            </a:endParaRPr>
          </a:p>
          <a:p>
            <a:r>
              <a:rPr lang="en-US" altLang="zh-CN" b="1" dirty="0" err="1">
                <a:solidFill>
                  <a:srgbClr val="7A3E9D"/>
                </a:solidFill>
                <a:latin typeface="+mj-lt"/>
              </a:rPr>
              <a:t>os</a:t>
            </a:r>
            <a:r>
              <a:rPr lang="en-US" altLang="zh-CN" dirty="0" err="1">
                <a:solidFill>
                  <a:srgbClr val="777777"/>
                </a:solidFill>
                <a:latin typeface="+mj-lt"/>
              </a:rPr>
              <a:t>.</a:t>
            </a:r>
            <a:r>
              <a:rPr lang="en-US" altLang="zh-CN" b="1" dirty="0" err="1">
                <a:solidFill>
                  <a:srgbClr val="AA3731"/>
                </a:solidFill>
                <a:latin typeface="+mj-lt"/>
              </a:rPr>
              <a:t>rmdir</a:t>
            </a:r>
            <a:r>
              <a:rPr lang="en-US" altLang="zh-CN" dirty="0">
                <a:solidFill>
                  <a:srgbClr val="777777"/>
                </a:solidFill>
                <a:latin typeface="+mj-lt"/>
              </a:rPr>
              <a:t>('</a:t>
            </a:r>
            <a:r>
              <a:rPr lang="en-US" altLang="zh-CN" dirty="0">
                <a:solidFill>
                  <a:srgbClr val="448C27"/>
                </a:solidFill>
                <a:latin typeface="+mj-lt"/>
              </a:rPr>
              <a:t>score</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en-US" altLang="zh-CN" dirty="0" err="1">
                <a:solidFill>
                  <a:srgbClr val="AAAAAA"/>
                </a:solidFill>
                <a:latin typeface="+mj-lt"/>
              </a:rPr>
              <a:t>rmdir</a:t>
            </a:r>
            <a:r>
              <a:rPr lang="en-US" altLang="zh-CN" dirty="0">
                <a:solidFill>
                  <a:srgbClr val="AAAAAA"/>
                </a:solidFill>
                <a:latin typeface="+mj-lt"/>
              </a:rPr>
              <a:t>() </a:t>
            </a:r>
            <a:r>
              <a:rPr lang="zh-CN" altLang="en-US" dirty="0">
                <a:solidFill>
                  <a:srgbClr val="AAAAAA"/>
                </a:solidFill>
                <a:latin typeface="+mj-lt"/>
              </a:rPr>
              <a:t>删除空目录</a:t>
            </a:r>
            <a:endParaRPr lang="zh-CN" altLang="en-US" dirty="0">
              <a:solidFill>
                <a:srgbClr val="333333"/>
              </a:solidFill>
              <a:latin typeface="+mj-lt"/>
            </a:endParaRPr>
          </a:p>
          <a:p>
            <a:r>
              <a:rPr lang="en-US" altLang="zh-CN" dirty="0">
                <a:solidFill>
                  <a:srgbClr val="AAAAAA"/>
                </a:solidFill>
                <a:latin typeface="+mj-lt"/>
              </a:rPr>
              <a:t># </a:t>
            </a:r>
            <a:r>
              <a:rPr lang="en-US" altLang="zh-CN" dirty="0" err="1">
                <a:solidFill>
                  <a:srgbClr val="AAAAAA"/>
                </a:solidFill>
                <a:latin typeface="+mj-lt"/>
              </a:rPr>
              <a:t>removedirs</a:t>
            </a:r>
            <a:r>
              <a:rPr lang="en-US" altLang="zh-CN" dirty="0">
                <a:solidFill>
                  <a:srgbClr val="AAAAAA"/>
                </a:solidFill>
                <a:latin typeface="+mj-lt"/>
              </a:rPr>
              <a:t> </a:t>
            </a:r>
            <a:r>
              <a:rPr lang="zh-CN" altLang="en-US" dirty="0">
                <a:solidFill>
                  <a:srgbClr val="AAAAAA"/>
                </a:solidFill>
                <a:latin typeface="+mj-lt"/>
              </a:rPr>
              <a:t>递归删除文件夹  必须都是空目录</a:t>
            </a:r>
            <a:endParaRPr lang="zh-CN" altLang="en-US" dirty="0">
              <a:solidFill>
                <a:srgbClr val="333333"/>
              </a:solidFill>
              <a:latin typeface="+mj-lt"/>
            </a:endParaRPr>
          </a:p>
          <a:p>
            <a:r>
              <a:rPr lang="en-US" altLang="zh-CN" b="1" dirty="0" err="1">
                <a:solidFill>
                  <a:srgbClr val="7A3E9D"/>
                </a:solidFill>
                <a:latin typeface="+mj-lt"/>
              </a:rPr>
              <a:t>os</a:t>
            </a:r>
            <a:r>
              <a:rPr lang="en-US" altLang="zh-CN" dirty="0" err="1">
                <a:solidFill>
                  <a:srgbClr val="777777"/>
                </a:solidFill>
                <a:latin typeface="+mj-lt"/>
              </a:rPr>
              <a:t>.</a:t>
            </a:r>
            <a:r>
              <a:rPr lang="en-US" altLang="zh-CN" b="1" dirty="0" err="1">
                <a:solidFill>
                  <a:srgbClr val="AA3731"/>
                </a:solidFill>
                <a:latin typeface="+mj-lt"/>
              </a:rPr>
              <a:t>removedirs</a:t>
            </a:r>
            <a:r>
              <a:rPr lang="en-US" altLang="zh-CN" dirty="0">
                <a:solidFill>
                  <a:srgbClr val="777777"/>
                </a:solidFill>
                <a:latin typeface="+mj-lt"/>
              </a:rPr>
              <a:t>('</a:t>
            </a:r>
            <a:r>
              <a:rPr lang="en-US" altLang="zh-CN" dirty="0">
                <a:solidFill>
                  <a:srgbClr val="448C27"/>
                </a:solidFill>
                <a:latin typeface="+mj-lt"/>
              </a:rPr>
              <a:t>score/python/final/</a:t>
            </a:r>
            <a:r>
              <a:rPr lang="en-US" altLang="zh-CN" dirty="0">
                <a:solidFill>
                  <a:srgbClr val="777777"/>
                </a:solidFill>
                <a:latin typeface="+mj-lt"/>
              </a:rPr>
              <a:t>')</a:t>
            </a:r>
            <a:r>
              <a:rPr lang="en-US" altLang="zh-CN" dirty="0">
                <a:solidFill>
                  <a:srgbClr val="333333"/>
                </a:solidFill>
                <a:latin typeface="+mj-lt"/>
              </a:rPr>
              <a:t>     </a:t>
            </a:r>
            <a:endParaRPr lang="en-US" altLang="zh-CN" dirty="0">
              <a:solidFill>
                <a:srgbClr val="333333"/>
              </a:solidFill>
              <a:latin typeface="+mj-lt"/>
            </a:endParaRPr>
          </a:p>
          <a:p>
            <a:r>
              <a:rPr lang="en-US" altLang="zh-CN" b="1" dirty="0" err="1">
                <a:solidFill>
                  <a:srgbClr val="7A3E9D"/>
                </a:solidFill>
                <a:latin typeface="+mj-lt"/>
              </a:rPr>
              <a:t>os</a:t>
            </a:r>
            <a:r>
              <a:rPr lang="en-US" altLang="zh-CN" dirty="0" err="1">
                <a:solidFill>
                  <a:srgbClr val="777777"/>
                </a:solidFill>
                <a:latin typeface="+mj-lt"/>
              </a:rPr>
              <a:t>.</a:t>
            </a:r>
            <a:r>
              <a:rPr lang="en-US" altLang="zh-CN" b="1" dirty="0" err="1">
                <a:solidFill>
                  <a:srgbClr val="AA3731"/>
                </a:solidFill>
                <a:latin typeface="+mj-lt"/>
              </a:rPr>
              <a:t>rename</a:t>
            </a:r>
            <a:r>
              <a:rPr lang="en-US" altLang="zh-CN" dirty="0">
                <a:solidFill>
                  <a:srgbClr val="777777"/>
                </a:solidFill>
                <a:latin typeface="+mj-lt"/>
              </a:rPr>
              <a:t>('</a:t>
            </a:r>
            <a:r>
              <a:rPr lang="en-US" altLang="zh-CN" dirty="0">
                <a:solidFill>
                  <a:srgbClr val="448C27"/>
                </a:solidFill>
                <a:latin typeface="+mj-lt"/>
              </a:rPr>
              <a:t>02.txt</a:t>
            </a:r>
            <a:r>
              <a:rPr lang="en-US" altLang="zh-CN" dirty="0">
                <a:solidFill>
                  <a:srgbClr val="777777"/>
                </a:solidFill>
                <a:latin typeface="+mj-lt"/>
              </a:rPr>
              <a:t>','</a:t>
            </a:r>
            <a:r>
              <a:rPr lang="en-US" altLang="zh-CN" dirty="0">
                <a:solidFill>
                  <a:srgbClr val="448C27"/>
                </a:solidFill>
                <a:latin typeface="+mj-lt"/>
              </a:rPr>
              <a:t>002.txt</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rename() </a:t>
            </a:r>
            <a:r>
              <a:rPr lang="zh-CN" altLang="en-US" dirty="0">
                <a:solidFill>
                  <a:srgbClr val="AAAAAA"/>
                </a:solidFill>
                <a:latin typeface="+mj-lt"/>
              </a:rPr>
              <a:t>文件或文件夹重命名</a:t>
            </a:r>
            <a:endParaRPr lang="zh-CN" altLang="en-US" dirty="0">
              <a:solidFill>
                <a:srgbClr val="333333"/>
              </a:solidFill>
              <a:latin typeface="+mj-lt"/>
            </a:endParaRPr>
          </a:p>
          <a:p>
            <a:r>
              <a:rPr lang="en-US" altLang="zh-CN" dirty="0" err="1">
                <a:solidFill>
                  <a:srgbClr val="7A3E9D"/>
                </a:solidFill>
                <a:latin typeface="+mj-lt"/>
              </a:rPr>
              <a:t>filepath</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448C27"/>
                </a:solidFill>
                <a:latin typeface="+mj-lt"/>
              </a:rPr>
              <a:t>score/python/final/</a:t>
            </a:r>
            <a:r>
              <a:rPr lang="en-US" altLang="zh-CN" dirty="0">
                <a:solidFill>
                  <a:srgbClr val="777777"/>
                </a:solidFill>
                <a:latin typeface="+mj-lt"/>
              </a:rPr>
              <a:t>'</a:t>
            </a:r>
            <a:endParaRPr lang="en-US" altLang="zh-CN" dirty="0">
              <a:solidFill>
                <a:srgbClr val="333333"/>
              </a:solidFill>
              <a:latin typeface="+mj-lt"/>
            </a:endParaRPr>
          </a:p>
          <a:p>
            <a:r>
              <a:rPr lang="en-US" altLang="zh-CN" dirty="0">
                <a:solidFill>
                  <a:srgbClr val="7A3E9D"/>
                </a:solidFill>
                <a:latin typeface="+mj-lt"/>
              </a:rPr>
              <a:t>result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b="1" dirty="0" err="1">
                <a:solidFill>
                  <a:srgbClr val="7A3E9D"/>
                </a:solidFill>
                <a:latin typeface="+mj-lt"/>
              </a:rPr>
              <a:t>os</a:t>
            </a:r>
            <a:r>
              <a:rPr lang="en-US" altLang="zh-CN" dirty="0" err="1">
                <a:solidFill>
                  <a:srgbClr val="777777"/>
                </a:solidFill>
                <a:latin typeface="+mj-lt"/>
              </a:rPr>
              <a:t>.</a:t>
            </a:r>
            <a:r>
              <a:rPr lang="en-US" altLang="zh-CN" dirty="0" err="1">
                <a:solidFill>
                  <a:srgbClr val="7A3E9D"/>
                </a:solidFill>
                <a:latin typeface="+mj-lt"/>
              </a:rPr>
              <a:t>path</a:t>
            </a:r>
            <a:r>
              <a:rPr lang="en-US" altLang="zh-CN" dirty="0" err="1">
                <a:solidFill>
                  <a:srgbClr val="777777"/>
                </a:solidFill>
                <a:latin typeface="+mj-lt"/>
              </a:rPr>
              <a:t>.</a:t>
            </a:r>
            <a:r>
              <a:rPr lang="en-US" altLang="zh-CN" b="1" dirty="0" err="1">
                <a:solidFill>
                  <a:srgbClr val="AA3731"/>
                </a:solidFill>
                <a:latin typeface="+mj-lt"/>
              </a:rPr>
              <a:t>exists</a:t>
            </a:r>
            <a:r>
              <a:rPr lang="en-US" altLang="zh-CN" dirty="0">
                <a:solidFill>
                  <a:srgbClr val="777777"/>
                </a:solidFill>
                <a:latin typeface="+mj-lt"/>
              </a:rPr>
              <a:t>(</a:t>
            </a:r>
            <a:r>
              <a:rPr lang="en-US" altLang="zh-CN" dirty="0" err="1">
                <a:solidFill>
                  <a:srgbClr val="7A3E9D"/>
                </a:solidFill>
                <a:latin typeface="+mj-lt"/>
              </a:rPr>
              <a:t>filepath</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exists() </a:t>
            </a:r>
            <a:r>
              <a:rPr lang="zh-CN" altLang="en-US" dirty="0">
                <a:solidFill>
                  <a:srgbClr val="AAAAAA"/>
                </a:solidFill>
                <a:latin typeface="+mj-lt"/>
              </a:rPr>
              <a:t>检测某路径是否真实存在</a:t>
            </a:r>
            <a:endParaRPr lang="zh-CN" altLang="en-US" dirty="0">
              <a:solidFill>
                <a:srgbClr val="333333"/>
              </a:solidFill>
              <a:latin typeface="+mj-lt"/>
            </a:endParaRPr>
          </a:p>
          <a:p>
            <a:r>
              <a:rPr lang="en-US" altLang="zh-CN" b="1" dirty="0">
                <a:solidFill>
                  <a:srgbClr val="AA3731"/>
                </a:solidFill>
                <a:latin typeface="+mj-lt"/>
              </a:rPr>
              <a:t>print</a:t>
            </a:r>
            <a:r>
              <a:rPr lang="en-US" altLang="zh-CN" dirty="0">
                <a:solidFill>
                  <a:srgbClr val="777777"/>
                </a:solidFill>
                <a:latin typeface="+mj-lt"/>
              </a:rPr>
              <a:t>(</a:t>
            </a:r>
            <a:r>
              <a:rPr lang="en-US" altLang="zh-CN" dirty="0">
                <a:solidFill>
                  <a:srgbClr val="7A3E9D"/>
                </a:solidFill>
                <a:latin typeface="+mj-lt"/>
              </a:rPr>
              <a:t>result</a:t>
            </a:r>
            <a:r>
              <a:rPr lang="en-US" altLang="zh-CN" dirty="0">
                <a:solidFill>
                  <a:srgbClr val="777777"/>
                </a:solidFill>
                <a:latin typeface="+mj-lt"/>
              </a:rPr>
              <a:t>)</a:t>
            </a:r>
            <a:endParaRPr lang="en-US" altLang="zh-CN" dirty="0">
              <a:solidFill>
                <a:srgbClr val="333333"/>
              </a:solidFill>
              <a:latin typeface="+mj-lt"/>
            </a:endParaRPr>
          </a:p>
        </p:txBody>
      </p:sp>
      <p:sp>
        <p:nvSpPr>
          <p:cNvPr id="5" name="内容占位符 4"/>
          <p:cNvSpPr txBox="1"/>
          <p:nvPr/>
        </p:nvSpPr>
        <p:spPr>
          <a:xfrm>
            <a:off x="838200" y="928355"/>
            <a:ext cx="10515600" cy="949606"/>
          </a:xfrm>
          <a:prstGeom prst="rect">
            <a:avLst/>
          </a:prstGeom>
          <a:noFill/>
          <a:ln>
            <a:noFill/>
          </a:ln>
          <a:effectLst/>
        </p:spPr>
        <p:txBody>
          <a:bodyPr vert="horz" lIns="91440" tIns="45720" rIns="91440" bIns="45720" rtlCol="0">
            <a:norm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457200" lvl="1" indent="-457200">
              <a:lnSpc>
                <a:spcPct val="150000"/>
              </a:lnSpc>
              <a:spcBef>
                <a:spcPts val="0"/>
              </a:spcBef>
              <a:buClr>
                <a:srgbClr val="0070C0"/>
              </a:buClr>
              <a:buFont typeface="+mj-lt"/>
              <a:buAutoNum type="arabicPeriod" startAt="2"/>
              <a:defRPr/>
            </a:pPr>
            <a:r>
              <a:rPr lang="en-US" altLang="zh-CN" b="1" dirty="0">
                <a:solidFill>
                  <a:srgbClr val="0070C0"/>
                </a:solidFill>
                <a:latin typeface="微软雅黑" panose="020B0503020204020204" pitchFamily="34" charset="-122"/>
                <a:ea typeface="微软雅黑" panose="020B0503020204020204" pitchFamily="34" charset="-122"/>
              </a:rPr>
              <a:t>os </a:t>
            </a:r>
            <a:r>
              <a:rPr lang="zh-CN" altLang="en-US" b="1" dirty="0">
                <a:solidFill>
                  <a:srgbClr val="0070C0"/>
                </a:solidFill>
                <a:latin typeface="微软雅黑" panose="020B0503020204020204" pitchFamily="34" charset="-122"/>
                <a:ea typeface="微软雅黑" panose="020B0503020204020204" pitchFamily="34" charset="-122"/>
              </a:rPr>
              <a:t>库常用操作示例</a:t>
            </a:r>
            <a:endParaRPr lang="en-US" altLang="zh-CN" sz="2000" dirty="0">
              <a:solidFill>
                <a:sysClr val="windowText" lastClr="00000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7.5 </a:t>
            </a:r>
            <a:r>
              <a:rPr lang="zh-CN" altLang="en-US" dirty="0"/>
              <a:t>从多文件中提取股票数据汇总</a:t>
            </a:r>
            <a:endParaRPr lang="zh-CN" altLang="en-US" dirty="0"/>
          </a:p>
        </p:txBody>
      </p:sp>
      <p:sp>
        <p:nvSpPr>
          <p:cNvPr id="7" name="内容占位符 6"/>
          <p:cNvSpPr>
            <a:spLocks noGrp="1"/>
          </p:cNvSpPr>
          <p:nvPr>
            <p:ph sz="quarter" idx="15"/>
          </p:nvPr>
        </p:nvSpPr>
        <p:spPr/>
        <p:txBody>
          <a:bodyPr>
            <a:normAutofit/>
          </a:bodyPr>
          <a:lstStyle/>
          <a:p>
            <a:pPr>
              <a:lnSpc>
                <a:spcPct val="125000"/>
              </a:lnSpc>
              <a:spcBef>
                <a:spcPts val="500"/>
              </a:spcBef>
            </a:pPr>
            <a:r>
              <a:rPr lang="zh-CN" altLang="en-US" sz="2800" b="1" dirty="0">
                <a:solidFill>
                  <a:srgbClr val="0070C0"/>
                </a:solidFill>
                <a:latin typeface="+mj-lt"/>
              </a:rPr>
              <a:t>实例说明：</a:t>
            </a:r>
            <a:endParaRPr lang="en-US" altLang="zh-CN" sz="2800" b="1" dirty="0">
              <a:solidFill>
                <a:srgbClr val="0070C0"/>
              </a:solidFill>
              <a:latin typeface="+mj-lt"/>
            </a:endParaRPr>
          </a:p>
          <a:p>
            <a:pPr marL="342900" indent="-342900">
              <a:lnSpc>
                <a:spcPct val="125000"/>
              </a:lnSpc>
              <a:spcBef>
                <a:spcPts val="500"/>
              </a:spcBef>
              <a:buFont typeface="Arial" panose="020B0604020202090204" pitchFamily="34" charset="0"/>
              <a:buChar char="•"/>
            </a:pPr>
            <a:r>
              <a:rPr lang="zh-CN" altLang="en-US" dirty="0">
                <a:latin typeface="+mj-lt"/>
              </a:rPr>
              <a:t>在当前路径下的“</a:t>
            </a:r>
            <a:r>
              <a:rPr lang="en-US" altLang="zh-CN" dirty="0">
                <a:latin typeface="+mj-lt"/>
              </a:rPr>
              <a:t>./stock/”</a:t>
            </a:r>
            <a:r>
              <a:rPr lang="zh-CN" altLang="en-US" dirty="0">
                <a:latin typeface="+mj-lt"/>
              </a:rPr>
              <a:t>文件夹中存放数量众多的名为类似“</a:t>
            </a:r>
            <a:r>
              <a:rPr lang="en-US" altLang="zh-CN" dirty="0">
                <a:latin typeface="+mj-lt"/>
              </a:rPr>
              <a:t>600000.csv”</a:t>
            </a:r>
            <a:r>
              <a:rPr lang="zh-CN" altLang="en-US" dirty="0">
                <a:latin typeface="+mj-lt"/>
              </a:rPr>
              <a:t>的股票数据文件，每个文件中记录一只股票从 </a:t>
            </a:r>
            <a:r>
              <a:rPr lang="en-US" altLang="zh-CN" dirty="0">
                <a:latin typeface="+mj-lt"/>
              </a:rPr>
              <a:t>2010</a:t>
            </a:r>
            <a:r>
              <a:rPr lang="zh-CN" altLang="en-US" dirty="0">
                <a:latin typeface="+mj-lt"/>
              </a:rPr>
              <a:t>年</a:t>
            </a:r>
            <a:r>
              <a:rPr lang="en-US" altLang="zh-CN" dirty="0">
                <a:latin typeface="+mj-lt"/>
              </a:rPr>
              <a:t>-2020 </a:t>
            </a:r>
            <a:r>
              <a:rPr lang="zh-CN" altLang="en-US" dirty="0">
                <a:latin typeface="+mj-lt"/>
              </a:rPr>
              <a:t>年各交易日股票交易数据。</a:t>
            </a:r>
            <a:endParaRPr lang="en-US" altLang="zh-CN" dirty="0">
              <a:latin typeface="+mj-lt"/>
            </a:endParaRPr>
          </a:p>
          <a:p>
            <a:pPr marL="342900" indent="-342900">
              <a:lnSpc>
                <a:spcPct val="125000"/>
              </a:lnSpc>
              <a:spcBef>
                <a:spcPts val="500"/>
              </a:spcBef>
              <a:buFont typeface="Arial" panose="020B0604020202090204" pitchFamily="34" charset="0"/>
              <a:buChar char="•"/>
            </a:pPr>
            <a:r>
              <a:rPr lang="zh-CN" altLang="en-US" dirty="0">
                <a:latin typeface="+mj-lt"/>
              </a:rPr>
              <a:t>请将每个文件中 “</a:t>
            </a:r>
            <a:r>
              <a:rPr lang="en-US" altLang="zh-CN" dirty="0">
                <a:latin typeface="+mj-lt"/>
              </a:rPr>
              <a:t>2020-10-27” </a:t>
            </a:r>
            <a:r>
              <a:rPr lang="zh-CN" altLang="en-US" dirty="0">
                <a:latin typeface="+mj-lt"/>
              </a:rPr>
              <a:t>的股票交易</a:t>
            </a:r>
            <a:r>
              <a:rPr lang="zh-CN" altLang="en-US" b="1" dirty="0">
                <a:solidFill>
                  <a:schemeClr val="accent2"/>
                </a:solidFill>
                <a:latin typeface="+mj-lt"/>
              </a:rPr>
              <a:t>数据提取</a:t>
            </a:r>
            <a:r>
              <a:rPr lang="zh-CN" altLang="en-US" dirty="0">
                <a:latin typeface="+mj-lt"/>
              </a:rPr>
              <a:t>出来，</a:t>
            </a:r>
            <a:r>
              <a:rPr lang="zh-CN" altLang="en-US" b="1" dirty="0">
                <a:solidFill>
                  <a:schemeClr val="accent2"/>
                </a:solidFill>
                <a:latin typeface="+mj-lt"/>
              </a:rPr>
              <a:t>逐行写入</a:t>
            </a:r>
            <a:r>
              <a:rPr lang="zh-CN" altLang="en-US" dirty="0">
                <a:latin typeface="+mj-lt"/>
              </a:rPr>
              <a:t>到一个文件中。</a:t>
            </a:r>
            <a:endParaRPr lang="zh-CN" altLang="en-US" dirty="0">
              <a:latin typeface="+mj-lt"/>
            </a:endParaRPr>
          </a:p>
        </p:txBody>
      </p:sp>
      <p:sp>
        <p:nvSpPr>
          <p:cNvPr id="6" name="内容占位符 5"/>
          <p:cNvSpPr>
            <a:spLocks noGrp="1"/>
          </p:cNvSpPr>
          <p:nvPr>
            <p:ph sz="quarter" idx="13"/>
          </p:nvPr>
        </p:nvSpPr>
        <p:spPr/>
        <p:txBody>
          <a:bodyPr/>
          <a:lstStyle/>
          <a:p>
            <a:r>
              <a:rPr lang="zh-CN" altLang="en-US" dirty="0"/>
              <a:t>实例</a:t>
            </a:r>
            <a:endParaRPr lang="zh-CN" altLang="en-US"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7.5 </a:t>
            </a:r>
            <a:r>
              <a:rPr lang="zh-CN" altLang="en-US" dirty="0"/>
              <a:t>从多文件中提取股票数据汇总</a:t>
            </a:r>
            <a:endParaRPr lang="zh-CN" altLang="en-US" dirty="0"/>
          </a:p>
        </p:txBody>
      </p:sp>
      <p:sp>
        <p:nvSpPr>
          <p:cNvPr id="6" name="内容占位符 5"/>
          <p:cNvSpPr>
            <a:spLocks noGrp="1"/>
          </p:cNvSpPr>
          <p:nvPr>
            <p:ph sz="quarter" idx="13"/>
          </p:nvPr>
        </p:nvSpPr>
        <p:spPr>
          <a:xfrm>
            <a:off x="688258" y="1327354"/>
            <a:ext cx="10815484" cy="4514135"/>
          </a:xfrm>
          <a:prstGeom prst="roundRect">
            <a:avLst>
              <a:gd name="adj" fmla="val 10525"/>
            </a:avLst>
          </a:prstGeom>
        </p:spPr>
        <p:txBody>
          <a:bodyPr>
            <a:noAutofit/>
          </a:bodyPr>
          <a:lstStyle/>
          <a:p>
            <a:r>
              <a:rPr lang="en-US" altLang="zh-CN" dirty="0">
                <a:solidFill>
                  <a:srgbClr val="4B69C6"/>
                </a:solidFill>
                <a:latin typeface="+mj-lt"/>
              </a:rPr>
              <a:t>import</a:t>
            </a:r>
            <a:r>
              <a:rPr lang="en-US" altLang="zh-CN" dirty="0">
                <a:solidFill>
                  <a:srgbClr val="333333"/>
                </a:solidFill>
                <a:latin typeface="+mj-lt"/>
              </a:rPr>
              <a:t> </a:t>
            </a:r>
            <a:r>
              <a:rPr lang="en-US" altLang="zh-CN" b="1" dirty="0">
                <a:solidFill>
                  <a:srgbClr val="7A3E9D"/>
                </a:solidFill>
                <a:latin typeface="+mj-lt"/>
              </a:rPr>
              <a:t>os</a:t>
            </a:r>
            <a:endParaRPr lang="en-US" altLang="zh-CN" dirty="0">
              <a:solidFill>
                <a:srgbClr val="333333"/>
              </a:solidFill>
              <a:latin typeface="+mj-lt"/>
            </a:endParaRPr>
          </a:p>
          <a:p>
            <a:br>
              <a:rPr lang="en-US" altLang="zh-CN" dirty="0">
                <a:solidFill>
                  <a:srgbClr val="333333"/>
                </a:solidFill>
                <a:latin typeface="+mj-lt"/>
              </a:rPr>
            </a:br>
            <a:br>
              <a:rPr lang="en-US" altLang="zh-CN" dirty="0">
                <a:solidFill>
                  <a:srgbClr val="333333"/>
                </a:solidFill>
                <a:latin typeface="+mj-lt"/>
              </a:rPr>
            </a:br>
            <a:r>
              <a:rPr lang="en-US" altLang="zh-CN" dirty="0">
                <a:solidFill>
                  <a:srgbClr val="7A3E9D"/>
                </a:solidFill>
                <a:latin typeface="+mj-lt"/>
              </a:rPr>
              <a:t>def</a:t>
            </a:r>
            <a:r>
              <a:rPr lang="en-US" altLang="zh-CN" dirty="0">
                <a:solidFill>
                  <a:srgbClr val="333333"/>
                </a:solidFill>
                <a:latin typeface="+mj-lt"/>
              </a:rPr>
              <a:t> </a:t>
            </a:r>
            <a:r>
              <a:rPr lang="en-US" altLang="zh-CN" b="1" dirty="0" err="1">
                <a:solidFill>
                  <a:srgbClr val="AA3731"/>
                </a:solidFill>
                <a:latin typeface="+mj-lt"/>
              </a:rPr>
              <a:t>get_stock_data</a:t>
            </a:r>
            <a:r>
              <a:rPr lang="en-US" altLang="zh-CN" dirty="0">
                <a:solidFill>
                  <a:srgbClr val="777777"/>
                </a:solidFill>
                <a:latin typeface="+mj-lt"/>
              </a:rPr>
              <a:t>(</a:t>
            </a:r>
            <a:r>
              <a:rPr lang="en-US" altLang="zh-CN" dirty="0" err="1">
                <a:solidFill>
                  <a:srgbClr val="7A3E9D"/>
                </a:solidFill>
                <a:latin typeface="+mj-lt"/>
              </a:rPr>
              <a:t>file_path</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date</a:t>
            </a:r>
            <a:r>
              <a:rPr lang="en-US" altLang="zh-CN" dirty="0">
                <a:solidFill>
                  <a:srgbClr val="777777"/>
                </a:solidFill>
                <a:latin typeface="+mj-lt"/>
              </a:rPr>
              <a:t>):</a:t>
            </a:r>
            <a:endParaRPr lang="en-US" altLang="zh-CN" dirty="0">
              <a:solidFill>
                <a:srgbClr val="333333"/>
              </a:solidFill>
              <a:latin typeface="+mj-lt"/>
            </a:endParaRPr>
          </a:p>
          <a:p>
            <a:r>
              <a:rPr lang="en-US" altLang="zh-CN" dirty="0">
                <a:solidFill>
                  <a:srgbClr val="333333"/>
                </a:solidFill>
                <a:latin typeface="+mj-lt"/>
              </a:rPr>
              <a:t>    </a:t>
            </a:r>
            <a:r>
              <a:rPr lang="en-US" altLang="zh-CN" dirty="0">
                <a:solidFill>
                  <a:srgbClr val="777777"/>
                </a:solidFill>
                <a:latin typeface="+mj-lt"/>
              </a:rPr>
              <a:t>"""</a:t>
            </a:r>
            <a:r>
              <a:rPr lang="zh-CN" altLang="en-US" dirty="0">
                <a:solidFill>
                  <a:srgbClr val="448C27"/>
                </a:solidFill>
                <a:latin typeface="+mj-lt"/>
              </a:rPr>
              <a:t>从文件中提取指定日期的股票交易数据，返回字符串</a:t>
            </a:r>
            <a:r>
              <a:rPr lang="en-US" altLang="zh-CN" dirty="0">
                <a:solidFill>
                  <a:srgbClr val="777777"/>
                </a:solidFill>
                <a:latin typeface="+mj-lt"/>
              </a:rPr>
              <a:t>"""</a:t>
            </a:r>
            <a:endParaRPr lang="zh-CN" altLang="en-US" dirty="0">
              <a:solidFill>
                <a:srgbClr val="333333"/>
              </a:solidFill>
              <a:latin typeface="+mj-lt"/>
            </a:endParaRPr>
          </a:p>
          <a:p>
            <a:r>
              <a:rPr lang="zh-CN" altLang="en-US" dirty="0">
                <a:solidFill>
                  <a:srgbClr val="333333"/>
                </a:solidFill>
                <a:latin typeface="+mj-lt"/>
              </a:rPr>
              <a:t>    </a:t>
            </a:r>
            <a:r>
              <a:rPr lang="en-US" altLang="zh-CN" dirty="0">
                <a:solidFill>
                  <a:srgbClr val="4B69C6"/>
                </a:solidFill>
                <a:latin typeface="+mj-lt"/>
              </a:rPr>
              <a:t>with</a:t>
            </a:r>
            <a:r>
              <a:rPr lang="en-US" altLang="zh-CN" dirty="0">
                <a:solidFill>
                  <a:srgbClr val="333333"/>
                </a:solidFill>
                <a:latin typeface="+mj-lt"/>
              </a:rPr>
              <a:t> </a:t>
            </a:r>
            <a:r>
              <a:rPr lang="en-US" altLang="zh-CN" b="1" dirty="0">
                <a:solidFill>
                  <a:srgbClr val="AA3731"/>
                </a:solidFill>
                <a:latin typeface="+mj-lt"/>
              </a:rPr>
              <a:t>open</a:t>
            </a:r>
            <a:r>
              <a:rPr lang="en-US" altLang="zh-CN" dirty="0">
                <a:solidFill>
                  <a:srgbClr val="777777"/>
                </a:solidFill>
                <a:latin typeface="+mj-lt"/>
              </a:rPr>
              <a:t>(</a:t>
            </a:r>
            <a:r>
              <a:rPr lang="en-US" altLang="zh-CN" dirty="0" err="1">
                <a:solidFill>
                  <a:srgbClr val="7A3E9D"/>
                </a:solidFill>
                <a:latin typeface="+mj-lt"/>
              </a:rPr>
              <a:t>file_path</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448C27"/>
                </a:solidFill>
                <a:latin typeface="+mj-lt"/>
              </a:rPr>
              <a:t>r</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encoding</a:t>
            </a:r>
            <a:r>
              <a:rPr lang="en-US" altLang="zh-CN" dirty="0">
                <a:solidFill>
                  <a:srgbClr val="777777"/>
                </a:solidFill>
                <a:latin typeface="+mj-lt"/>
              </a:rPr>
              <a:t>='</a:t>
            </a:r>
            <a:r>
              <a:rPr lang="en-US" altLang="zh-CN" dirty="0">
                <a:solidFill>
                  <a:srgbClr val="448C27"/>
                </a:solidFill>
                <a:latin typeface="+mj-lt"/>
              </a:rPr>
              <a:t>utf-8</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4B69C6"/>
                </a:solidFill>
                <a:latin typeface="+mj-lt"/>
              </a:rPr>
              <a:t>as</a:t>
            </a:r>
            <a:r>
              <a:rPr lang="en-US" altLang="zh-CN" dirty="0">
                <a:solidFill>
                  <a:srgbClr val="333333"/>
                </a:solidFill>
                <a:latin typeface="+mj-lt"/>
              </a:rPr>
              <a:t> </a:t>
            </a:r>
            <a:r>
              <a:rPr lang="en-US" altLang="zh-CN" dirty="0">
                <a:solidFill>
                  <a:srgbClr val="7A3E9D"/>
                </a:solidFill>
                <a:latin typeface="+mj-lt"/>
              </a:rPr>
              <a:t>file</a:t>
            </a:r>
            <a:r>
              <a:rPr lang="en-US" altLang="zh-CN" dirty="0">
                <a:solidFill>
                  <a:srgbClr val="777777"/>
                </a:solidFill>
                <a:latin typeface="+mj-lt"/>
              </a:rPr>
              <a:t>:</a:t>
            </a:r>
            <a:endParaRPr lang="en-US" altLang="zh-CN" dirty="0">
              <a:solidFill>
                <a:srgbClr val="333333"/>
              </a:solidFill>
              <a:latin typeface="+mj-lt"/>
            </a:endParaRPr>
          </a:p>
          <a:p>
            <a:r>
              <a:rPr lang="en-US" altLang="zh-CN" dirty="0">
                <a:solidFill>
                  <a:srgbClr val="333333"/>
                </a:solidFill>
                <a:latin typeface="+mj-lt"/>
              </a:rPr>
              <a:t>        </a:t>
            </a:r>
            <a:r>
              <a:rPr lang="en-US" altLang="zh-CN" dirty="0">
                <a:solidFill>
                  <a:srgbClr val="4B69C6"/>
                </a:solidFill>
                <a:latin typeface="+mj-lt"/>
              </a:rPr>
              <a:t>for</a:t>
            </a:r>
            <a:r>
              <a:rPr lang="en-US" altLang="zh-CN" dirty="0">
                <a:solidFill>
                  <a:srgbClr val="333333"/>
                </a:solidFill>
                <a:latin typeface="+mj-lt"/>
              </a:rPr>
              <a:t> </a:t>
            </a:r>
            <a:r>
              <a:rPr lang="en-US" altLang="zh-CN" dirty="0">
                <a:solidFill>
                  <a:srgbClr val="7A3E9D"/>
                </a:solidFill>
                <a:latin typeface="+mj-lt"/>
              </a:rPr>
              <a:t>row</a:t>
            </a:r>
            <a:r>
              <a:rPr lang="en-US" altLang="zh-CN" dirty="0">
                <a:solidFill>
                  <a:srgbClr val="333333"/>
                </a:solidFill>
                <a:latin typeface="+mj-lt"/>
              </a:rPr>
              <a:t> </a:t>
            </a:r>
            <a:r>
              <a:rPr lang="en-US" altLang="zh-CN" b="1" dirty="0">
                <a:solidFill>
                  <a:srgbClr val="AA3731"/>
                </a:solidFill>
                <a:latin typeface="+mj-lt"/>
              </a:rPr>
              <a:t>in</a:t>
            </a:r>
            <a:r>
              <a:rPr lang="en-US" altLang="zh-CN" dirty="0">
                <a:solidFill>
                  <a:srgbClr val="333333"/>
                </a:solidFill>
                <a:latin typeface="+mj-lt"/>
              </a:rPr>
              <a:t> </a:t>
            </a:r>
            <a:r>
              <a:rPr lang="en-US" altLang="zh-CN" dirty="0">
                <a:solidFill>
                  <a:srgbClr val="7A3E9D"/>
                </a:solidFill>
                <a:latin typeface="+mj-lt"/>
              </a:rPr>
              <a:t>file</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遍历文件的每一行</a:t>
            </a:r>
            <a:endParaRPr lang="zh-CN" altLang="en-US" dirty="0">
              <a:solidFill>
                <a:srgbClr val="333333"/>
              </a:solidFill>
              <a:latin typeface="+mj-lt"/>
            </a:endParaRPr>
          </a:p>
          <a:p>
            <a:r>
              <a:rPr lang="zh-CN" altLang="en-US" dirty="0">
                <a:solidFill>
                  <a:srgbClr val="333333"/>
                </a:solidFill>
                <a:latin typeface="+mj-lt"/>
              </a:rPr>
              <a:t>            </a:t>
            </a:r>
            <a:r>
              <a:rPr lang="en-US" altLang="zh-CN" dirty="0">
                <a:solidFill>
                  <a:srgbClr val="4B69C6"/>
                </a:solidFill>
                <a:latin typeface="+mj-lt"/>
              </a:rPr>
              <a:t>if</a:t>
            </a:r>
            <a:r>
              <a:rPr lang="en-US" altLang="zh-CN" dirty="0">
                <a:solidFill>
                  <a:srgbClr val="333333"/>
                </a:solidFill>
                <a:latin typeface="+mj-lt"/>
              </a:rPr>
              <a:t> </a:t>
            </a:r>
            <a:r>
              <a:rPr lang="en-US" altLang="zh-CN" dirty="0" err="1">
                <a:solidFill>
                  <a:srgbClr val="7A3E9D"/>
                </a:solidFill>
                <a:latin typeface="+mj-lt"/>
              </a:rPr>
              <a:t>row</a:t>
            </a:r>
            <a:r>
              <a:rPr lang="en-US" altLang="zh-CN" dirty="0" err="1">
                <a:solidFill>
                  <a:srgbClr val="777777"/>
                </a:solidFill>
                <a:latin typeface="+mj-lt"/>
              </a:rPr>
              <a:t>.</a:t>
            </a:r>
            <a:r>
              <a:rPr lang="en-US" altLang="zh-CN" b="1" dirty="0" err="1">
                <a:solidFill>
                  <a:srgbClr val="AA3731"/>
                </a:solidFill>
                <a:latin typeface="+mj-lt"/>
              </a:rPr>
              <a:t>split</a:t>
            </a:r>
            <a:r>
              <a:rPr lang="en-US" altLang="zh-CN" dirty="0">
                <a:solidFill>
                  <a:srgbClr val="777777"/>
                </a:solidFill>
                <a:latin typeface="+mj-lt"/>
              </a:rPr>
              <a:t>('</a:t>
            </a:r>
            <a:r>
              <a:rPr lang="en-US" altLang="zh-CN" dirty="0">
                <a:solidFill>
                  <a:srgbClr val="448C27"/>
                </a:solidFill>
                <a:latin typeface="+mj-lt"/>
              </a:rPr>
              <a:t>,</a:t>
            </a:r>
            <a:r>
              <a:rPr lang="en-US" altLang="zh-CN" dirty="0">
                <a:solidFill>
                  <a:srgbClr val="777777"/>
                </a:solidFill>
                <a:latin typeface="+mj-lt"/>
              </a:rPr>
              <a:t>')[</a:t>
            </a:r>
            <a:r>
              <a:rPr lang="en-US" altLang="zh-CN" dirty="0">
                <a:solidFill>
                  <a:srgbClr val="9C5D27"/>
                </a:solidFill>
                <a:latin typeface="+mj-lt"/>
              </a:rPr>
              <a:t>0</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date</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如果日期匹配</a:t>
            </a:r>
            <a:endParaRPr lang="zh-CN" altLang="en-US" dirty="0">
              <a:solidFill>
                <a:srgbClr val="333333"/>
              </a:solidFill>
              <a:latin typeface="+mj-lt"/>
            </a:endParaRPr>
          </a:p>
          <a:p>
            <a:r>
              <a:rPr lang="zh-CN" altLang="en-US" dirty="0">
                <a:solidFill>
                  <a:srgbClr val="333333"/>
                </a:solidFill>
                <a:latin typeface="+mj-lt"/>
              </a:rPr>
              <a:t>                </a:t>
            </a:r>
            <a:r>
              <a:rPr lang="en-US" altLang="zh-CN" dirty="0">
                <a:solidFill>
                  <a:srgbClr val="4B69C6"/>
                </a:solidFill>
                <a:latin typeface="+mj-lt"/>
              </a:rPr>
              <a:t>return</a:t>
            </a:r>
            <a:r>
              <a:rPr lang="en-US" altLang="zh-CN" dirty="0">
                <a:solidFill>
                  <a:srgbClr val="333333"/>
                </a:solidFill>
                <a:latin typeface="+mj-lt"/>
              </a:rPr>
              <a:t> </a:t>
            </a:r>
            <a:r>
              <a:rPr lang="en-US" altLang="zh-CN" dirty="0">
                <a:solidFill>
                  <a:srgbClr val="7A3E9D"/>
                </a:solidFill>
                <a:latin typeface="+mj-lt"/>
              </a:rPr>
              <a:t>row</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以字符串类型返回该行数据</a:t>
            </a:r>
            <a:endParaRPr lang="zh-CN" altLang="en-US" dirty="0">
              <a:solidFill>
                <a:srgbClr val="333333"/>
              </a:solidFill>
              <a:latin typeface="+mj-lt"/>
            </a:endParaRPr>
          </a:p>
          <a:p>
            <a:r>
              <a:rPr lang="zh-CN" altLang="en-US" dirty="0">
                <a:solidFill>
                  <a:srgbClr val="333333"/>
                </a:solidFill>
                <a:latin typeface="+mj-lt"/>
              </a:rPr>
              <a:t>    </a:t>
            </a:r>
            <a:r>
              <a:rPr lang="en-US" altLang="zh-CN" dirty="0">
                <a:solidFill>
                  <a:srgbClr val="4B69C6"/>
                </a:solidFill>
                <a:latin typeface="+mj-lt"/>
              </a:rPr>
              <a:t>return</a:t>
            </a:r>
            <a:r>
              <a:rPr lang="en-US" altLang="zh-CN" dirty="0">
                <a:solidFill>
                  <a:srgbClr val="333333"/>
                </a:solidFill>
                <a:latin typeface="+mj-lt"/>
              </a:rPr>
              <a:t> </a:t>
            </a:r>
            <a:r>
              <a:rPr lang="en-US" altLang="zh-CN" dirty="0">
                <a:solidFill>
                  <a:srgbClr val="9C5D27"/>
                </a:solidFill>
                <a:latin typeface="+mj-lt"/>
              </a:rPr>
              <a:t>None</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如果没有找到指定日期的数据，返回 </a:t>
            </a:r>
            <a:r>
              <a:rPr lang="en-US" altLang="zh-CN" dirty="0">
                <a:solidFill>
                  <a:srgbClr val="AAAAAA"/>
                </a:solidFill>
                <a:latin typeface="+mj-lt"/>
              </a:rPr>
              <a:t>None</a:t>
            </a:r>
            <a:endParaRPr lang="en-US" altLang="zh-CN" dirty="0">
              <a:solidFill>
                <a:srgbClr val="333333"/>
              </a:solidFill>
              <a:latin typeface="+mj-lt"/>
            </a:endParaRPr>
          </a:p>
        </p:txBody>
      </p:sp>
      <p:sp>
        <p:nvSpPr>
          <p:cNvPr id="7" name="内容占位符 6"/>
          <p:cNvSpPr>
            <a:spLocks noGrp="1"/>
          </p:cNvSpPr>
          <p:nvPr>
            <p:ph sz="quarter" idx="14"/>
          </p:nvPr>
        </p:nvSpPr>
        <p:spPr/>
        <p:txBody>
          <a:bodyPr/>
          <a:lstStyle/>
          <a:p>
            <a:r>
              <a:rPr lang="zh-CN" altLang="en-US" dirty="0"/>
              <a:t>实例 </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animEffect transition="in" filter="fade">
                                      <p:cBhvr>
                                        <p:cTn id="7" dur="250"/>
                                        <p:tgtEl>
                                          <p:spTgt spid="6">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xEl>
                                              <p:pRg st="0" end="0"/>
                                            </p:txEl>
                                          </p:spTgt>
                                        </p:tgtEl>
                                        <p:attrNameLst>
                                          <p:attrName>style.visibility</p:attrName>
                                        </p:attrNameLst>
                                      </p:cBhvr>
                                      <p:to>
                                        <p:strVal val="visible"/>
                                      </p:to>
                                    </p:set>
                                    <p:animEffect transition="in" filter="fade">
                                      <p:cBhvr>
                                        <p:cTn id="10" dur="250"/>
                                        <p:tgtEl>
                                          <p:spTgt spid="6">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Effect transition="in" filter="fade">
                                      <p:cBhvr>
                                        <p:cTn id="13" dur="250"/>
                                        <p:tgtEl>
                                          <p:spTgt spid="6">
                                            <p:txEl>
                                              <p:pRg st="1" end="1"/>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xEl>
                                              <p:pRg st="2" end="2"/>
                                            </p:txEl>
                                          </p:spTgt>
                                        </p:tgtEl>
                                        <p:attrNameLst>
                                          <p:attrName>style.visibility</p:attrName>
                                        </p:attrNameLst>
                                      </p:cBhvr>
                                      <p:to>
                                        <p:strVal val="visible"/>
                                      </p:to>
                                    </p:set>
                                    <p:animEffect transition="in" filter="fade">
                                      <p:cBhvr>
                                        <p:cTn id="16" dur="250"/>
                                        <p:tgtEl>
                                          <p:spTgt spid="6">
                                            <p:txEl>
                                              <p:pRg st="2" end="2"/>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fade">
                                      <p:cBhvr>
                                        <p:cTn id="19" dur="250"/>
                                        <p:tgtEl>
                                          <p:spTgt spid="6">
                                            <p:txEl>
                                              <p:pRg st="3" end="3"/>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6">
                                            <p:txEl>
                                              <p:pRg st="4" end="4"/>
                                            </p:txEl>
                                          </p:spTgt>
                                        </p:tgtEl>
                                        <p:attrNameLst>
                                          <p:attrName>style.visibility</p:attrName>
                                        </p:attrNameLst>
                                      </p:cBhvr>
                                      <p:to>
                                        <p:strVal val="visible"/>
                                      </p:to>
                                    </p:set>
                                    <p:animEffect transition="in" filter="fade">
                                      <p:cBhvr>
                                        <p:cTn id="22" dur="250"/>
                                        <p:tgtEl>
                                          <p:spTgt spid="6">
                                            <p:txEl>
                                              <p:pRg st="4" end="4"/>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6">
                                            <p:txEl>
                                              <p:pRg st="5" end="5"/>
                                            </p:txEl>
                                          </p:spTgt>
                                        </p:tgtEl>
                                        <p:attrNameLst>
                                          <p:attrName>style.visibility</p:attrName>
                                        </p:attrNameLst>
                                      </p:cBhvr>
                                      <p:to>
                                        <p:strVal val="visible"/>
                                      </p:to>
                                    </p:set>
                                    <p:animEffect transition="in" filter="fade">
                                      <p:cBhvr>
                                        <p:cTn id="25" dur="250"/>
                                        <p:tgtEl>
                                          <p:spTgt spid="6">
                                            <p:txEl>
                                              <p:pRg st="5" end="5"/>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6">
                                            <p:txEl>
                                              <p:pRg st="6" end="6"/>
                                            </p:txEl>
                                          </p:spTgt>
                                        </p:tgtEl>
                                        <p:attrNameLst>
                                          <p:attrName>style.visibility</p:attrName>
                                        </p:attrNameLst>
                                      </p:cBhvr>
                                      <p:to>
                                        <p:strVal val="visible"/>
                                      </p:to>
                                    </p:set>
                                    <p:animEffect transition="in" filter="fade">
                                      <p:cBhvr>
                                        <p:cTn id="28" dur="250"/>
                                        <p:tgtEl>
                                          <p:spTgt spid="6">
                                            <p:txEl>
                                              <p:pRg st="6" end="6"/>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6">
                                            <p:txEl>
                                              <p:pRg st="7" end="7"/>
                                            </p:txEl>
                                          </p:spTgt>
                                        </p:tgtEl>
                                        <p:attrNameLst>
                                          <p:attrName>style.visibility</p:attrName>
                                        </p:attrNameLst>
                                      </p:cBhvr>
                                      <p:to>
                                        <p:strVal val="visible"/>
                                      </p:to>
                                    </p:set>
                                    <p:animEffect transition="in" filter="fade">
                                      <p:cBhvr>
                                        <p:cTn id="31" dur="250"/>
                                        <p:tgtEl>
                                          <p:spTgt spid="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uiExpand="1" build="p"/>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7.5 </a:t>
            </a:r>
            <a:r>
              <a:rPr lang="zh-CN" altLang="en-US" dirty="0"/>
              <a:t>从多文件中提取股票数据汇总</a:t>
            </a:r>
            <a:endParaRPr lang="zh-CN" altLang="en-US" dirty="0"/>
          </a:p>
        </p:txBody>
      </p:sp>
      <p:sp>
        <p:nvSpPr>
          <p:cNvPr id="6" name="内容占位符 5"/>
          <p:cNvSpPr>
            <a:spLocks noGrp="1"/>
          </p:cNvSpPr>
          <p:nvPr>
            <p:ph sz="quarter" idx="13"/>
          </p:nvPr>
        </p:nvSpPr>
        <p:spPr>
          <a:xfrm>
            <a:off x="688258" y="1199534"/>
            <a:ext cx="10815484" cy="5202393"/>
          </a:xfrm>
          <a:prstGeom prst="roundRect">
            <a:avLst>
              <a:gd name="adj" fmla="val 10525"/>
            </a:avLst>
          </a:prstGeom>
        </p:spPr>
        <p:txBody>
          <a:bodyPr>
            <a:noAutofit/>
          </a:bodyPr>
          <a:lstStyle/>
          <a:p>
            <a:r>
              <a:rPr lang="en-US" altLang="zh-CN" dirty="0">
                <a:solidFill>
                  <a:srgbClr val="7A3E9D"/>
                </a:solidFill>
                <a:latin typeface="+mj-lt"/>
              </a:rPr>
              <a:t>def</a:t>
            </a:r>
            <a:r>
              <a:rPr lang="en-US" altLang="zh-CN" dirty="0">
                <a:solidFill>
                  <a:srgbClr val="333333"/>
                </a:solidFill>
                <a:latin typeface="+mj-lt"/>
              </a:rPr>
              <a:t> </a:t>
            </a:r>
            <a:r>
              <a:rPr lang="en-US" altLang="zh-CN" b="1" dirty="0" err="1">
                <a:solidFill>
                  <a:srgbClr val="AA3731"/>
                </a:solidFill>
                <a:latin typeface="+mj-lt"/>
              </a:rPr>
              <a:t>extract_stock_data</a:t>
            </a:r>
            <a:r>
              <a:rPr lang="en-US" altLang="zh-CN" dirty="0">
                <a:solidFill>
                  <a:srgbClr val="777777"/>
                </a:solidFill>
                <a:latin typeface="+mj-lt"/>
              </a:rPr>
              <a:t>(</a:t>
            </a:r>
            <a:r>
              <a:rPr lang="en-US" altLang="zh-CN" dirty="0" err="1">
                <a:solidFill>
                  <a:srgbClr val="7A3E9D"/>
                </a:solidFill>
                <a:latin typeface="+mj-lt"/>
              </a:rPr>
              <a:t>stock_folder</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date</a:t>
            </a:r>
            <a:r>
              <a:rPr lang="en-US" altLang="zh-CN" dirty="0">
                <a:solidFill>
                  <a:srgbClr val="777777"/>
                </a:solidFill>
                <a:latin typeface="+mj-lt"/>
              </a:rPr>
              <a:t>):</a:t>
            </a:r>
            <a:endParaRPr lang="en-US" altLang="zh-CN" dirty="0">
              <a:solidFill>
                <a:srgbClr val="333333"/>
              </a:solidFill>
              <a:latin typeface="+mj-lt"/>
            </a:endParaRPr>
          </a:p>
          <a:p>
            <a:r>
              <a:rPr lang="en-US" altLang="zh-CN" dirty="0">
                <a:solidFill>
                  <a:srgbClr val="333333"/>
                </a:solidFill>
                <a:latin typeface="+mj-lt"/>
              </a:rPr>
              <a:t>    </a:t>
            </a:r>
            <a:r>
              <a:rPr lang="en-US" altLang="zh-CN" dirty="0">
                <a:solidFill>
                  <a:srgbClr val="777777"/>
                </a:solidFill>
                <a:latin typeface="+mj-lt"/>
              </a:rPr>
              <a:t>"""</a:t>
            </a:r>
            <a:r>
              <a:rPr lang="zh-CN" altLang="en-US" dirty="0">
                <a:solidFill>
                  <a:srgbClr val="448C27"/>
                </a:solidFill>
                <a:latin typeface="+mj-lt"/>
              </a:rPr>
              <a:t>遍历股票文件并提取指定日期的股票交易数据</a:t>
            </a:r>
            <a:r>
              <a:rPr lang="en-US" altLang="zh-CN" dirty="0">
                <a:solidFill>
                  <a:srgbClr val="777777"/>
                </a:solidFill>
                <a:latin typeface="+mj-lt"/>
              </a:rPr>
              <a:t>"""</a:t>
            </a:r>
            <a:endParaRPr lang="zh-CN" altLang="en-US" dirty="0">
              <a:solidFill>
                <a:srgbClr val="333333"/>
              </a:solidFill>
              <a:latin typeface="+mj-lt"/>
            </a:endParaRPr>
          </a:p>
          <a:p>
            <a:r>
              <a:rPr lang="zh-CN" altLang="en-US" dirty="0">
                <a:solidFill>
                  <a:srgbClr val="333333"/>
                </a:solidFill>
                <a:latin typeface="+mj-lt"/>
              </a:rPr>
              <a:t>    </a:t>
            </a:r>
            <a:r>
              <a:rPr lang="en-US" altLang="zh-CN" dirty="0" err="1">
                <a:solidFill>
                  <a:srgbClr val="7A3E9D"/>
                </a:solidFill>
                <a:latin typeface="+mj-lt"/>
              </a:rPr>
              <a:t>output_file</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448C27"/>
                </a:solidFill>
                <a:latin typeface="+mj-lt"/>
              </a:rPr>
              <a:t>2020-10-27_stock_data.csv</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输出文件名</a:t>
            </a:r>
            <a:endParaRPr lang="zh-CN" altLang="en-US" dirty="0">
              <a:solidFill>
                <a:srgbClr val="333333"/>
              </a:solidFill>
              <a:latin typeface="+mj-lt"/>
            </a:endParaRPr>
          </a:p>
          <a:p>
            <a:r>
              <a:rPr lang="zh-CN" altLang="en-US" dirty="0">
                <a:solidFill>
                  <a:srgbClr val="333333"/>
                </a:solidFill>
                <a:latin typeface="+mj-lt"/>
              </a:rPr>
              <a:t>    </a:t>
            </a:r>
            <a:r>
              <a:rPr lang="en-US" altLang="zh-CN" dirty="0">
                <a:solidFill>
                  <a:srgbClr val="4B69C6"/>
                </a:solidFill>
                <a:latin typeface="+mj-lt"/>
              </a:rPr>
              <a:t>with</a:t>
            </a:r>
            <a:r>
              <a:rPr lang="en-US" altLang="zh-CN" dirty="0">
                <a:solidFill>
                  <a:srgbClr val="333333"/>
                </a:solidFill>
                <a:latin typeface="+mj-lt"/>
              </a:rPr>
              <a:t> </a:t>
            </a:r>
            <a:r>
              <a:rPr lang="en-US" altLang="zh-CN" b="1" dirty="0">
                <a:solidFill>
                  <a:srgbClr val="AA3731"/>
                </a:solidFill>
                <a:latin typeface="+mj-lt"/>
              </a:rPr>
              <a:t>open</a:t>
            </a:r>
            <a:r>
              <a:rPr lang="en-US" altLang="zh-CN" dirty="0">
                <a:solidFill>
                  <a:srgbClr val="777777"/>
                </a:solidFill>
                <a:latin typeface="+mj-lt"/>
              </a:rPr>
              <a:t>(</a:t>
            </a:r>
            <a:r>
              <a:rPr lang="en-US" altLang="zh-CN" dirty="0" err="1">
                <a:solidFill>
                  <a:srgbClr val="7A3E9D"/>
                </a:solidFill>
                <a:latin typeface="+mj-lt"/>
              </a:rPr>
              <a:t>output_file</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448C27"/>
                </a:solidFill>
                <a:latin typeface="+mj-lt"/>
              </a:rPr>
              <a:t>w</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newline</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encoding</a:t>
            </a:r>
            <a:r>
              <a:rPr lang="en-US" altLang="zh-CN" dirty="0">
                <a:solidFill>
                  <a:srgbClr val="777777"/>
                </a:solidFill>
                <a:latin typeface="+mj-lt"/>
              </a:rPr>
              <a:t>='</a:t>
            </a:r>
            <a:r>
              <a:rPr lang="en-US" altLang="zh-CN" dirty="0">
                <a:solidFill>
                  <a:srgbClr val="448C27"/>
                </a:solidFill>
                <a:latin typeface="+mj-lt"/>
              </a:rPr>
              <a:t>utf-8</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4B69C6"/>
                </a:solidFill>
                <a:latin typeface="+mj-lt"/>
              </a:rPr>
              <a:t>as</a:t>
            </a:r>
            <a:r>
              <a:rPr lang="en-US" altLang="zh-CN" dirty="0">
                <a:solidFill>
                  <a:srgbClr val="333333"/>
                </a:solidFill>
                <a:latin typeface="+mj-lt"/>
              </a:rPr>
              <a:t> </a:t>
            </a:r>
            <a:r>
              <a:rPr lang="en-US" altLang="zh-CN" dirty="0" err="1">
                <a:solidFill>
                  <a:srgbClr val="7A3E9D"/>
                </a:solidFill>
                <a:latin typeface="+mj-lt"/>
              </a:rPr>
              <a:t>outfile</a:t>
            </a:r>
            <a:r>
              <a:rPr lang="en-US" altLang="zh-CN" dirty="0">
                <a:solidFill>
                  <a:srgbClr val="777777"/>
                </a:solidFill>
                <a:latin typeface="+mj-lt"/>
              </a:rPr>
              <a:t>:</a:t>
            </a:r>
            <a:endParaRPr lang="en-US" altLang="zh-CN" dirty="0">
              <a:solidFill>
                <a:srgbClr val="333333"/>
              </a:solidFill>
              <a:latin typeface="+mj-lt"/>
            </a:endParaRPr>
          </a:p>
          <a:p>
            <a:r>
              <a:rPr lang="en-US" altLang="zh-CN" dirty="0">
                <a:solidFill>
                  <a:srgbClr val="333333"/>
                </a:solidFill>
                <a:latin typeface="+mj-lt"/>
              </a:rPr>
              <a:t>        </a:t>
            </a:r>
            <a:r>
              <a:rPr lang="en-US" altLang="zh-CN" dirty="0">
                <a:solidFill>
                  <a:srgbClr val="4B69C6"/>
                </a:solidFill>
                <a:latin typeface="+mj-lt"/>
              </a:rPr>
              <a:t>for</a:t>
            </a:r>
            <a:r>
              <a:rPr lang="en-US" altLang="zh-CN" dirty="0">
                <a:solidFill>
                  <a:srgbClr val="333333"/>
                </a:solidFill>
                <a:latin typeface="+mj-lt"/>
              </a:rPr>
              <a:t> </a:t>
            </a:r>
            <a:r>
              <a:rPr lang="en-US" altLang="zh-CN" dirty="0">
                <a:solidFill>
                  <a:srgbClr val="7A3E9D"/>
                </a:solidFill>
                <a:latin typeface="+mj-lt"/>
              </a:rPr>
              <a:t>filename</a:t>
            </a:r>
            <a:r>
              <a:rPr lang="en-US" altLang="zh-CN" dirty="0">
                <a:solidFill>
                  <a:srgbClr val="333333"/>
                </a:solidFill>
                <a:latin typeface="+mj-lt"/>
              </a:rPr>
              <a:t> </a:t>
            </a:r>
            <a:r>
              <a:rPr lang="en-US" altLang="zh-CN" dirty="0">
                <a:solidFill>
                  <a:srgbClr val="4B69C6"/>
                </a:solidFill>
                <a:latin typeface="+mj-lt"/>
              </a:rPr>
              <a:t>in</a:t>
            </a:r>
            <a:r>
              <a:rPr lang="en-US" altLang="zh-CN" dirty="0">
                <a:solidFill>
                  <a:srgbClr val="333333"/>
                </a:solidFill>
                <a:latin typeface="+mj-lt"/>
              </a:rPr>
              <a:t> </a:t>
            </a:r>
            <a:r>
              <a:rPr lang="en-US" altLang="zh-CN" b="1" dirty="0" err="1">
                <a:solidFill>
                  <a:srgbClr val="7A3E9D"/>
                </a:solidFill>
                <a:latin typeface="+mj-lt"/>
              </a:rPr>
              <a:t>os</a:t>
            </a:r>
            <a:r>
              <a:rPr lang="en-US" altLang="zh-CN" dirty="0" err="1">
                <a:solidFill>
                  <a:srgbClr val="777777"/>
                </a:solidFill>
                <a:latin typeface="+mj-lt"/>
              </a:rPr>
              <a:t>.</a:t>
            </a:r>
            <a:r>
              <a:rPr lang="en-US" altLang="zh-CN" b="1" dirty="0" err="1">
                <a:solidFill>
                  <a:srgbClr val="AA3731"/>
                </a:solidFill>
                <a:latin typeface="+mj-lt"/>
              </a:rPr>
              <a:t>listdir</a:t>
            </a:r>
            <a:r>
              <a:rPr lang="en-US" altLang="zh-CN" dirty="0">
                <a:solidFill>
                  <a:srgbClr val="777777"/>
                </a:solidFill>
                <a:latin typeface="+mj-lt"/>
              </a:rPr>
              <a:t>(</a:t>
            </a:r>
            <a:r>
              <a:rPr lang="en-US" altLang="zh-CN" dirty="0" err="1">
                <a:solidFill>
                  <a:srgbClr val="7A3E9D"/>
                </a:solidFill>
                <a:latin typeface="+mj-lt"/>
              </a:rPr>
              <a:t>stock_folder</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遍历文件夹中的文件</a:t>
            </a:r>
            <a:endParaRPr lang="zh-CN" altLang="en-US" dirty="0">
              <a:solidFill>
                <a:srgbClr val="333333"/>
              </a:solidFill>
              <a:latin typeface="+mj-lt"/>
            </a:endParaRPr>
          </a:p>
          <a:p>
            <a:r>
              <a:rPr lang="zh-CN" altLang="en-US" dirty="0">
                <a:solidFill>
                  <a:srgbClr val="333333"/>
                </a:solidFill>
                <a:latin typeface="+mj-lt"/>
              </a:rPr>
              <a:t>            </a:t>
            </a:r>
            <a:r>
              <a:rPr lang="en-US" altLang="zh-CN" dirty="0">
                <a:solidFill>
                  <a:srgbClr val="4B69C6"/>
                </a:solidFill>
                <a:latin typeface="+mj-lt"/>
              </a:rPr>
              <a:t>if</a:t>
            </a:r>
            <a:r>
              <a:rPr lang="en-US" altLang="zh-CN" dirty="0">
                <a:solidFill>
                  <a:srgbClr val="333333"/>
                </a:solidFill>
                <a:latin typeface="+mj-lt"/>
              </a:rPr>
              <a:t> </a:t>
            </a:r>
            <a:r>
              <a:rPr lang="en-US" altLang="zh-CN" dirty="0" err="1">
                <a:solidFill>
                  <a:srgbClr val="7A3E9D"/>
                </a:solidFill>
                <a:latin typeface="+mj-lt"/>
              </a:rPr>
              <a:t>filename</a:t>
            </a:r>
            <a:r>
              <a:rPr lang="en-US" altLang="zh-CN" dirty="0" err="1">
                <a:solidFill>
                  <a:srgbClr val="777777"/>
                </a:solidFill>
                <a:latin typeface="+mj-lt"/>
              </a:rPr>
              <a:t>.</a:t>
            </a:r>
            <a:r>
              <a:rPr lang="en-US" altLang="zh-CN" dirty="0" err="1">
                <a:solidFill>
                  <a:srgbClr val="333333"/>
                </a:solidFill>
                <a:latin typeface="+mj-lt"/>
              </a:rPr>
              <a:t>endswith</a:t>
            </a:r>
            <a:r>
              <a:rPr lang="en-US" altLang="zh-CN" dirty="0">
                <a:solidFill>
                  <a:srgbClr val="777777"/>
                </a:solidFill>
                <a:latin typeface="+mj-lt"/>
              </a:rPr>
              <a:t>('</a:t>
            </a:r>
            <a:r>
              <a:rPr lang="en-US" altLang="zh-CN" dirty="0">
                <a:solidFill>
                  <a:srgbClr val="448C27"/>
                </a:solidFill>
                <a:latin typeface="+mj-lt"/>
              </a:rPr>
              <a:t>.csv</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如果是</a:t>
            </a:r>
            <a:r>
              <a:rPr lang="en-US" altLang="zh-CN" dirty="0">
                <a:solidFill>
                  <a:srgbClr val="AAAAAA"/>
                </a:solidFill>
                <a:latin typeface="+mj-lt"/>
              </a:rPr>
              <a:t>csv</a:t>
            </a:r>
            <a:r>
              <a:rPr lang="zh-CN" altLang="en-US" dirty="0">
                <a:solidFill>
                  <a:srgbClr val="AAAAAA"/>
                </a:solidFill>
                <a:latin typeface="+mj-lt"/>
              </a:rPr>
              <a:t>文件</a:t>
            </a:r>
            <a:endParaRPr lang="zh-CN" altLang="en-US" dirty="0">
              <a:solidFill>
                <a:srgbClr val="333333"/>
              </a:solidFill>
              <a:latin typeface="+mj-lt"/>
            </a:endParaRPr>
          </a:p>
          <a:p>
            <a:r>
              <a:rPr lang="zh-CN" altLang="en-US" dirty="0">
                <a:solidFill>
                  <a:srgbClr val="333333"/>
                </a:solidFill>
                <a:latin typeface="+mj-lt"/>
              </a:rPr>
              <a:t>                </a:t>
            </a:r>
            <a:r>
              <a:rPr lang="en-US" altLang="zh-CN" dirty="0" err="1">
                <a:solidFill>
                  <a:srgbClr val="7A3E9D"/>
                </a:solidFill>
                <a:latin typeface="+mj-lt"/>
              </a:rPr>
              <a:t>file_path</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b="1" dirty="0" err="1">
                <a:solidFill>
                  <a:srgbClr val="7A3E9D"/>
                </a:solidFill>
                <a:latin typeface="+mj-lt"/>
              </a:rPr>
              <a:t>os</a:t>
            </a:r>
            <a:r>
              <a:rPr lang="en-US" altLang="zh-CN" dirty="0" err="1">
                <a:solidFill>
                  <a:srgbClr val="777777"/>
                </a:solidFill>
                <a:latin typeface="+mj-lt"/>
              </a:rPr>
              <a:t>.</a:t>
            </a:r>
            <a:r>
              <a:rPr lang="en-US" altLang="zh-CN" dirty="0" err="1">
                <a:solidFill>
                  <a:srgbClr val="7A3E9D"/>
                </a:solidFill>
                <a:latin typeface="+mj-lt"/>
              </a:rPr>
              <a:t>path</a:t>
            </a:r>
            <a:r>
              <a:rPr lang="en-US" altLang="zh-CN" dirty="0" err="1">
                <a:solidFill>
                  <a:srgbClr val="777777"/>
                </a:solidFill>
                <a:latin typeface="+mj-lt"/>
              </a:rPr>
              <a:t>.</a:t>
            </a:r>
            <a:r>
              <a:rPr lang="en-US" altLang="zh-CN" b="1" dirty="0" err="1">
                <a:solidFill>
                  <a:srgbClr val="AA3731"/>
                </a:solidFill>
                <a:latin typeface="+mj-lt"/>
              </a:rPr>
              <a:t>join</a:t>
            </a:r>
            <a:r>
              <a:rPr lang="en-US" altLang="zh-CN" dirty="0">
                <a:solidFill>
                  <a:srgbClr val="777777"/>
                </a:solidFill>
                <a:latin typeface="+mj-lt"/>
              </a:rPr>
              <a:t>(</a:t>
            </a:r>
            <a:r>
              <a:rPr lang="en-US" altLang="zh-CN" dirty="0" err="1">
                <a:solidFill>
                  <a:srgbClr val="7A3E9D"/>
                </a:solidFill>
                <a:latin typeface="+mj-lt"/>
              </a:rPr>
              <a:t>stock_folder</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filename</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文件路径和文件名拼接</a:t>
            </a:r>
            <a:endParaRPr lang="zh-CN" altLang="en-US" dirty="0">
              <a:solidFill>
                <a:srgbClr val="333333"/>
              </a:solidFill>
              <a:latin typeface="+mj-lt"/>
            </a:endParaRPr>
          </a:p>
          <a:p>
            <a:r>
              <a:rPr lang="zh-CN" altLang="en-US" dirty="0">
                <a:solidFill>
                  <a:srgbClr val="333333"/>
                </a:solidFill>
                <a:latin typeface="+mj-lt"/>
              </a:rPr>
              <a:t>                </a:t>
            </a:r>
            <a:r>
              <a:rPr lang="en-US" altLang="zh-CN" dirty="0" err="1">
                <a:solidFill>
                  <a:srgbClr val="7A3E9D"/>
                </a:solidFill>
                <a:latin typeface="+mj-lt"/>
              </a:rPr>
              <a:t>stock_data</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b="1" dirty="0" err="1">
                <a:solidFill>
                  <a:srgbClr val="AA3731"/>
                </a:solidFill>
                <a:latin typeface="+mj-lt"/>
              </a:rPr>
              <a:t>get_stock_data</a:t>
            </a:r>
            <a:r>
              <a:rPr lang="en-US" altLang="zh-CN" dirty="0">
                <a:solidFill>
                  <a:srgbClr val="777777"/>
                </a:solidFill>
                <a:latin typeface="+mj-lt"/>
              </a:rPr>
              <a:t>(</a:t>
            </a:r>
            <a:r>
              <a:rPr lang="en-US" altLang="zh-CN" dirty="0" err="1">
                <a:solidFill>
                  <a:srgbClr val="7A3E9D"/>
                </a:solidFill>
                <a:latin typeface="+mj-lt"/>
              </a:rPr>
              <a:t>file_path</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date</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获取指定日期的股票数据</a:t>
            </a:r>
            <a:endParaRPr lang="zh-CN" altLang="en-US" dirty="0">
              <a:solidFill>
                <a:srgbClr val="333333"/>
              </a:solidFill>
              <a:latin typeface="+mj-lt"/>
            </a:endParaRPr>
          </a:p>
          <a:p>
            <a:r>
              <a:rPr lang="zh-CN" altLang="en-US" dirty="0">
                <a:solidFill>
                  <a:srgbClr val="333333"/>
                </a:solidFill>
                <a:latin typeface="+mj-lt"/>
              </a:rPr>
              <a:t>                </a:t>
            </a:r>
            <a:r>
              <a:rPr lang="en-US" altLang="zh-CN" dirty="0">
                <a:solidFill>
                  <a:srgbClr val="4B69C6"/>
                </a:solidFill>
                <a:latin typeface="+mj-lt"/>
              </a:rPr>
              <a:t>if</a:t>
            </a:r>
            <a:r>
              <a:rPr lang="en-US" altLang="zh-CN" dirty="0">
                <a:solidFill>
                  <a:srgbClr val="333333"/>
                </a:solidFill>
                <a:latin typeface="+mj-lt"/>
              </a:rPr>
              <a:t> </a:t>
            </a:r>
            <a:r>
              <a:rPr lang="en-US" altLang="zh-CN" dirty="0" err="1">
                <a:solidFill>
                  <a:srgbClr val="7A3E9D"/>
                </a:solidFill>
                <a:latin typeface="+mj-lt"/>
              </a:rPr>
              <a:t>stock_data</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如果找到了指定日期的数据 </a:t>
            </a:r>
            <a:r>
              <a:rPr lang="en-US" altLang="zh-CN" dirty="0">
                <a:solidFill>
                  <a:srgbClr val="AAAAAA"/>
                </a:solidFill>
                <a:latin typeface="+mj-lt"/>
              </a:rPr>
              <a:t>(</a:t>
            </a:r>
            <a:r>
              <a:rPr lang="zh-CN" altLang="en-US" dirty="0">
                <a:solidFill>
                  <a:srgbClr val="AAAAAA"/>
                </a:solidFill>
                <a:latin typeface="+mj-lt"/>
              </a:rPr>
              <a:t>非 </a:t>
            </a:r>
            <a:r>
              <a:rPr lang="en-US" altLang="zh-CN" dirty="0">
                <a:solidFill>
                  <a:srgbClr val="AAAAAA"/>
                </a:solidFill>
                <a:latin typeface="+mj-lt"/>
              </a:rPr>
              <a:t>None </a:t>
            </a:r>
            <a:r>
              <a:rPr lang="zh-CN" altLang="en-US" dirty="0">
                <a:solidFill>
                  <a:srgbClr val="AAAAAA"/>
                </a:solidFill>
                <a:latin typeface="+mj-lt"/>
              </a:rPr>
              <a:t>时</a:t>
            </a:r>
            <a:r>
              <a:rPr lang="en-US" altLang="zh-CN" dirty="0">
                <a:solidFill>
                  <a:srgbClr val="AAAAAA"/>
                </a:solidFill>
                <a:latin typeface="+mj-lt"/>
              </a:rPr>
              <a:t>)</a:t>
            </a:r>
            <a:endParaRPr lang="zh-CN" altLang="en-US" dirty="0">
              <a:solidFill>
                <a:srgbClr val="333333"/>
              </a:solidFill>
              <a:latin typeface="+mj-lt"/>
            </a:endParaRPr>
          </a:p>
          <a:p>
            <a:r>
              <a:rPr lang="zh-CN" altLang="en-US" dirty="0">
                <a:solidFill>
                  <a:srgbClr val="333333"/>
                </a:solidFill>
                <a:latin typeface="+mj-lt"/>
              </a:rPr>
              <a:t>                    </a:t>
            </a:r>
            <a:r>
              <a:rPr lang="en-US" altLang="zh-CN" dirty="0" err="1">
                <a:solidFill>
                  <a:srgbClr val="7A3E9D"/>
                </a:solidFill>
                <a:latin typeface="+mj-lt"/>
              </a:rPr>
              <a:t>outfile</a:t>
            </a:r>
            <a:r>
              <a:rPr lang="en-US" altLang="zh-CN" dirty="0" err="1">
                <a:solidFill>
                  <a:srgbClr val="777777"/>
                </a:solidFill>
                <a:latin typeface="+mj-lt"/>
              </a:rPr>
              <a:t>.</a:t>
            </a:r>
            <a:r>
              <a:rPr lang="en-US" altLang="zh-CN" b="1" dirty="0" err="1">
                <a:solidFill>
                  <a:srgbClr val="AA3731"/>
                </a:solidFill>
                <a:latin typeface="+mj-lt"/>
              </a:rPr>
              <a:t>write</a:t>
            </a:r>
            <a:r>
              <a:rPr lang="en-US" altLang="zh-CN" dirty="0">
                <a:solidFill>
                  <a:srgbClr val="777777"/>
                </a:solidFill>
                <a:latin typeface="+mj-lt"/>
              </a:rPr>
              <a:t>(</a:t>
            </a:r>
            <a:r>
              <a:rPr lang="en-US" altLang="zh-CN" dirty="0" err="1">
                <a:solidFill>
                  <a:srgbClr val="7A3E9D"/>
                </a:solidFill>
                <a:latin typeface="+mj-lt"/>
              </a:rPr>
              <a:t>stock_data</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写入到输出文件中</a:t>
            </a:r>
            <a:endParaRPr lang="zh-CN" altLang="en-US" dirty="0">
              <a:solidFill>
                <a:srgbClr val="333333"/>
              </a:solidFill>
              <a:latin typeface="+mj-lt"/>
            </a:endParaRPr>
          </a:p>
          <a:p>
            <a:r>
              <a:rPr lang="zh-CN" altLang="en-US" dirty="0">
                <a:solidFill>
                  <a:srgbClr val="333333"/>
                </a:solidFill>
                <a:latin typeface="+mj-lt"/>
              </a:rPr>
              <a:t>    </a:t>
            </a:r>
            <a:r>
              <a:rPr lang="en-US" altLang="zh-CN" b="1" dirty="0">
                <a:solidFill>
                  <a:srgbClr val="AA3731"/>
                </a:solidFill>
                <a:latin typeface="+mj-lt"/>
              </a:rPr>
              <a:t>print</a:t>
            </a:r>
            <a:r>
              <a:rPr lang="en-US" altLang="zh-CN" dirty="0">
                <a:solidFill>
                  <a:srgbClr val="777777"/>
                </a:solidFill>
                <a:latin typeface="+mj-lt"/>
              </a:rPr>
              <a:t>('</a:t>
            </a:r>
            <a:r>
              <a:rPr lang="zh-CN" altLang="en-US" dirty="0">
                <a:solidFill>
                  <a:srgbClr val="448C27"/>
                </a:solidFill>
                <a:latin typeface="+mj-lt"/>
              </a:rPr>
              <a:t>股票数据提取完成！</a:t>
            </a:r>
            <a:r>
              <a:rPr lang="en-US" altLang="zh-CN" dirty="0">
                <a:solidFill>
                  <a:srgbClr val="777777"/>
                </a:solidFill>
                <a:latin typeface="+mj-lt"/>
              </a:rPr>
              <a:t>')</a:t>
            </a:r>
            <a:endParaRPr lang="zh-CN" altLang="en-US" dirty="0">
              <a:solidFill>
                <a:srgbClr val="333333"/>
              </a:solidFill>
              <a:latin typeface="+mj-lt"/>
            </a:endParaRPr>
          </a:p>
        </p:txBody>
      </p:sp>
      <p:sp>
        <p:nvSpPr>
          <p:cNvPr id="7" name="内容占位符 6"/>
          <p:cNvSpPr>
            <a:spLocks noGrp="1"/>
          </p:cNvSpPr>
          <p:nvPr>
            <p:ph sz="quarter" idx="14"/>
          </p:nvPr>
        </p:nvSpPr>
        <p:spPr/>
        <p:txBody>
          <a:bodyPr/>
          <a:lstStyle/>
          <a:p>
            <a:r>
              <a:rPr lang="zh-CN" altLang="en-US" dirty="0"/>
              <a:t>实例 </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animEffect transition="in" filter="fade">
                                      <p:cBhvr>
                                        <p:cTn id="7" dur="250"/>
                                        <p:tgtEl>
                                          <p:spTgt spid="6">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xEl>
                                              <p:pRg st="0" end="0"/>
                                            </p:txEl>
                                          </p:spTgt>
                                        </p:tgtEl>
                                        <p:attrNameLst>
                                          <p:attrName>style.visibility</p:attrName>
                                        </p:attrNameLst>
                                      </p:cBhvr>
                                      <p:to>
                                        <p:strVal val="visible"/>
                                      </p:to>
                                    </p:set>
                                    <p:animEffect transition="in" filter="fade">
                                      <p:cBhvr>
                                        <p:cTn id="10" dur="250"/>
                                        <p:tgtEl>
                                          <p:spTgt spid="6">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Effect transition="in" filter="fade">
                                      <p:cBhvr>
                                        <p:cTn id="13" dur="250"/>
                                        <p:tgtEl>
                                          <p:spTgt spid="6">
                                            <p:txEl>
                                              <p:pRg st="1" end="1"/>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xEl>
                                              <p:pRg st="2" end="2"/>
                                            </p:txEl>
                                          </p:spTgt>
                                        </p:tgtEl>
                                        <p:attrNameLst>
                                          <p:attrName>style.visibility</p:attrName>
                                        </p:attrNameLst>
                                      </p:cBhvr>
                                      <p:to>
                                        <p:strVal val="visible"/>
                                      </p:to>
                                    </p:set>
                                    <p:animEffect transition="in" filter="fade">
                                      <p:cBhvr>
                                        <p:cTn id="16" dur="250"/>
                                        <p:tgtEl>
                                          <p:spTgt spid="6">
                                            <p:txEl>
                                              <p:pRg st="2" end="2"/>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fade">
                                      <p:cBhvr>
                                        <p:cTn id="19" dur="250"/>
                                        <p:tgtEl>
                                          <p:spTgt spid="6">
                                            <p:txEl>
                                              <p:pRg st="3" end="3"/>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6">
                                            <p:txEl>
                                              <p:pRg st="4" end="4"/>
                                            </p:txEl>
                                          </p:spTgt>
                                        </p:tgtEl>
                                        <p:attrNameLst>
                                          <p:attrName>style.visibility</p:attrName>
                                        </p:attrNameLst>
                                      </p:cBhvr>
                                      <p:to>
                                        <p:strVal val="visible"/>
                                      </p:to>
                                    </p:set>
                                    <p:animEffect transition="in" filter="fade">
                                      <p:cBhvr>
                                        <p:cTn id="22" dur="250"/>
                                        <p:tgtEl>
                                          <p:spTgt spid="6">
                                            <p:txEl>
                                              <p:pRg st="4" end="4"/>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6">
                                            <p:txEl>
                                              <p:pRg st="5" end="5"/>
                                            </p:txEl>
                                          </p:spTgt>
                                        </p:tgtEl>
                                        <p:attrNameLst>
                                          <p:attrName>style.visibility</p:attrName>
                                        </p:attrNameLst>
                                      </p:cBhvr>
                                      <p:to>
                                        <p:strVal val="visible"/>
                                      </p:to>
                                    </p:set>
                                    <p:animEffect transition="in" filter="fade">
                                      <p:cBhvr>
                                        <p:cTn id="25" dur="250"/>
                                        <p:tgtEl>
                                          <p:spTgt spid="6">
                                            <p:txEl>
                                              <p:pRg st="5" end="5"/>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6">
                                            <p:txEl>
                                              <p:pRg st="6" end="6"/>
                                            </p:txEl>
                                          </p:spTgt>
                                        </p:tgtEl>
                                        <p:attrNameLst>
                                          <p:attrName>style.visibility</p:attrName>
                                        </p:attrNameLst>
                                      </p:cBhvr>
                                      <p:to>
                                        <p:strVal val="visible"/>
                                      </p:to>
                                    </p:set>
                                    <p:animEffect transition="in" filter="fade">
                                      <p:cBhvr>
                                        <p:cTn id="28" dur="250"/>
                                        <p:tgtEl>
                                          <p:spTgt spid="6">
                                            <p:txEl>
                                              <p:pRg st="6" end="6"/>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6">
                                            <p:txEl>
                                              <p:pRg st="7" end="7"/>
                                            </p:txEl>
                                          </p:spTgt>
                                        </p:tgtEl>
                                        <p:attrNameLst>
                                          <p:attrName>style.visibility</p:attrName>
                                        </p:attrNameLst>
                                      </p:cBhvr>
                                      <p:to>
                                        <p:strVal val="visible"/>
                                      </p:to>
                                    </p:set>
                                    <p:animEffect transition="in" filter="fade">
                                      <p:cBhvr>
                                        <p:cTn id="31" dur="250"/>
                                        <p:tgtEl>
                                          <p:spTgt spid="6">
                                            <p:txEl>
                                              <p:pRg st="7" end="7"/>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6">
                                            <p:txEl>
                                              <p:pRg st="8" end="8"/>
                                            </p:txEl>
                                          </p:spTgt>
                                        </p:tgtEl>
                                        <p:attrNameLst>
                                          <p:attrName>style.visibility</p:attrName>
                                        </p:attrNameLst>
                                      </p:cBhvr>
                                      <p:to>
                                        <p:strVal val="visible"/>
                                      </p:to>
                                    </p:set>
                                    <p:animEffect transition="in" filter="fade">
                                      <p:cBhvr>
                                        <p:cTn id="34" dur="250"/>
                                        <p:tgtEl>
                                          <p:spTgt spid="6">
                                            <p:txEl>
                                              <p:pRg st="8" end="8"/>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6">
                                            <p:txEl>
                                              <p:pRg st="9" end="9"/>
                                            </p:txEl>
                                          </p:spTgt>
                                        </p:tgtEl>
                                        <p:attrNameLst>
                                          <p:attrName>style.visibility</p:attrName>
                                        </p:attrNameLst>
                                      </p:cBhvr>
                                      <p:to>
                                        <p:strVal val="visible"/>
                                      </p:to>
                                    </p:set>
                                    <p:animEffect transition="in" filter="fade">
                                      <p:cBhvr>
                                        <p:cTn id="37" dur="250"/>
                                        <p:tgtEl>
                                          <p:spTgt spid="6">
                                            <p:txEl>
                                              <p:pRg st="9" end="9"/>
                                            </p:txEl>
                                          </p:spTgt>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6">
                                            <p:txEl>
                                              <p:pRg st="10" end="10"/>
                                            </p:txEl>
                                          </p:spTgt>
                                        </p:tgtEl>
                                        <p:attrNameLst>
                                          <p:attrName>style.visibility</p:attrName>
                                        </p:attrNameLst>
                                      </p:cBhvr>
                                      <p:to>
                                        <p:strVal val="visible"/>
                                      </p:to>
                                    </p:set>
                                    <p:animEffect transition="in" filter="fade">
                                      <p:cBhvr>
                                        <p:cTn id="40" dur="250"/>
                                        <p:tgtEl>
                                          <p:spTgt spid="6">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uiExpand="1" build="p"/>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7.5 </a:t>
            </a:r>
            <a:r>
              <a:rPr lang="zh-CN" altLang="en-US" dirty="0"/>
              <a:t>从多文件中提取股票数据汇总</a:t>
            </a:r>
            <a:endParaRPr lang="zh-CN" altLang="en-US" dirty="0"/>
          </a:p>
        </p:txBody>
      </p:sp>
      <p:sp>
        <p:nvSpPr>
          <p:cNvPr id="7" name="内容占位符 6"/>
          <p:cNvSpPr>
            <a:spLocks noGrp="1"/>
          </p:cNvSpPr>
          <p:nvPr>
            <p:ph sz="quarter" idx="14"/>
          </p:nvPr>
        </p:nvSpPr>
        <p:spPr/>
        <p:txBody>
          <a:bodyPr/>
          <a:lstStyle/>
          <a:p>
            <a:r>
              <a:rPr lang="zh-CN" altLang="en-US" dirty="0"/>
              <a:t>实例 </a:t>
            </a:r>
            <a:endParaRPr lang="zh-CN" altLang="en-US" dirty="0"/>
          </a:p>
        </p:txBody>
      </p:sp>
      <p:sp>
        <p:nvSpPr>
          <p:cNvPr id="3" name="内容占位符 1"/>
          <p:cNvSpPr txBox="1"/>
          <p:nvPr/>
        </p:nvSpPr>
        <p:spPr>
          <a:xfrm>
            <a:off x="688043" y="1301158"/>
            <a:ext cx="10815912" cy="4470377"/>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25000"/>
              </a:lnSpc>
              <a:buClr>
                <a:sysClr val="windowText" lastClr="000000"/>
              </a:buClr>
            </a:pPr>
            <a:r>
              <a:rPr lang="zh-CN" altLang="en-US" sz="2400" dirty="0">
                <a:solidFill>
                  <a:sysClr val="windowText" lastClr="000000"/>
                </a:solidFill>
                <a:latin typeface="微软雅黑" panose="020B0503020204020204" pitchFamily="34" charset="-122"/>
                <a:ea typeface="微软雅黑" panose="020B0503020204020204" pitchFamily="34" charset="-122"/>
              </a:rPr>
              <a:t>写入文件的格式如下：</a:t>
            </a:r>
            <a:endParaRPr lang="en-US" altLang="zh-CN" sz="2400" dirty="0">
              <a:solidFill>
                <a:sysClr val="windowText" lastClr="000000"/>
              </a:solidFill>
              <a:latin typeface="微软雅黑" panose="020B0503020204020204" pitchFamily="34" charset="-122"/>
              <a:ea typeface="微软雅黑" panose="020B0503020204020204" pitchFamily="34" charset="-122"/>
            </a:endParaRPr>
          </a:p>
          <a:p>
            <a:pPr marL="0" indent="0">
              <a:lnSpc>
                <a:spcPct val="125000"/>
              </a:lnSpc>
              <a:buClr>
                <a:sysClr val="windowText" lastClr="000000"/>
              </a:buClr>
              <a:buNone/>
            </a:pPr>
            <a:r>
              <a:rPr lang="en-US" altLang="zh-CN" sz="2400" dirty="0">
                <a:solidFill>
                  <a:srgbClr val="448C27"/>
                </a:solidFill>
                <a:latin typeface="+mj-lt"/>
                <a:ea typeface="微软雅黑" panose="020B0503020204020204" pitchFamily="34" charset="-122"/>
                <a:cs typeface="Cascadia Code" panose="020B0609020000020004" pitchFamily="49" charset="0"/>
              </a:rPr>
              <a:t>2020-10-27, 9.59000015258789, …,19772341.0, 9.520000457763672</a:t>
            </a:r>
            <a:endParaRPr lang="en-US" altLang="zh-CN" sz="2400" dirty="0">
              <a:solidFill>
                <a:srgbClr val="448C27"/>
              </a:solidFill>
              <a:latin typeface="+mj-lt"/>
              <a:ea typeface="微软雅黑" panose="020B0503020204020204" pitchFamily="34" charset="-122"/>
              <a:cs typeface="Cascadia Code" panose="020B0609020000020004" pitchFamily="49" charset="0"/>
            </a:endParaRPr>
          </a:p>
          <a:p>
            <a:pPr marL="0" indent="0">
              <a:lnSpc>
                <a:spcPct val="125000"/>
              </a:lnSpc>
              <a:buClr>
                <a:sysClr val="windowText" lastClr="000000"/>
              </a:buClr>
              <a:buNone/>
            </a:pPr>
            <a:r>
              <a:rPr lang="en-US" altLang="zh-CN" sz="2400" dirty="0">
                <a:solidFill>
                  <a:srgbClr val="448C27"/>
                </a:solidFill>
                <a:latin typeface="+mj-lt"/>
                <a:ea typeface="微软雅黑" panose="020B0503020204020204" pitchFamily="34" charset="-122"/>
                <a:cs typeface="Cascadia Code" panose="020B0609020000020004" pitchFamily="49" charset="0"/>
              </a:rPr>
              <a:t>2020-10-27, 12.920000076293945,</a:t>
            </a:r>
            <a:r>
              <a:rPr lang="zh-CN" altLang="en-US" sz="2400" dirty="0">
                <a:solidFill>
                  <a:srgbClr val="448C27"/>
                </a:solidFill>
                <a:latin typeface="+mj-lt"/>
                <a:ea typeface="微软雅黑" panose="020B0503020204020204" pitchFamily="34" charset="-122"/>
                <a:cs typeface="Cascadia Code" panose="020B0609020000020004" pitchFamily="49" charset="0"/>
              </a:rPr>
              <a:t> </a:t>
            </a:r>
            <a:r>
              <a:rPr lang="en-US" altLang="zh-CN" sz="2400" dirty="0">
                <a:solidFill>
                  <a:srgbClr val="448C27"/>
                </a:solidFill>
                <a:latin typeface="+mj-lt"/>
                <a:ea typeface="微软雅黑" panose="020B0503020204020204" pitchFamily="34" charset="-122"/>
                <a:cs typeface="Cascadia Code" panose="020B0609020000020004" pitchFamily="49" charset="0"/>
              </a:rPr>
              <a:t>…, 4446924.0, 12.779999732971191</a:t>
            </a:r>
            <a:endParaRPr lang="en-US" altLang="zh-CN" sz="2400" dirty="0">
              <a:solidFill>
                <a:srgbClr val="448C27"/>
              </a:solidFill>
              <a:latin typeface="+mj-lt"/>
              <a:ea typeface="微软雅黑" panose="020B0503020204020204" pitchFamily="34" charset="-122"/>
              <a:cs typeface="Cascadia Code" panose="020B0609020000020004" pitchFamily="49" charset="0"/>
            </a:endParaRPr>
          </a:p>
          <a:p>
            <a:pPr marL="0" indent="0">
              <a:lnSpc>
                <a:spcPct val="125000"/>
              </a:lnSpc>
              <a:buClr>
                <a:sysClr val="windowText" lastClr="000000"/>
              </a:buClr>
              <a:buNone/>
            </a:pPr>
            <a:r>
              <a:rPr lang="en-US" altLang="zh-CN" sz="2400" dirty="0">
                <a:solidFill>
                  <a:srgbClr val="448C27"/>
                </a:solidFill>
                <a:latin typeface="+mj-lt"/>
                <a:ea typeface="微软雅黑" panose="020B0503020204020204" pitchFamily="34" charset="-122"/>
                <a:cs typeface="Cascadia Code" panose="020B0609020000020004" pitchFamily="49" charset="0"/>
              </a:rPr>
              <a:t>2020-10-27, 5.420000076293945, …, 20004325.0, 5.329999923706055</a:t>
            </a:r>
            <a:endParaRPr lang="en-US" altLang="zh-CN" sz="2400" dirty="0">
              <a:solidFill>
                <a:srgbClr val="448C27"/>
              </a:solidFill>
              <a:latin typeface="+mj-lt"/>
              <a:ea typeface="微软雅黑" panose="020B0503020204020204" pitchFamily="34" charset="-122"/>
              <a:cs typeface="Cascadia Code" panose="020B0609020000020004" pitchFamily="49" charset="0"/>
            </a:endParaRPr>
          </a:p>
          <a:p>
            <a:pPr marL="0" indent="0">
              <a:lnSpc>
                <a:spcPct val="125000"/>
              </a:lnSpc>
              <a:buClr>
                <a:sysClr val="windowText" lastClr="000000"/>
              </a:buClr>
              <a:buNone/>
            </a:pPr>
            <a:r>
              <a:rPr lang="en-US" altLang="zh-CN" sz="2400" dirty="0">
                <a:solidFill>
                  <a:srgbClr val="448C27"/>
                </a:solidFill>
                <a:latin typeface="+mj-lt"/>
                <a:ea typeface="微软雅黑" panose="020B0503020204020204" pitchFamily="34" charset="-122"/>
                <a:cs typeface="Cascadia Code" panose="020B0609020000020004" pitchFamily="49" charset="0"/>
              </a:rPr>
              <a:t>......</a:t>
            </a:r>
            <a:endParaRPr lang="en-US" altLang="zh-CN" sz="2400" dirty="0">
              <a:solidFill>
                <a:srgbClr val="448C27"/>
              </a:solidFill>
              <a:latin typeface="+mj-lt"/>
              <a:ea typeface="微软雅黑" panose="020B0503020204020204" pitchFamily="34" charset="-122"/>
              <a:cs typeface="Cascadia Code" panose="020B0609020000020004" pitchFamily="49" charset="0"/>
            </a:endParaRPr>
          </a:p>
          <a:p>
            <a:pPr marL="0" indent="0">
              <a:lnSpc>
                <a:spcPct val="125000"/>
              </a:lnSpc>
              <a:buClr>
                <a:sysClr val="windowText" lastClr="000000"/>
              </a:buClr>
              <a:buNone/>
            </a:pPr>
            <a:r>
              <a:rPr lang="en-US" altLang="zh-CN" sz="2400" dirty="0">
                <a:solidFill>
                  <a:srgbClr val="448C27"/>
                </a:solidFill>
                <a:latin typeface="+mj-lt"/>
                <a:ea typeface="微软雅黑" panose="020B0503020204020204" pitchFamily="34" charset="-122"/>
                <a:cs typeface="Cascadia Code" panose="020B0609020000020004" pitchFamily="49" charset="0"/>
              </a:rPr>
              <a:t>2020-10-27, 7.619999885559082, …, 7929967, 7.579999923706055</a:t>
            </a:r>
            <a:endParaRPr lang="en-US" altLang="zh-CN" sz="2400" dirty="0">
              <a:solidFill>
                <a:srgbClr val="448C27"/>
              </a:solidFill>
              <a:latin typeface="+mj-lt"/>
              <a:ea typeface="微软雅黑" panose="020B0503020204020204" pitchFamily="34" charset="-122"/>
              <a:cs typeface="Cascadia Code" panose="020B0609020000020004" pitchFamily="49" charset="0"/>
            </a:endParaRPr>
          </a:p>
          <a:p>
            <a:pPr marL="0" indent="0">
              <a:lnSpc>
                <a:spcPct val="125000"/>
              </a:lnSpc>
              <a:buClr>
                <a:sysClr val="windowText" lastClr="000000"/>
              </a:buClr>
              <a:buNone/>
            </a:pPr>
            <a:r>
              <a:rPr lang="en-US" altLang="zh-CN" sz="2400" dirty="0">
                <a:solidFill>
                  <a:srgbClr val="448C27"/>
                </a:solidFill>
                <a:latin typeface="+mj-lt"/>
                <a:ea typeface="微软雅黑" panose="020B0503020204020204" pitchFamily="34" charset="-122"/>
                <a:cs typeface="Cascadia Code" panose="020B0609020000020004" pitchFamily="49" charset="0"/>
              </a:rPr>
              <a:t>2020-10-27, 3.3299999237060547, …, 1269840.0, 3.309999942779541</a:t>
            </a:r>
            <a:endParaRPr lang="en-US" altLang="zh-CN" sz="2400" dirty="0">
              <a:solidFill>
                <a:srgbClr val="448C27"/>
              </a:solidFill>
              <a:latin typeface="+mj-lt"/>
              <a:ea typeface="微软雅黑" panose="020B0503020204020204" pitchFamily="34" charset="-122"/>
              <a:cs typeface="Cascadia Code" panose="020B0609020000020004" pitchFamily="49" charset="0"/>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7</a:t>
            </a:r>
            <a:r>
              <a:rPr dirty="0"/>
              <a:t>.</a:t>
            </a:r>
            <a:r>
              <a:rPr lang="en-US" dirty="0"/>
              <a:t>5 </a:t>
            </a:r>
            <a:r>
              <a:rPr lang="en-US" dirty="0" err="1"/>
              <a:t>numpy</a:t>
            </a:r>
            <a:endParaRPr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7.5</a:t>
            </a:r>
            <a:endParaRPr lang="zh-CN" altLang="en-US" dirty="0"/>
          </a:p>
        </p:txBody>
      </p:sp>
      <p:sp>
        <p:nvSpPr>
          <p:cNvPr id="3" name="标题 2"/>
          <p:cNvSpPr>
            <a:spLocks noGrp="1"/>
          </p:cNvSpPr>
          <p:nvPr>
            <p:ph type="title"/>
          </p:nvPr>
        </p:nvSpPr>
        <p:spPr/>
        <p:txBody>
          <a:bodyPr/>
          <a:lstStyle/>
          <a:p>
            <a:r>
              <a:rPr lang="en-US" altLang="zh-CN" dirty="0" err="1"/>
              <a:t>numpy</a:t>
            </a:r>
            <a:endParaRPr lang="zh-CN" altLang="en-US" dirty="0"/>
          </a:p>
        </p:txBody>
      </p:sp>
      <p:sp>
        <p:nvSpPr>
          <p:cNvPr id="7" name="内容占位符 1"/>
          <p:cNvSpPr txBox="1"/>
          <p:nvPr/>
        </p:nvSpPr>
        <p:spPr>
          <a:xfrm>
            <a:off x="1214765" y="1363337"/>
            <a:ext cx="9762470" cy="4131325"/>
          </a:xfrm>
          <a:prstGeom prst="rect">
            <a:avLst/>
          </a:prstGeom>
          <a:noFill/>
          <a:ln>
            <a:noFill/>
          </a:ln>
          <a:effectLst/>
        </p:spPr>
        <p:txBody>
          <a:bodyPr vert="horz" lIns="91440" tIns="45720" rIns="91440" bIns="45720" rtlCol="0">
            <a:norm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1000"/>
              </a:spcBef>
              <a:spcAft>
                <a:spcPts val="0"/>
              </a:spcAft>
              <a:buClrTx/>
              <a:buSzTx/>
              <a:buFont typeface="Arial" panose="020B0604020202090204" pitchFamily="34" charset="0"/>
              <a:buNone/>
              <a:defRPr/>
            </a:pPr>
            <a:r>
              <a:rPr kumimoji="0" lang="en-US" altLang="en-US" sz="2800" b="1" i="0" u="none" strike="noStrike" kern="1200" cap="none" spc="0" normalizeH="0" baseline="0" noProof="0" dirty="0" err="1">
                <a:ln>
                  <a:noFill/>
                </a:ln>
                <a:solidFill>
                  <a:srgbClr val="0070C0"/>
                </a:solidFill>
                <a:effectLst/>
                <a:uLnTx/>
                <a:uFillTx/>
                <a:latin typeface="+mj-lt"/>
                <a:ea typeface="+mn-ea"/>
                <a:cs typeface="+mn-cs"/>
              </a:rPr>
              <a:t>NumPy（Numerical</a:t>
            </a:r>
            <a:r>
              <a:rPr kumimoji="0" lang="en-US" altLang="en-US" sz="2800" b="1" i="0" u="none" strike="noStrike" kern="1200" cap="none" spc="0" normalizeH="0" baseline="0" noProof="0" dirty="0">
                <a:ln>
                  <a:noFill/>
                </a:ln>
                <a:solidFill>
                  <a:srgbClr val="0070C0"/>
                </a:solidFill>
                <a:effectLst/>
                <a:uLnTx/>
                <a:uFillTx/>
                <a:latin typeface="+mj-lt"/>
                <a:ea typeface="+mn-ea"/>
                <a:cs typeface="+mn-cs"/>
              </a:rPr>
              <a:t> Python）</a:t>
            </a:r>
            <a:endParaRPr kumimoji="0" lang="en-US" altLang="zh-CN" sz="2800" b="1" i="0" u="none" strike="noStrike" kern="1200" cap="none" spc="0" normalizeH="0" baseline="0" noProof="0" dirty="0">
              <a:ln>
                <a:noFill/>
              </a:ln>
              <a:solidFill>
                <a:srgbClr val="0070C0"/>
              </a:solidFill>
              <a:effectLst/>
              <a:uLnTx/>
              <a:uFillTx/>
              <a:latin typeface="+mj-lt"/>
              <a:ea typeface="微软雅黑" panose="020B0503020204020204" pitchFamily="34" charset="-122"/>
              <a:cs typeface="+mn-cs"/>
            </a:endParaRPr>
          </a:p>
          <a:p>
            <a:pPr>
              <a:lnSpc>
                <a:spcPct val="150000"/>
              </a:lnSpc>
              <a:defRPr/>
            </a:pPr>
            <a:r>
              <a:rPr kumimoji="0" lang="en-US" altLang="zh-CN" sz="2400" b="0" i="0" u="none" strike="noStrike" kern="1200" cap="none" spc="0" normalizeH="0" baseline="0" noProof="0" dirty="0">
                <a:ln>
                  <a:noFill/>
                </a:ln>
                <a:solidFill>
                  <a:sysClr val="windowText" lastClr="000000"/>
                </a:solidFill>
                <a:effectLst/>
                <a:uLnTx/>
                <a:uFillTx/>
                <a:latin typeface="+mj-lt"/>
                <a:ea typeface="微软雅黑" panose="020B0503020204020204" pitchFamily="34" charset="-122"/>
                <a:cs typeface="+mn-cs"/>
              </a:rPr>
              <a:t>Python </a:t>
            </a:r>
            <a:r>
              <a:rPr kumimoji="0" lang="zh-CN" altLang="en-US" sz="2400" b="0" i="0" u="none" strike="noStrike" kern="1200" cap="none" spc="0" normalizeH="0" baseline="0" noProof="0" dirty="0">
                <a:ln>
                  <a:noFill/>
                </a:ln>
                <a:solidFill>
                  <a:sysClr val="windowText" lastClr="000000"/>
                </a:solidFill>
                <a:effectLst/>
                <a:uLnTx/>
                <a:uFillTx/>
                <a:latin typeface="+mj-lt"/>
                <a:ea typeface="微软雅黑" panose="020B0503020204020204" pitchFamily="34" charset="-122"/>
                <a:cs typeface="+mn-cs"/>
              </a:rPr>
              <a:t>的一种开源的</a:t>
            </a:r>
            <a:r>
              <a:rPr kumimoji="0" lang="zh-CN" altLang="en-US" sz="2400" b="1" i="0" u="none" strike="noStrike" kern="1200" cap="none" spc="0" normalizeH="0" baseline="0" noProof="0" dirty="0">
                <a:ln>
                  <a:noFill/>
                </a:ln>
                <a:solidFill>
                  <a:schemeClr val="accent2"/>
                </a:solidFill>
                <a:effectLst/>
                <a:uLnTx/>
                <a:uFillTx/>
                <a:latin typeface="+mj-lt"/>
                <a:ea typeface="微软雅黑" panose="020B0503020204020204" pitchFamily="34" charset="-122"/>
                <a:cs typeface="+mn-cs"/>
              </a:rPr>
              <a:t>数值计算扩展</a:t>
            </a:r>
            <a:r>
              <a:rPr lang="zh-CN" altLang="en-US" sz="2400" dirty="0">
                <a:solidFill>
                  <a:sysClr val="windowText" lastClr="000000"/>
                </a:solidFill>
                <a:latin typeface="+mj-lt"/>
                <a:ea typeface="微软雅黑" panose="020B0503020204020204" pitchFamily="34" charset="-122"/>
              </a:rPr>
              <a:t>库。</a:t>
            </a:r>
            <a:endParaRPr lang="en-US" altLang="zh-CN" sz="2400" dirty="0">
              <a:solidFill>
                <a:sysClr val="windowText" lastClr="000000"/>
              </a:solidFill>
              <a:latin typeface="+mj-lt"/>
              <a:ea typeface="微软雅黑" panose="020B0503020204020204" pitchFamily="34" charset="-122"/>
            </a:endParaRPr>
          </a:p>
          <a:p>
            <a:pPr>
              <a:lnSpc>
                <a:spcPct val="150000"/>
              </a:lnSpc>
              <a:defRPr/>
            </a:pPr>
            <a:r>
              <a:rPr kumimoji="0" lang="zh-CN" altLang="en-US" sz="2400" b="0" i="0" u="none" strike="noStrike" kern="1200" cap="none" spc="0" normalizeH="0" baseline="0" noProof="0" dirty="0">
                <a:ln>
                  <a:noFill/>
                </a:ln>
                <a:solidFill>
                  <a:sysClr val="windowText" lastClr="000000"/>
                </a:solidFill>
                <a:effectLst/>
                <a:uLnTx/>
                <a:uFillTx/>
                <a:latin typeface="+mj-lt"/>
                <a:ea typeface="微软雅黑" panose="020B0503020204020204" pitchFamily="34" charset="-122"/>
                <a:cs typeface="+mn-cs"/>
              </a:rPr>
              <a:t>可用来存储和处理</a:t>
            </a:r>
            <a:r>
              <a:rPr kumimoji="0" lang="zh-CN" altLang="en-US" sz="2400" b="1" i="0" u="none" strike="noStrike" kern="1200" cap="none" spc="0" normalizeH="0" baseline="0" noProof="0" dirty="0">
                <a:ln>
                  <a:noFill/>
                </a:ln>
                <a:solidFill>
                  <a:schemeClr val="accent2"/>
                </a:solidFill>
                <a:effectLst/>
                <a:uLnTx/>
                <a:uFillTx/>
                <a:latin typeface="+mj-lt"/>
                <a:ea typeface="微软雅黑" panose="020B0503020204020204" pitchFamily="34" charset="-122"/>
                <a:cs typeface="+mn-cs"/>
              </a:rPr>
              <a:t>大型矩阵</a:t>
            </a:r>
            <a:r>
              <a:rPr kumimoji="0" lang="zh-CN" altLang="en-US" sz="2400" b="0" i="0" u="none" strike="noStrike" kern="1200" cap="none" spc="0" normalizeH="0" baseline="0" noProof="0" dirty="0">
                <a:ln>
                  <a:noFill/>
                </a:ln>
                <a:solidFill>
                  <a:sysClr val="windowText" lastClr="000000"/>
                </a:solidFill>
                <a:effectLst/>
                <a:uLnTx/>
                <a:uFillTx/>
                <a:latin typeface="+mj-lt"/>
                <a:ea typeface="微软雅黑" panose="020B0503020204020204" pitchFamily="34" charset="-122"/>
                <a:cs typeface="+mn-cs"/>
              </a:rPr>
              <a:t>，比 </a:t>
            </a:r>
            <a:r>
              <a:rPr kumimoji="0" lang="en-US" altLang="zh-CN" sz="2400" b="0" i="0" u="none" strike="noStrike" kern="1200" cap="none" spc="0" normalizeH="0" baseline="0" noProof="0" dirty="0">
                <a:ln>
                  <a:noFill/>
                </a:ln>
                <a:solidFill>
                  <a:sysClr val="windowText" lastClr="000000"/>
                </a:solidFill>
                <a:effectLst/>
                <a:uLnTx/>
                <a:uFillTx/>
                <a:latin typeface="+mj-lt"/>
                <a:ea typeface="微软雅黑" panose="020B0503020204020204" pitchFamily="34" charset="-122"/>
                <a:cs typeface="+mn-cs"/>
              </a:rPr>
              <a:t>Python </a:t>
            </a:r>
            <a:r>
              <a:rPr kumimoji="0" lang="zh-CN" altLang="en-US" sz="2400" b="0" i="0" u="none" strike="noStrike" kern="1200" cap="none" spc="0" normalizeH="0" baseline="0" noProof="0" dirty="0">
                <a:ln>
                  <a:noFill/>
                </a:ln>
                <a:solidFill>
                  <a:sysClr val="windowText" lastClr="000000"/>
                </a:solidFill>
                <a:effectLst/>
                <a:uLnTx/>
                <a:uFillTx/>
                <a:latin typeface="+mj-lt"/>
                <a:ea typeface="微软雅黑" panose="020B0503020204020204" pitchFamily="34" charset="-122"/>
                <a:cs typeface="+mn-cs"/>
              </a:rPr>
              <a:t>自身的嵌套列表结构要高效，支持大量的维度数组与矩阵运算。</a:t>
            </a:r>
            <a:endParaRPr kumimoji="0" lang="en-US" altLang="zh-CN" sz="2400" b="0" i="0" u="none" strike="noStrike" kern="1200" cap="none" spc="0" normalizeH="0" baseline="0" noProof="0" dirty="0">
              <a:ln>
                <a:noFill/>
              </a:ln>
              <a:solidFill>
                <a:sysClr val="windowText" lastClr="000000"/>
              </a:solidFill>
              <a:effectLst/>
              <a:uLnTx/>
              <a:uFillTx/>
              <a:latin typeface="+mj-lt"/>
              <a:ea typeface="微软雅黑" panose="020B0503020204020204" pitchFamily="34" charset="-122"/>
              <a:cs typeface="+mn-cs"/>
            </a:endParaRPr>
          </a:p>
          <a:p>
            <a:pPr>
              <a:lnSpc>
                <a:spcPct val="150000"/>
              </a:lnSpc>
              <a:defRPr/>
            </a:pPr>
            <a:r>
              <a:rPr kumimoji="0" lang="zh-CN" altLang="en-US" sz="2400" b="0" i="0" u="none" strike="noStrike" kern="1200" cap="none" spc="0" normalizeH="0" baseline="0" noProof="0" dirty="0">
                <a:ln>
                  <a:noFill/>
                </a:ln>
                <a:solidFill>
                  <a:sysClr val="windowText" lastClr="000000"/>
                </a:solidFill>
                <a:effectLst/>
                <a:uLnTx/>
                <a:uFillTx/>
                <a:latin typeface="+mj-lt"/>
                <a:ea typeface="微软雅黑" panose="020B0503020204020204" pitchFamily="34" charset="-122"/>
                <a:cs typeface="+mn-cs"/>
              </a:rPr>
              <a:t>针对数组运算提供大量的数学函数库。</a:t>
            </a:r>
            <a:endParaRPr kumimoji="0" lang="zh-CN" altLang="en-US" sz="2400" b="0" i="0" u="none" strike="noStrike" kern="1200" cap="none" spc="0" normalizeH="0" baseline="0" noProof="0" dirty="0">
              <a:ln>
                <a:noFill/>
              </a:ln>
              <a:solidFill>
                <a:sysClr val="windowText" lastClr="000000"/>
              </a:solidFill>
              <a:effectLst/>
              <a:uLnTx/>
              <a:uFillTx/>
              <a:latin typeface="+mj-lt"/>
              <a:ea typeface="微软雅黑" panose="020B0503020204020204" pitchFamily="34" charset="-122"/>
              <a:cs typeface="+mn-cs"/>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7.5.1</a:t>
            </a:r>
            <a:endParaRPr lang="zh-CN" altLang="en-US" dirty="0"/>
          </a:p>
        </p:txBody>
      </p:sp>
      <p:sp>
        <p:nvSpPr>
          <p:cNvPr id="3" name="标题 2"/>
          <p:cNvSpPr>
            <a:spLocks noGrp="1"/>
          </p:cNvSpPr>
          <p:nvPr>
            <p:ph type="title"/>
          </p:nvPr>
        </p:nvSpPr>
        <p:spPr/>
        <p:txBody>
          <a:bodyPr/>
          <a:lstStyle/>
          <a:p>
            <a:r>
              <a:rPr lang="zh-CN" altLang="en-US" dirty="0"/>
              <a:t>多维数组</a:t>
            </a:r>
            <a:endParaRPr lang="zh-CN" altLang="en-US" dirty="0"/>
          </a:p>
        </p:txBody>
      </p:sp>
      <p:sp>
        <p:nvSpPr>
          <p:cNvPr id="6" name="内容占位符 1"/>
          <p:cNvSpPr txBox="1"/>
          <p:nvPr/>
        </p:nvSpPr>
        <p:spPr>
          <a:xfrm>
            <a:off x="688043" y="1301158"/>
            <a:ext cx="10815912" cy="4470377"/>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25000"/>
              </a:lnSpc>
              <a:buClr>
                <a:sysClr val="windowText" lastClr="000000"/>
              </a:buClr>
            </a:pPr>
            <a:r>
              <a:rPr lang="en-US" altLang="zh-CN" sz="2400" dirty="0">
                <a:solidFill>
                  <a:sysClr val="windowText" lastClr="000000"/>
                </a:solidFill>
                <a:latin typeface="微软雅黑" panose="020B0503020204020204" pitchFamily="34" charset="-122"/>
                <a:ea typeface="微软雅黑" panose="020B0503020204020204" pitchFamily="34" charset="-122"/>
              </a:rPr>
              <a:t>NumPy </a:t>
            </a:r>
            <a:r>
              <a:rPr lang="zh-CN" altLang="en-US" sz="2400" dirty="0">
                <a:solidFill>
                  <a:sysClr val="windowText" lastClr="000000"/>
                </a:solidFill>
                <a:latin typeface="微软雅黑" panose="020B0503020204020204" pitchFamily="34" charset="-122"/>
                <a:ea typeface="微软雅黑" panose="020B0503020204020204" pitchFamily="34" charset="-122"/>
              </a:rPr>
              <a:t>最基本的</a:t>
            </a:r>
            <a:r>
              <a:rPr lang="zh-CN" altLang="en-US" sz="2400" b="1" dirty="0">
                <a:solidFill>
                  <a:schemeClr val="accent2"/>
                </a:solidFill>
                <a:latin typeface="微软雅黑" panose="020B0503020204020204" pitchFamily="34" charset="-122"/>
                <a:ea typeface="微软雅黑" panose="020B0503020204020204" pitchFamily="34" charset="-122"/>
              </a:rPr>
              <a:t>数据类型</a:t>
            </a:r>
            <a:r>
              <a:rPr lang="zh-CN" altLang="en-US" sz="2400" dirty="0">
                <a:solidFill>
                  <a:sysClr val="windowText" lastClr="000000"/>
                </a:solidFill>
                <a:latin typeface="微软雅黑" panose="020B0503020204020204" pitchFamily="34" charset="-122"/>
                <a:ea typeface="微软雅黑" panose="020B0503020204020204" pitchFamily="34" charset="-122"/>
              </a:rPr>
              <a:t>是 </a:t>
            </a:r>
            <a:r>
              <a:rPr lang="en-US" altLang="zh-CN" sz="2400" b="1" dirty="0" err="1">
                <a:solidFill>
                  <a:schemeClr val="accent2"/>
                </a:solidFill>
                <a:latin typeface="微软雅黑" panose="020B0503020204020204" pitchFamily="34" charset="-122"/>
                <a:ea typeface="微软雅黑" panose="020B0503020204020204" pitchFamily="34" charset="-122"/>
              </a:rPr>
              <a:t>ndarray</a:t>
            </a:r>
            <a:endParaRPr lang="en-US" altLang="zh-CN" sz="2400" b="1" dirty="0">
              <a:solidFill>
                <a:schemeClr val="accent2"/>
              </a:solidFill>
              <a:latin typeface="微软雅黑" panose="020B0503020204020204" pitchFamily="34" charset="-122"/>
              <a:ea typeface="微软雅黑" panose="020B0503020204020204" pitchFamily="34" charset="-122"/>
            </a:endParaRPr>
          </a:p>
          <a:p>
            <a:pPr>
              <a:lnSpc>
                <a:spcPct val="125000"/>
              </a:lnSpc>
              <a:buClr>
                <a:sysClr val="windowText" lastClr="000000"/>
              </a:buClr>
            </a:pPr>
            <a:r>
              <a:rPr lang="en-US" altLang="zh-CN" sz="2400" dirty="0" err="1">
                <a:solidFill>
                  <a:sysClr val="windowText" lastClr="000000"/>
                </a:solidFill>
                <a:latin typeface="微软雅黑" panose="020B0503020204020204" pitchFamily="34" charset="-122"/>
                <a:ea typeface="微软雅黑" panose="020B0503020204020204" pitchFamily="34" charset="-122"/>
              </a:rPr>
              <a:t>ndarray</a:t>
            </a:r>
            <a:r>
              <a:rPr lang="en-US" altLang="zh-CN" sz="2400" dirty="0">
                <a:solidFill>
                  <a:sysClr val="windowText" lastClr="000000"/>
                </a:solidFill>
                <a:latin typeface="微软雅黑" panose="020B0503020204020204" pitchFamily="34" charset="-122"/>
                <a:ea typeface="微软雅黑" panose="020B0503020204020204" pitchFamily="34" charset="-122"/>
              </a:rPr>
              <a:t> </a:t>
            </a:r>
            <a:r>
              <a:rPr lang="zh-CN" altLang="en-US" sz="2400" dirty="0">
                <a:solidFill>
                  <a:sysClr val="windowText" lastClr="000000"/>
                </a:solidFill>
                <a:latin typeface="微软雅黑" panose="020B0503020204020204" pitchFamily="34" charset="-122"/>
                <a:ea typeface="微软雅黑" panose="020B0503020204020204" pitchFamily="34" charset="-122"/>
              </a:rPr>
              <a:t>对象也称为</a:t>
            </a:r>
            <a:r>
              <a:rPr lang="zh-CN" altLang="en-US" sz="2400" b="1" dirty="0">
                <a:solidFill>
                  <a:schemeClr val="accent2"/>
                </a:solidFill>
                <a:latin typeface="微软雅黑" panose="020B0503020204020204" pitchFamily="34" charset="-122"/>
                <a:ea typeface="微软雅黑" panose="020B0503020204020204" pitchFamily="34" charset="-122"/>
              </a:rPr>
              <a:t>多维数组</a:t>
            </a:r>
            <a:r>
              <a:rPr lang="zh-CN" altLang="en-US" sz="2400" dirty="0">
                <a:solidFill>
                  <a:sysClr val="windowText" lastClr="000000"/>
                </a:solidFill>
                <a:latin typeface="微软雅黑" panose="020B0503020204020204" pitchFamily="34" charset="-122"/>
                <a:ea typeface="微软雅黑" panose="020B0503020204020204" pitchFamily="34" charset="-122"/>
              </a:rPr>
              <a:t>，是整个 </a:t>
            </a:r>
            <a:r>
              <a:rPr lang="en-US" altLang="zh-CN" sz="2400" dirty="0">
                <a:solidFill>
                  <a:sysClr val="windowText" lastClr="000000"/>
                </a:solidFill>
                <a:latin typeface="微软雅黑" panose="020B0503020204020204" pitchFamily="34" charset="-122"/>
                <a:ea typeface="微软雅黑" panose="020B0503020204020204" pitchFamily="34" charset="-122"/>
              </a:rPr>
              <a:t>NumPy </a:t>
            </a:r>
            <a:r>
              <a:rPr lang="zh-CN" altLang="en-US" sz="2400" dirty="0">
                <a:solidFill>
                  <a:sysClr val="windowText" lastClr="000000"/>
                </a:solidFill>
                <a:latin typeface="微软雅黑" panose="020B0503020204020204" pitchFamily="34" charset="-122"/>
                <a:ea typeface="微软雅黑" panose="020B0503020204020204" pitchFamily="34" charset="-122"/>
              </a:rPr>
              <a:t>库的核心对象，可以高效地存储大量的数字元素，提高数组运算的速度，还可以与各种扩展库进行数据交换。</a:t>
            </a:r>
            <a:endParaRPr lang="en-US" altLang="zh-CN" sz="2400" dirty="0">
              <a:solidFill>
                <a:sysClr val="windowText" lastClr="000000"/>
              </a:solidFill>
              <a:latin typeface="微软雅黑" panose="020B0503020204020204" pitchFamily="34" charset="-122"/>
              <a:ea typeface="微软雅黑" panose="020B0503020204020204" pitchFamily="34" charset="-122"/>
            </a:endParaRPr>
          </a:p>
          <a:p>
            <a:pPr>
              <a:lnSpc>
                <a:spcPct val="125000"/>
              </a:lnSpc>
              <a:buClr>
                <a:sysClr val="windowText" lastClr="000000"/>
              </a:buClr>
            </a:pPr>
            <a:r>
              <a:rPr lang="zh-CN" altLang="en-US" sz="2400" dirty="0">
                <a:solidFill>
                  <a:sysClr val="windowText" lastClr="000000"/>
                </a:solidFill>
                <a:latin typeface="微软雅黑" panose="020B0503020204020204" pitchFamily="34" charset="-122"/>
                <a:ea typeface="微软雅黑" panose="020B0503020204020204" pitchFamily="34" charset="-122"/>
              </a:rPr>
              <a:t>多维数组与 </a:t>
            </a:r>
            <a:r>
              <a:rPr lang="en-US" altLang="zh-CN" sz="2400" dirty="0">
                <a:solidFill>
                  <a:sysClr val="windowText" lastClr="000000"/>
                </a:solidFill>
                <a:latin typeface="微软雅黑" panose="020B0503020204020204" pitchFamily="34" charset="-122"/>
                <a:ea typeface="微软雅黑" panose="020B0503020204020204" pitchFamily="34" charset="-122"/>
              </a:rPr>
              <a:t>Python </a:t>
            </a:r>
            <a:r>
              <a:rPr lang="zh-CN" altLang="en-US" sz="2400" dirty="0">
                <a:solidFill>
                  <a:sysClr val="windowText" lastClr="000000"/>
                </a:solidFill>
                <a:latin typeface="微软雅黑" panose="020B0503020204020204" pitchFamily="34" charset="-122"/>
                <a:ea typeface="微软雅黑" panose="020B0503020204020204" pitchFamily="34" charset="-122"/>
              </a:rPr>
              <a:t>内置的列表和元组数据类型不同的是，</a:t>
            </a:r>
            <a:r>
              <a:rPr lang="en-US" altLang="zh-CN" sz="2400" dirty="0" err="1">
                <a:solidFill>
                  <a:sysClr val="windowText" lastClr="000000"/>
                </a:solidFill>
                <a:latin typeface="微软雅黑" panose="020B0503020204020204" pitchFamily="34" charset="-122"/>
                <a:ea typeface="微软雅黑" panose="020B0503020204020204" pitchFamily="34" charset="-122"/>
              </a:rPr>
              <a:t>ndarray</a:t>
            </a:r>
            <a:r>
              <a:rPr lang="en-US" altLang="zh-CN" sz="2400" dirty="0">
                <a:solidFill>
                  <a:sysClr val="windowText" lastClr="000000"/>
                </a:solidFill>
                <a:latin typeface="微软雅黑" panose="020B0503020204020204" pitchFamily="34" charset="-122"/>
                <a:ea typeface="微软雅黑" panose="020B0503020204020204" pitchFamily="34" charset="-122"/>
              </a:rPr>
              <a:t> </a:t>
            </a:r>
            <a:r>
              <a:rPr lang="zh-CN" altLang="en-US" sz="2400" dirty="0">
                <a:solidFill>
                  <a:sysClr val="windowText" lastClr="000000"/>
                </a:solidFill>
                <a:latin typeface="微软雅黑" panose="020B0503020204020204" pitchFamily="34" charset="-122"/>
                <a:ea typeface="微软雅黑" panose="020B0503020204020204" pitchFamily="34" charset="-122"/>
              </a:rPr>
              <a:t>中的所有数据</a:t>
            </a:r>
            <a:r>
              <a:rPr lang="zh-CN" altLang="en-US" sz="2400" b="1" dirty="0">
                <a:solidFill>
                  <a:schemeClr val="accent2"/>
                </a:solidFill>
                <a:latin typeface="微软雅黑" panose="020B0503020204020204" pitchFamily="34" charset="-122"/>
                <a:ea typeface="微软雅黑" panose="020B0503020204020204" pitchFamily="34" charset="-122"/>
              </a:rPr>
              <a:t>类型必须相同</a:t>
            </a:r>
            <a:r>
              <a:rPr lang="zh-CN" altLang="en-US" sz="2400" dirty="0">
                <a:solidFill>
                  <a:sysClr val="windowText" lastClr="000000"/>
                </a:solidFill>
                <a:latin typeface="微软雅黑" panose="020B0503020204020204" pitchFamily="34" charset="-122"/>
                <a:ea typeface="微软雅黑" panose="020B0503020204020204" pitchFamily="34" charset="-122"/>
              </a:rPr>
              <a:t>。</a:t>
            </a:r>
            <a:endParaRPr lang="en-US" altLang="zh-CN" sz="2400" dirty="0">
              <a:solidFill>
                <a:srgbClr val="448C27"/>
              </a:solidFill>
              <a:latin typeface="+mj-lt"/>
              <a:ea typeface="微软雅黑" panose="020B0503020204020204" pitchFamily="34" charset="-122"/>
              <a:cs typeface="Cascadia Code" panose="020B0609020000020004" pitchFamily="49" charset="0"/>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7.5.1</a:t>
            </a:r>
            <a:endParaRPr lang="zh-CN" altLang="en-US" dirty="0"/>
          </a:p>
        </p:txBody>
      </p:sp>
      <p:sp>
        <p:nvSpPr>
          <p:cNvPr id="3" name="标题 2"/>
          <p:cNvSpPr>
            <a:spLocks noGrp="1"/>
          </p:cNvSpPr>
          <p:nvPr>
            <p:ph type="title"/>
          </p:nvPr>
        </p:nvSpPr>
        <p:spPr/>
        <p:txBody>
          <a:bodyPr/>
          <a:lstStyle/>
          <a:p>
            <a:r>
              <a:rPr lang="zh-CN" altLang="en-US" dirty="0"/>
              <a:t>多维数组</a:t>
            </a:r>
            <a:endParaRPr lang="zh-CN" altLang="en-US" dirty="0"/>
          </a:p>
        </p:txBody>
      </p:sp>
      <p:sp>
        <p:nvSpPr>
          <p:cNvPr id="2" name="内容占位符 1"/>
          <p:cNvSpPr txBox="1"/>
          <p:nvPr/>
        </p:nvSpPr>
        <p:spPr>
          <a:xfrm>
            <a:off x="688043" y="948183"/>
            <a:ext cx="10815912" cy="535531"/>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25000"/>
              </a:lnSpc>
              <a:buClr>
                <a:sysClr val="windowText" lastClr="000000"/>
              </a:buClr>
            </a:pPr>
            <a:r>
              <a:rPr lang="en-US" altLang="zh-CN" sz="2400" dirty="0">
                <a:solidFill>
                  <a:sysClr val="windowText" lastClr="000000"/>
                </a:solidFill>
                <a:latin typeface="微软雅黑" panose="020B0503020204020204" pitchFamily="34" charset="-122"/>
                <a:ea typeface="微软雅黑" panose="020B0503020204020204" pitchFamily="34" charset="-122"/>
              </a:rPr>
              <a:t>NumPy </a:t>
            </a:r>
            <a:r>
              <a:rPr lang="zh-CN" altLang="en-US" sz="2400" dirty="0">
                <a:solidFill>
                  <a:sysClr val="windowText" lastClr="000000"/>
                </a:solidFill>
                <a:latin typeface="微软雅黑" panose="020B0503020204020204" pitchFamily="34" charset="-122"/>
                <a:ea typeface="微软雅黑" panose="020B0503020204020204" pitchFamily="34" charset="-122"/>
              </a:rPr>
              <a:t>提供了一系列函数用于</a:t>
            </a:r>
            <a:r>
              <a:rPr lang="zh-CN" altLang="en-US" sz="2400" b="1" dirty="0">
                <a:solidFill>
                  <a:schemeClr val="accent2"/>
                </a:solidFill>
                <a:latin typeface="微软雅黑" panose="020B0503020204020204" pitchFamily="34" charset="-122"/>
                <a:ea typeface="微软雅黑" panose="020B0503020204020204" pitchFamily="34" charset="-122"/>
              </a:rPr>
              <a:t>创建数组</a:t>
            </a:r>
            <a:r>
              <a:rPr lang="zh-CN" altLang="en-US" sz="2400" dirty="0">
                <a:solidFill>
                  <a:sysClr val="windowText" lastClr="000000"/>
                </a:solidFill>
                <a:latin typeface="微软雅黑" panose="020B0503020204020204" pitchFamily="34" charset="-122"/>
                <a:ea typeface="微软雅黑" panose="020B0503020204020204" pitchFamily="34" charset="-122"/>
              </a:rPr>
              <a:t>：</a:t>
            </a:r>
            <a:endParaRPr lang="en-US" altLang="zh-CN" sz="2400" dirty="0">
              <a:solidFill>
                <a:srgbClr val="448C27"/>
              </a:solidFill>
              <a:latin typeface="+mj-lt"/>
              <a:ea typeface="微软雅黑" panose="020B0503020204020204" pitchFamily="34" charset="-122"/>
              <a:cs typeface="Cascadia Code" panose="020B0609020000020004" pitchFamily="49" charset="0"/>
            </a:endParaRPr>
          </a:p>
        </p:txBody>
      </p:sp>
      <p:graphicFrame>
        <p:nvGraphicFramePr>
          <p:cNvPr id="5" name="表格 4"/>
          <p:cNvGraphicFramePr>
            <a:graphicFrameLocks noGrp="1"/>
          </p:cNvGraphicFramePr>
          <p:nvPr/>
        </p:nvGraphicFramePr>
        <p:xfrm>
          <a:off x="321782" y="1523042"/>
          <a:ext cx="11548434" cy="5149072"/>
        </p:xfrm>
        <a:graphic>
          <a:graphicData uri="http://schemas.openxmlformats.org/drawingml/2006/table">
            <a:tbl>
              <a:tblPr firstRow="1" firstCol="1" bandRow="1">
                <a:tableStyleId>{5C22544A-7EE6-4342-B048-85BDC9FD1C3A}</a:tableStyleId>
              </a:tblPr>
              <a:tblGrid>
                <a:gridCol w="4584695"/>
                <a:gridCol w="6963739"/>
              </a:tblGrid>
              <a:tr h="544634">
                <a:tc>
                  <a:txBody>
                    <a:bodyPr/>
                    <a:lstStyle/>
                    <a:p>
                      <a:pPr algn="ctr"/>
                      <a:r>
                        <a:rPr lang="en-US" sz="2400" kern="0" dirty="0" err="1">
                          <a:effectLst/>
                          <a:latin typeface="+mj-lt"/>
                        </a:rPr>
                        <a:t>函数</a:t>
                      </a:r>
                      <a:endParaRPr lang="zh-CN" sz="3200" kern="100" dirty="0">
                        <a:effectLst/>
                        <a:latin typeface="+mj-lt"/>
                        <a:ea typeface="等线" panose="02010600030101010101" pitchFamily="2" charset="-122"/>
                        <a:cs typeface="Times New Roman" panose="02020603050405020304" pitchFamily="18" charset="0"/>
                      </a:endParaRPr>
                    </a:p>
                  </a:txBody>
                  <a:tcPr marL="9525" marR="9525" marT="9525" marB="9525" anchor="ctr"/>
                </a:tc>
                <a:tc>
                  <a:txBody>
                    <a:bodyPr/>
                    <a:lstStyle/>
                    <a:p>
                      <a:pPr algn="ctr"/>
                      <a:r>
                        <a:rPr lang="en-US" sz="2400" kern="0" dirty="0" err="1">
                          <a:effectLst/>
                          <a:latin typeface="+mj-lt"/>
                        </a:rPr>
                        <a:t>描述</a:t>
                      </a:r>
                      <a:endParaRPr lang="zh-CN" sz="3200" kern="100" dirty="0">
                        <a:effectLst/>
                        <a:latin typeface="+mj-lt"/>
                        <a:ea typeface="等线" panose="02010600030101010101" pitchFamily="2" charset="-122"/>
                        <a:cs typeface="Times New Roman" panose="02020603050405020304" pitchFamily="18" charset="0"/>
                      </a:endParaRPr>
                    </a:p>
                  </a:txBody>
                  <a:tcPr marL="9525" marR="9525" marT="9525" marB="9525" anchor="ctr"/>
                </a:tc>
              </a:tr>
              <a:tr h="544634">
                <a:tc>
                  <a:txBody>
                    <a:bodyPr/>
                    <a:lstStyle/>
                    <a:p>
                      <a:pPr algn="l"/>
                      <a:r>
                        <a:rPr lang="en-US" sz="2000" kern="0" dirty="0">
                          <a:effectLst/>
                          <a:latin typeface="+mj-lt"/>
                        </a:rPr>
                        <a:t> array([</a:t>
                      </a:r>
                      <a:r>
                        <a:rPr lang="en-US" sz="2000" kern="0" dirty="0" err="1">
                          <a:effectLst/>
                          <a:latin typeface="+mj-lt"/>
                        </a:rPr>
                        <a:t>x,y,x</a:t>
                      </a:r>
                      <a:r>
                        <a:rPr lang="en-US" sz="2000" kern="0" dirty="0">
                          <a:effectLst/>
                          <a:latin typeface="+mj-lt"/>
                        </a:rPr>
                        <a:t>],</a:t>
                      </a:r>
                      <a:r>
                        <a:rPr lang="en-US" sz="2000" kern="0" dirty="0" err="1">
                          <a:effectLst/>
                          <a:latin typeface="+mj-lt"/>
                        </a:rPr>
                        <a:t>dtype</a:t>
                      </a:r>
                      <a:r>
                        <a:rPr lang="en-US" sz="2000" kern="0" dirty="0">
                          <a:effectLst/>
                          <a:latin typeface="+mj-lt"/>
                        </a:rPr>
                        <a:t> = int)</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sz="2000" kern="0" dirty="0" err="1">
                          <a:effectLst/>
                          <a:latin typeface="+mj-lt"/>
                        </a:rPr>
                        <a:t>将</a:t>
                      </a:r>
                      <a:r>
                        <a:rPr lang="en-US" sz="2000" b="1" kern="0" dirty="0" err="1">
                          <a:solidFill>
                            <a:schemeClr val="accent2"/>
                          </a:solidFill>
                          <a:effectLst/>
                          <a:latin typeface="+mj-lt"/>
                        </a:rPr>
                        <a:t>列表转换</a:t>
                      </a:r>
                      <a:r>
                        <a:rPr lang="en-US" sz="2000" kern="0" dirty="0" err="1">
                          <a:effectLst/>
                          <a:latin typeface="+mj-lt"/>
                        </a:rPr>
                        <a:t>为数组</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r>
              <a:tr h="544634">
                <a:tc>
                  <a:txBody>
                    <a:bodyPr/>
                    <a:lstStyle/>
                    <a:p>
                      <a:pPr algn="l"/>
                      <a:r>
                        <a:rPr lang="en-US" sz="2000" kern="0" dirty="0">
                          <a:effectLst/>
                          <a:latin typeface="+mj-lt"/>
                        </a:rPr>
                        <a:t> </a:t>
                      </a:r>
                      <a:r>
                        <a:rPr lang="en-US" sz="2000" kern="0" dirty="0" err="1">
                          <a:effectLst/>
                          <a:latin typeface="+mj-lt"/>
                        </a:rPr>
                        <a:t>arange</a:t>
                      </a:r>
                      <a:r>
                        <a:rPr lang="en-US" sz="2000" kern="0" dirty="0">
                          <a:effectLst/>
                          <a:latin typeface="+mj-lt"/>
                        </a:rPr>
                        <a:t>([x,]y[,</a:t>
                      </a:r>
                      <a:r>
                        <a:rPr lang="en-US" sz="2000" kern="0" dirty="0" err="1">
                          <a:effectLst/>
                          <a:latin typeface="+mj-lt"/>
                        </a:rPr>
                        <a:t>i</a:t>
                      </a:r>
                      <a:r>
                        <a:rPr lang="en-US" sz="2000" kern="0" dirty="0">
                          <a:effectLst/>
                          <a:latin typeface="+mj-lt"/>
                        </a:rPr>
                        <a:t>])</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zh-CN" sz="2000" kern="0" dirty="0">
                          <a:effectLst/>
                          <a:latin typeface="+mj-lt"/>
                        </a:rPr>
                        <a:t>创建从</a:t>
                      </a:r>
                      <a:r>
                        <a:rPr lang="en-US" altLang="zh-CN" sz="2000" kern="0" dirty="0">
                          <a:effectLst/>
                          <a:latin typeface="+mj-lt"/>
                        </a:rPr>
                        <a:t> </a:t>
                      </a:r>
                      <a:r>
                        <a:rPr lang="en-US" sz="2000" b="1" kern="0" dirty="0">
                          <a:solidFill>
                            <a:schemeClr val="accent2"/>
                          </a:solidFill>
                          <a:effectLst/>
                          <a:latin typeface="+mj-lt"/>
                        </a:rPr>
                        <a:t>x</a:t>
                      </a:r>
                      <a:r>
                        <a:rPr lang="en-US" sz="2000" kern="0" dirty="0">
                          <a:effectLst/>
                          <a:latin typeface="+mj-lt"/>
                        </a:rPr>
                        <a:t> </a:t>
                      </a:r>
                      <a:r>
                        <a:rPr lang="zh-CN" sz="2000" kern="0" dirty="0">
                          <a:effectLst/>
                          <a:latin typeface="+mj-lt"/>
                        </a:rPr>
                        <a:t>到</a:t>
                      </a:r>
                      <a:r>
                        <a:rPr lang="en-US" altLang="zh-CN" sz="2000" kern="0" dirty="0">
                          <a:effectLst/>
                          <a:latin typeface="+mj-lt"/>
                        </a:rPr>
                        <a:t> </a:t>
                      </a:r>
                      <a:r>
                        <a:rPr lang="en-US" sz="2000" b="1" kern="0" dirty="0">
                          <a:solidFill>
                            <a:schemeClr val="accent2"/>
                          </a:solidFill>
                          <a:effectLst/>
                          <a:latin typeface="+mj-lt"/>
                          <a:ea typeface="+mn-ea"/>
                          <a:cs typeface="+mn-cs"/>
                        </a:rPr>
                        <a:t>y</a:t>
                      </a:r>
                      <a:r>
                        <a:rPr lang="zh-CN" sz="2000" kern="0" dirty="0">
                          <a:effectLst/>
                          <a:latin typeface="+mj-lt"/>
                        </a:rPr>
                        <a:t>，步长为</a:t>
                      </a:r>
                      <a:r>
                        <a:rPr lang="en-US" altLang="zh-CN" sz="2000" kern="0" dirty="0">
                          <a:effectLst/>
                          <a:latin typeface="+mj-lt"/>
                        </a:rPr>
                        <a:t> </a:t>
                      </a:r>
                      <a:r>
                        <a:rPr lang="en-US" sz="2000" b="1" kern="0" dirty="0" err="1">
                          <a:solidFill>
                            <a:schemeClr val="accent2"/>
                          </a:solidFill>
                          <a:effectLst/>
                          <a:latin typeface="+mj-lt"/>
                          <a:ea typeface="+mn-ea"/>
                          <a:cs typeface="+mn-cs"/>
                        </a:rPr>
                        <a:t>i</a:t>
                      </a:r>
                      <a:r>
                        <a:rPr lang="en-US" sz="2000" kern="0" dirty="0">
                          <a:effectLst/>
                          <a:latin typeface="+mj-lt"/>
                        </a:rPr>
                        <a:t> </a:t>
                      </a:r>
                      <a:r>
                        <a:rPr lang="zh-CN" sz="2000" kern="0" dirty="0">
                          <a:effectLst/>
                          <a:latin typeface="+mj-lt"/>
                        </a:rPr>
                        <a:t>的数组</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r>
              <a:tr h="544634">
                <a:tc>
                  <a:txBody>
                    <a:bodyPr/>
                    <a:lstStyle/>
                    <a:p>
                      <a:pPr algn="l"/>
                      <a:r>
                        <a:rPr lang="en-US" sz="2000" kern="0" dirty="0">
                          <a:effectLst/>
                          <a:latin typeface="+mj-lt"/>
                        </a:rPr>
                        <a:t> </a:t>
                      </a:r>
                      <a:r>
                        <a:rPr lang="en-US" sz="2000" kern="0" dirty="0" err="1">
                          <a:effectLst/>
                          <a:latin typeface="+mj-lt"/>
                        </a:rPr>
                        <a:t>linspace</a:t>
                      </a:r>
                      <a:r>
                        <a:rPr lang="en-US" sz="2000" kern="0" dirty="0">
                          <a:effectLst/>
                          <a:latin typeface="+mj-lt"/>
                        </a:rPr>
                        <a:t>(</a:t>
                      </a:r>
                      <a:r>
                        <a:rPr lang="en-US" sz="2000" kern="0" dirty="0" err="1">
                          <a:effectLst/>
                          <a:latin typeface="+mj-lt"/>
                        </a:rPr>
                        <a:t>x,y</a:t>
                      </a:r>
                      <a:r>
                        <a:rPr lang="en-US" sz="2000" kern="0" dirty="0">
                          <a:effectLst/>
                          <a:latin typeface="+mj-lt"/>
                        </a:rPr>
                        <a:t>[,n])</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zh-CN" sz="2000" kern="0" dirty="0">
                          <a:effectLst/>
                          <a:latin typeface="+mj-lt"/>
                        </a:rPr>
                        <a:t>参数为起始值、终止值和元素总数，创建</a:t>
                      </a:r>
                      <a:r>
                        <a:rPr lang="zh-CN" altLang="en-US" sz="2000" b="1" kern="0" dirty="0">
                          <a:solidFill>
                            <a:schemeClr val="accent2"/>
                          </a:solidFill>
                          <a:effectLst/>
                          <a:latin typeface="+mj-lt"/>
                          <a:ea typeface="+mn-ea"/>
                          <a:cs typeface="+mn-cs"/>
                        </a:rPr>
                        <a:t>一维等差</a:t>
                      </a:r>
                      <a:r>
                        <a:rPr lang="zh-CN" sz="2000" kern="0" dirty="0">
                          <a:effectLst/>
                          <a:latin typeface="+mj-lt"/>
                        </a:rPr>
                        <a:t>数组</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r>
              <a:tr h="544634">
                <a:tc>
                  <a:txBody>
                    <a:bodyPr/>
                    <a:lstStyle/>
                    <a:p>
                      <a:pPr algn="l"/>
                      <a:r>
                        <a:rPr lang="en-US" sz="2000" kern="0" dirty="0">
                          <a:effectLst/>
                          <a:latin typeface="+mj-lt"/>
                        </a:rPr>
                        <a:t> </a:t>
                      </a:r>
                      <a:r>
                        <a:rPr lang="en-US" sz="2000" kern="0" dirty="0" err="1">
                          <a:effectLst/>
                          <a:latin typeface="+mj-lt"/>
                        </a:rPr>
                        <a:t>logspace</a:t>
                      </a:r>
                      <a:r>
                        <a:rPr lang="en-US" sz="2000" kern="0" dirty="0">
                          <a:effectLst/>
                          <a:latin typeface="+mj-lt"/>
                        </a:rPr>
                        <a:t>(</a:t>
                      </a:r>
                      <a:r>
                        <a:rPr lang="en-US" sz="2000" kern="0" dirty="0" err="1">
                          <a:effectLst/>
                          <a:latin typeface="+mj-lt"/>
                        </a:rPr>
                        <a:t>x,y</a:t>
                      </a:r>
                      <a:r>
                        <a:rPr lang="en-US" sz="2000" kern="0" dirty="0">
                          <a:effectLst/>
                          <a:latin typeface="+mj-lt"/>
                        </a:rPr>
                        <a:t>[,n])</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zh-CN" sz="2000" kern="0" dirty="0">
                          <a:effectLst/>
                          <a:latin typeface="+mj-lt"/>
                        </a:rPr>
                        <a:t>参数为起始值、终止值和元素总数，创建</a:t>
                      </a:r>
                      <a:r>
                        <a:rPr lang="zh-CN" altLang="en-US" sz="2000" b="1" kern="0" dirty="0">
                          <a:solidFill>
                            <a:schemeClr val="accent2"/>
                          </a:solidFill>
                          <a:effectLst/>
                          <a:latin typeface="+mj-lt"/>
                          <a:ea typeface="+mn-ea"/>
                          <a:cs typeface="+mn-cs"/>
                        </a:rPr>
                        <a:t>一维等比</a:t>
                      </a:r>
                      <a:r>
                        <a:rPr lang="zh-CN" sz="2000" kern="0" dirty="0">
                          <a:effectLst/>
                          <a:latin typeface="+mj-lt"/>
                        </a:rPr>
                        <a:t>数组</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r>
              <a:tr h="544634">
                <a:tc>
                  <a:txBody>
                    <a:bodyPr/>
                    <a:lstStyle/>
                    <a:p>
                      <a:pPr algn="l"/>
                      <a:r>
                        <a:rPr lang="en-US" sz="2000" kern="0" dirty="0">
                          <a:effectLst/>
                          <a:latin typeface="+mj-lt"/>
                        </a:rPr>
                        <a:t> </a:t>
                      </a:r>
                      <a:r>
                        <a:rPr lang="en-US" sz="2000" kern="0" dirty="0" err="1">
                          <a:effectLst/>
                          <a:latin typeface="+mj-lt"/>
                        </a:rPr>
                        <a:t>random.rand</a:t>
                      </a:r>
                      <a:r>
                        <a:rPr lang="en-US" sz="2000" kern="0" dirty="0">
                          <a:effectLst/>
                          <a:latin typeface="+mj-lt"/>
                        </a:rPr>
                        <a:t>(</a:t>
                      </a:r>
                      <a:r>
                        <a:rPr lang="en-US" sz="2000" kern="0" dirty="0" err="1">
                          <a:effectLst/>
                          <a:latin typeface="+mj-lt"/>
                        </a:rPr>
                        <a:t>m,n</a:t>
                      </a:r>
                      <a:r>
                        <a:rPr lang="en-US" sz="2000" kern="0" dirty="0">
                          <a:effectLst/>
                          <a:latin typeface="+mj-lt"/>
                        </a:rPr>
                        <a:t>)</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zh-CN" sz="2000" kern="0" dirty="0">
                          <a:effectLst/>
                          <a:latin typeface="+mj-lt"/>
                        </a:rPr>
                        <a:t>创建</a:t>
                      </a:r>
                      <a:r>
                        <a:rPr lang="en-US" altLang="zh-CN" sz="2000" kern="0" dirty="0">
                          <a:effectLst/>
                          <a:latin typeface="+mj-lt"/>
                        </a:rPr>
                        <a:t> </a:t>
                      </a:r>
                      <a:r>
                        <a:rPr lang="en-US" sz="2000" kern="0" dirty="0">
                          <a:effectLst/>
                          <a:latin typeface="+mj-lt"/>
                        </a:rPr>
                        <a:t>m </a:t>
                      </a:r>
                      <a:r>
                        <a:rPr lang="zh-CN" sz="2000" kern="0" dirty="0">
                          <a:effectLst/>
                          <a:latin typeface="+mj-lt"/>
                        </a:rPr>
                        <a:t>行</a:t>
                      </a:r>
                      <a:r>
                        <a:rPr lang="en-US" altLang="zh-CN" sz="2000" kern="0" dirty="0">
                          <a:effectLst/>
                          <a:latin typeface="+mj-lt"/>
                        </a:rPr>
                        <a:t> </a:t>
                      </a:r>
                      <a:r>
                        <a:rPr lang="en-US" sz="2000" kern="0" dirty="0">
                          <a:effectLst/>
                          <a:latin typeface="+mj-lt"/>
                        </a:rPr>
                        <a:t>n </a:t>
                      </a:r>
                      <a:r>
                        <a:rPr lang="zh-CN" sz="2000" kern="0" dirty="0">
                          <a:effectLst/>
                          <a:latin typeface="+mj-lt"/>
                        </a:rPr>
                        <a:t>列的</a:t>
                      </a:r>
                      <a:r>
                        <a:rPr lang="zh-CN" altLang="en-US" sz="2000" b="1" kern="0" dirty="0">
                          <a:solidFill>
                            <a:schemeClr val="accent2"/>
                          </a:solidFill>
                          <a:effectLst/>
                          <a:latin typeface="+mj-lt"/>
                          <a:ea typeface="+mn-ea"/>
                          <a:cs typeface="+mn-cs"/>
                        </a:rPr>
                        <a:t>随机数组</a:t>
                      </a:r>
                      <a:endParaRPr lang="zh-CN" altLang="en-US" sz="2000" b="1" kern="0" dirty="0">
                        <a:solidFill>
                          <a:schemeClr val="accent2"/>
                        </a:solidFill>
                        <a:effectLst/>
                        <a:latin typeface="+mj-lt"/>
                        <a:ea typeface="+mn-ea"/>
                        <a:cs typeface="+mn-cs"/>
                      </a:endParaRPr>
                    </a:p>
                  </a:txBody>
                  <a:tcPr marL="9525" marR="9525" marT="9525" marB="9525" anchor="ctr"/>
                </a:tc>
              </a:tr>
              <a:tr h="544634">
                <a:tc>
                  <a:txBody>
                    <a:bodyPr/>
                    <a:lstStyle/>
                    <a:p>
                      <a:pPr algn="l"/>
                      <a:r>
                        <a:rPr lang="en-US" sz="1800" kern="0" dirty="0">
                          <a:effectLst/>
                          <a:latin typeface="+mj-lt"/>
                        </a:rPr>
                        <a:t> zeros(shape, </a:t>
                      </a:r>
                      <a:r>
                        <a:rPr lang="en-US" sz="1800" kern="0" dirty="0" err="1">
                          <a:effectLst/>
                          <a:latin typeface="+mj-lt"/>
                        </a:rPr>
                        <a:t>dtype</a:t>
                      </a:r>
                      <a:r>
                        <a:rPr lang="en-US" sz="1800" kern="0" dirty="0">
                          <a:effectLst/>
                          <a:latin typeface="+mj-lt"/>
                        </a:rPr>
                        <a:t>=float, order='C')</a:t>
                      </a:r>
                      <a:endParaRPr lang="zh-CN" sz="2400" kern="100" dirty="0">
                        <a:effectLst/>
                        <a:latin typeface="+mj-lt"/>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zh-CN" sz="2000" kern="0" dirty="0">
                          <a:effectLst/>
                          <a:latin typeface="+mj-lt"/>
                        </a:rPr>
                        <a:t>创建</a:t>
                      </a:r>
                      <a:r>
                        <a:rPr lang="zh-CN" altLang="en-US" sz="2000" b="1" kern="0" dirty="0">
                          <a:solidFill>
                            <a:schemeClr val="accent2"/>
                          </a:solidFill>
                          <a:effectLst/>
                          <a:latin typeface="+mj-lt"/>
                          <a:ea typeface="+mn-ea"/>
                          <a:cs typeface="+mn-cs"/>
                        </a:rPr>
                        <a:t>全</a:t>
                      </a:r>
                      <a:r>
                        <a:rPr lang="en-US" altLang="zh-CN" sz="2000" b="1" kern="0" dirty="0">
                          <a:solidFill>
                            <a:schemeClr val="accent2"/>
                          </a:solidFill>
                          <a:effectLst/>
                          <a:latin typeface="+mj-lt"/>
                          <a:ea typeface="+mn-ea"/>
                          <a:cs typeface="+mn-cs"/>
                        </a:rPr>
                        <a:t> </a:t>
                      </a:r>
                      <a:r>
                        <a:rPr lang="en-US" sz="2000" b="1" kern="0" dirty="0">
                          <a:solidFill>
                            <a:schemeClr val="accent2"/>
                          </a:solidFill>
                          <a:effectLst/>
                          <a:latin typeface="+mj-lt"/>
                          <a:ea typeface="+mn-ea"/>
                          <a:cs typeface="+mn-cs"/>
                        </a:rPr>
                        <a:t>0 </a:t>
                      </a:r>
                      <a:r>
                        <a:rPr lang="zh-CN" sz="2000" kern="0" dirty="0">
                          <a:effectLst/>
                          <a:latin typeface="+mj-lt"/>
                        </a:rPr>
                        <a:t>数组，</a:t>
                      </a:r>
                      <a:r>
                        <a:rPr lang="en-US" sz="2000" kern="0" dirty="0">
                          <a:effectLst/>
                          <a:latin typeface="+mj-lt"/>
                        </a:rPr>
                        <a:t>shape</a:t>
                      </a:r>
                      <a:r>
                        <a:rPr lang="zh-CN" sz="2000" kern="0" dirty="0">
                          <a:effectLst/>
                          <a:latin typeface="+mj-lt"/>
                        </a:rPr>
                        <a:t>要以元组格式传入，表示行与列的数量</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r>
              <a:tr h="544634">
                <a:tc>
                  <a:txBody>
                    <a:bodyPr/>
                    <a:lstStyle/>
                    <a:p>
                      <a:pPr algn="l"/>
                      <a:r>
                        <a:rPr lang="en-US" sz="1800" kern="0" dirty="0">
                          <a:effectLst/>
                          <a:latin typeface="+mj-lt"/>
                        </a:rPr>
                        <a:t> ones(shape, </a:t>
                      </a:r>
                      <a:r>
                        <a:rPr lang="en-US" sz="1800" kern="0" dirty="0" err="1">
                          <a:effectLst/>
                          <a:latin typeface="+mj-lt"/>
                        </a:rPr>
                        <a:t>dtype</a:t>
                      </a:r>
                      <a:r>
                        <a:rPr lang="en-US" sz="1800" kern="0" dirty="0">
                          <a:effectLst/>
                          <a:latin typeface="+mj-lt"/>
                        </a:rPr>
                        <a:t>=None, order='C')</a:t>
                      </a:r>
                      <a:endParaRPr lang="zh-CN" sz="2400" kern="100" dirty="0">
                        <a:effectLst/>
                        <a:latin typeface="+mj-lt"/>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zh-CN" sz="2000" kern="0" dirty="0">
                          <a:effectLst/>
                          <a:latin typeface="+mj-lt"/>
                        </a:rPr>
                        <a:t>创建</a:t>
                      </a:r>
                      <a:r>
                        <a:rPr lang="zh-CN" altLang="en-US" sz="2000" b="1" kern="0" dirty="0">
                          <a:solidFill>
                            <a:schemeClr val="accent2"/>
                          </a:solidFill>
                          <a:effectLst/>
                          <a:latin typeface="+mj-lt"/>
                          <a:ea typeface="+mn-ea"/>
                          <a:cs typeface="+mn-cs"/>
                        </a:rPr>
                        <a:t>全</a:t>
                      </a:r>
                      <a:r>
                        <a:rPr lang="en-US" altLang="zh-CN" sz="2000" b="1" kern="0" dirty="0">
                          <a:solidFill>
                            <a:schemeClr val="accent2"/>
                          </a:solidFill>
                          <a:effectLst/>
                          <a:latin typeface="+mj-lt"/>
                          <a:ea typeface="+mn-ea"/>
                          <a:cs typeface="+mn-cs"/>
                        </a:rPr>
                        <a:t> </a:t>
                      </a:r>
                      <a:r>
                        <a:rPr lang="en-US" sz="2000" b="1" kern="0" dirty="0">
                          <a:solidFill>
                            <a:schemeClr val="accent2"/>
                          </a:solidFill>
                          <a:effectLst/>
                          <a:latin typeface="+mj-lt"/>
                          <a:ea typeface="+mn-ea"/>
                          <a:cs typeface="+mn-cs"/>
                        </a:rPr>
                        <a:t>1 </a:t>
                      </a:r>
                      <a:r>
                        <a:rPr lang="zh-CN" sz="2000" kern="0" dirty="0">
                          <a:effectLst/>
                          <a:latin typeface="+mj-lt"/>
                        </a:rPr>
                        <a:t>数组，</a:t>
                      </a:r>
                      <a:r>
                        <a:rPr lang="en-US" sz="2000" kern="0" dirty="0">
                          <a:effectLst/>
                          <a:latin typeface="+mj-lt"/>
                        </a:rPr>
                        <a:t>shape</a:t>
                      </a:r>
                      <a:r>
                        <a:rPr lang="zh-CN" sz="2000" kern="0" dirty="0">
                          <a:effectLst/>
                          <a:latin typeface="+mj-lt"/>
                        </a:rPr>
                        <a:t>要以元组格式传入，表示行与列的数量</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r>
              <a:tr h="792000">
                <a:tc>
                  <a:txBody>
                    <a:bodyPr/>
                    <a:lstStyle/>
                    <a:p>
                      <a:pPr algn="l"/>
                      <a:r>
                        <a:rPr lang="en-US" sz="1800" kern="0" dirty="0">
                          <a:effectLst/>
                          <a:latin typeface="+mj-lt"/>
                        </a:rPr>
                        <a:t> empty(shape, </a:t>
                      </a:r>
                      <a:r>
                        <a:rPr lang="en-US" sz="1800" kern="0" dirty="0" err="1">
                          <a:effectLst/>
                          <a:latin typeface="+mj-lt"/>
                        </a:rPr>
                        <a:t>dtype</a:t>
                      </a:r>
                      <a:r>
                        <a:rPr lang="en-US" sz="1800" kern="0" dirty="0">
                          <a:effectLst/>
                          <a:latin typeface="+mj-lt"/>
                        </a:rPr>
                        <a:t>=None, order='C')</a:t>
                      </a:r>
                      <a:endParaRPr lang="zh-CN" sz="2400" kern="100" dirty="0">
                        <a:effectLst/>
                        <a:latin typeface="+mj-lt"/>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zh-CN" sz="2000" kern="0" dirty="0">
                          <a:effectLst/>
                          <a:latin typeface="+mj-lt"/>
                        </a:rPr>
                        <a:t>创建拥有趋近</a:t>
                      </a:r>
                      <a:r>
                        <a:rPr lang="en-US" altLang="zh-CN" sz="2000" kern="0" dirty="0">
                          <a:effectLst/>
                          <a:latin typeface="+mj-lt"/>
                        </a:rPr>
                        <a:t> </a:t>
                      </a:r>
                      <a:r>
                        <a:rPr lang="en-US" sz="2000" kern="0" dirty="0">
                          <a:effectLst/>
                          <a:latin typeface="+mj-lt"/>
                        </a:rPr>
                        <a:t>0 </a:t>
                      </a:r>
                      <a:r>
                        <a:rPr lang="zh-CN" sz="2000" kern="0" dirty="0">
                          <a:effectLst/>
                          <a:latin typeface="+mj-lt"/>
                        </a:rPr>
                        <a:t>值的数组，</a:t>
                      </a:r>
                      <a:r>
                        <a:rPr lang="en-US" sz="2000" kern="0" dirty="0">
                          <a:effectLst/>
                          <a:latin typeface="+mj-lt"/>
                        </a:rPr>
                        <a:t>shape </a:t>
                      </a:r>
                      <a:r>
                        <a:rPr lang="zh-CN" sz="2000" kern="0" dirty="0">
                          <a:effectLst/>
                          <a:latin typeface="+mj-lt"/>
                        </a:rPr>
                        <a:t>要以元组格式传入，表示行与列的数量</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r>
            </a:tbl>
          </a:graphicData>
        </a:graphic>
      </p:graphicFrame>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7.5.1</a:t>
            </a:r>
            <a:endParaRPr lang="zh-CN" altLang="en-US" dirty="0"/>
          </a:p>
        </p:txBody>
      </p:sp>
      <p:sp>
        <p:nvSpPr>
          <p:cNvPr id="3" name="标题 2"/>
          <p:cNvSpPr>
            <a:spLocks noGrp="1"/>
          </p:cNvSpPr>
          <p:nvPr>
            <p:ph type="title"/>
          </p:nvPr>
        </p:nvSpPr>
        <p:spPr/>
        <p:txBody>
          <a:bodyPr/>
          <a:lstStyle/>
          <a:p>
            <a:r>
              <a:rPr lang="zh-CN" altLang="en-US" dirty="0"/>
              <a:t>多维数组</a:t>
            </a:r>
            <a:endParaRPr lang="zh-CN" altLang="en-US" dirty="0"/>
          </a:p>
        </p:txBody>
      </p:sp>
      <p:sp>
        <p:nvSpPr>
          <p:cNvPr id="2" name="内容占位符 4"/>
          <p:cNvSpPr txBox="1"/>
          <p:nvPr/>
        </p:nvSpPr>
        <p:spPr>
          <a:xfrm>
            <a:off x="838200" y="928354"/>
            <a:ext cx="10515600" cy="1916445"/>
          </a:xfrm>
          <a:prstGeom prst="rect">
            <a:avLst/>
          </a:prstGeom>
          <a:noFill/>
          <a:ln>
            <a:noFill/>
          </a:ln>
          <a:effectLst/>
        </p:spPr>
        <p:txBody>
          <a:bodyPr vert="horz" lIns="91440" tIns="45720" rIns="91440" bIns="45720" rtlCol="0">
            <a:norm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457200" lvl="1" indent="-457200">
              <a:lnSpc>
                <a:spcPct val="150000"/>
              </a:lnSpc>
              <a:spcBef>
                <a:spcPts val="0"/>
              </a:spcBef>
              <a:buClr>
                <a:srgbClr val="0070C0"/>
              </a:buClr>
              <a:buFont typeface="+mj-lt"/>
              <a:buAutoNum type="arabicPeriod"/>
              <a:defRPr/>
            </a:pPr>
            <a:r>
              <a:rPr lang="en-US" altLang="zh-CN" b="1" dirty="0">
                <a:solidFill>
                  <a:srgbClr val="0070C0"/>
                </a:solidFill>
                <a:latin typeface="微软雅黑" panose="020B0503020204020204" pitchFamily="34" charset="-122"/>
                <a:ea typeface="微软雅黑" panose="020B0503020204020204" pitchFamily="34" charset="-122"/>
              </a:rPr>
              <a:t>array() </a:t>
            </a:r>
            <a:r>
              <a:rPr lang="zh-CN" altLang="en-US" b="1" dirty="0">
                <a:solidFill>
                  <a:srgbClr val="0070C0"/>
                </a:solidFill>
                <a:latin typeface="微软雅黑" panose="020B0503020204020204" pitchFamily="34" charset="-122"/>
                <a:ea typeface="微软雅黑" panose="020B0503020204020204" pitchFamily="34" charset="-122"/>
              </a:rPr>
              <a:t>函数</a:t>
            </a:r>
            <a:endParaRPr kumimoji="0" lang="zh-CN" altLang="en-US"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a:p>
            <a:pPr marL="342900" lvl="1" indent="-342900">
              <a:lnSpc>
                <a:spcPct val="150000"/>
              </a:lnSpc>
              <a:spcBef>
                <a:spcPts val="0"/>
              </a:spcBef>
              <a:buClr>
                <a:sysClr val="windowText" lastClr="000000"/>
              </a:buClr>
            </a:pPr>
            <a:r>
              <a:rPr lang="zh-CN" altLang="en-US" dirty="0">
                <a:solidFill>
                  <a:sysClr val="windowText" lastClr="000000"/>
                </a:solidFill>
                <a:latin typeface="微软雅黑" panose="020B0503020204020204" pitchFamily="34" charset="-122"/>
                <a:ea typeface="微软雅黑" panose="020B0503020204020204" pitchFamily="34" charset="-122"/>
              </a:rPr>
              <a:t>可以用于从</a:t>
            </a:r>
            <a:r>
              <a:rPr lang="zh-CN" altLang="en-US" b="1" dirty="0">
                <a:solidFill>
                  <a:schemeClr val="accent2"/>
                </a:solidFill>
                <a:latin typeface="微软雅黑" panose="020B0503020204020204" pitchFamily="34" charset="-122"/>
                <a:ea typeface="微软雅黑" panose="020B0503020204020204" pitchFamily="34" charset="-122"/>
              </a:rPr>
              <a:t>列表</a:t>
            </a:r>
            <a:r>
              <a:rPr lang="zh-CN" altLang="en-US" dirty="0">
                <a:solidFill>
                  <a:sysClr val="windowText" lastClr="000000"/>
                </a:solidFill>
                <a:latin typeface="微软雅黑" panose="020B0503020204020204" pitchFamily="34" charset="-122"/>
                <a:ea typeface="微软雅黑" panose="020B0503020204020204" pitchFamily="34" charset="-122"/>
              </a:rPr>
              <a:t>和</a:t>
            </a:r>
            <a:r>
              <a:rPr lang="zh-CN" altLang="en-US" b="1" dirty="0">
                <a:solidFill>
                  <a:schemeClr val="accent2"/>
                </a:solidFill>
                <a:latin typeface="微软雅黑" panose="020B0503020204020204" pitchFamily="34" charset="-122"/>
                <a:ea typeface="微软雅黑" panose="020B0503020204020204" pitchFamily="34" charset="-122"/>
              </a:rPr>
              <a:t>元组</a:t>
            </a:r>
            <a:r>
              <a:rPr lang="zh-CN" altLang="en-US" dirty="0">
                <a:solidFill>
                  <a:sysClr val="windowText" lastClr="000000"/>
                </a:solidFill>
                <a:latin typeface="微软雅黑" panose="020B0503020204020204" pitchFamily="34" charset="-122"/>
                <a:ea typeface="微软雅黑" panose="020B0503020204020204" pitchFamily="34" charset="-122"/>
              </a:rPr>
              <a:t>创建数组</a:t>
            </a:r>
            <a:endParaRPr lang="en-US" altLang="zh-CN" dirty="0">
              <a:solidFill>
                <a:sysClr val="windowText" lastClr="000000"/>
              </a:solidFill>
              <a:latin typeface="微软雅黑" panose="020B0503020204020204" pitchFamily="34" charset="-122"/>
              <a:ea typeface="微软雅黑" panose="020B0503020204020204" pitchFamily="34" charset="-122"/>
            </a:endParaRPr>
          </a:p>
          <a:p>
            <a:pPr marL="342900" lvl="1" indent="-342900">
              <a:lnSpc>
                <a:spcPct val="150000"/>
              </a:lnSpc>
              <a:spcBef>
                <a:spcPts val="0"/>
              </a:spcBef>
              <a:buClr>
                <a:sysClr val="windowText" lastClr="000000"/>
              </a:buClr>
            </a:pPr>
            <a:r>
              <a:rPr lang="zh-CN" altLang="en-US" dirty="0">
                <a:solidFill>
                  <a:sysClr val="windowText" lastClr="000000"/>
                </a:solidFill>
                <a:latin typeface="微软雅黑" panose="020B0503020204020204" pitchFamily="34" charset="-122"/>
                <a:ea typeface="微软雅黑" panose="020B0503020204020204" pitchFamily="34" charset="-122"/>
              </a:rPr>
              <a:t>例如，用 </a:t>
            </a:r>
            <a:r>
              <a:rPr lang="en-US" altLang="zh-CN" dirty="0">
                <a:solidFill>
                  <a:sysClr val="windowText" lastClr="000000"/>
                </a:solidFill>
                <a:latin typeface="微软雅黑" panose="020B0503020204020204" pitchFamily="34" charset="-122"/>
                <a:ea typeface="微软雅黑" panose="020B0503020204020204" pitchFamily="34" charset="-122"/>
              </a:rPr>
              <a:t>array() </a:t>
            </a:r>
            <a:r>
              <a:rPr lang="zh-CN" altLang="en-US" dirty="0">
                <a:solidFill>
                  <a:sysClr val="windowText" lastClr="000000"/>
                </a:solidFill>
                <a:latin typeface="微软雅黑" panose="020B0503020204020204" pitchFamily="34" charset="-122"/>
                <a:ea typeface="微软雅黑" panose="020B0503020204020204" pitchFamily="34" charset="-122"/>
              </a:rPr>
              <a:t>函数将列表转换为数组：</a:t>
            </a:r>
            <a:endParaRPr kumimoji="0" lang="zh-CN" altLang="en-US"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6" name="内容占位符 5"/>
          <p:cNvSpPr txBox="1"/>
          <p:nvPr/>
        </p:nvSpPr>
        <p:spPr>
          <a:xfrm>
            <a:off x="780060" y="2707622"/>
            <a:ext cx="10631877" cy="3881120"/>
          </a:xfrm>
          <a:prstGeom prst="roundRect">
            <a:avLst>
              <a:gd name="adj" fmla="val 12397"/>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dirty="0">
                <a:solidFill>
                  <a:srgbClr val="4B69C6"/>
                </a:solidFill>
                <a:latin typeface="+mj-lt"/>
              </a:rPr>
              <a:t>import</a:t>
            </a:r>
            <a:r>
              <a:rPr lang="en-US" altLang="zh-CN" dirty="0">
                <a:solidFill>
                  <a:srgbClr val="333333"/>
                </a:solidFill>
                <a:latin typeface="+mj-lt"/>
              </a:rPr>
              <a:t> </a:t>
            </a:r>
            <a:r>
              <a:rPr lang="en-US" altLang="zh-CN" b="1" dirty="0" err="1">
                <a:solidFill>
                  <a:srgbClr val="7A3E9D"/>
                </a:solidFill>
                <a:latin typeface="+mj-lt"/>
              </a:rPr>
              <a:t>numpy</a:t>
            </a:r>
            <a:r>
              <a:rPr lang="en-US" altLang="zh-CN" dirty="0">
                <a:solidFill>
                  <a:srgbClr val="333333"/>
                </a:solidFill>
                <a:latin typeface="+mj-lt"/>
              </a:rPr>
              <a:t> </a:t>
            </a:r>
            <a:r>
              <a:rPr lang="en-US" altLang="zh-CN" dirty="0">
                <a:solidFill>
                  <a:srgbClr val="4B69C6"/>
                </a:solidFill>
                <a:latin typeface="+mj-lt"/>
              </a:rPr>
              <a:t>as</a:t>
            </a:r>
            <a:r>
              <a:rPr lang="en-US" altLang="zh-CN" dirty="0">
                <a:solidFill>
                  <a:srgbClr val="333333"/>
                </a:solidFill>
                <a:latin typeface="+mj-lt"/>
              </a:rPr>
              <a:t> </a:t>
            </a:r>
            <a:r>
              <a:rPr lang="en-US" altLang="zh-CN" b="1" dirty="0">
                <a:solidFill>
                  <a:srgbClr val="7A3E9D"/>
                </a:solidFill>
                <a:latin typeface="+mj-lt"/>
              </a:rPr>
              <a:t>np</a:t>
            </a:r>
            <a:endParaRPr lang="en-US" altLang="zh-CN" dirty="0">
              <a:solidFill>
                <a:srgbClr val="333333"/>
              </a:solidFill>
              <a:latin typeface="+mj-lt"/>
            </a:endParaRPr>
          </a:p>
          <a:p>
            <a:br>
              <a:rPr lang="en-US" altLang="zh-CN" dirty="0">
                <a:solidFill>
                  <a:srgbClr val="333333"/>
                </a:solidFill>
                <a:latin typeface="+mj-lt"/>
              </a:rPr>
            </a:br>
            <a:r>
              <a:rPr lang="en-US" altLang="zh-CN" dirty="0">
                <a:solidFill>
                  <a:srgbClr val="7A3E9D"/>
                </a:solidFill>
                <a:latin typeface="+mj-lt"/>
              </a:rPr>
              <a:t>a</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9C5D27"/>
                </a:solidFill>
                <a:latin typeface="+mj-lt"/>
              </a:rPr>
              <a:t>1</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9C5D27"/>
                </a:solidFill>
                <a:latin typeface="+mj-lt"/>
              </a:rPr>
              <a:t>2</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9C5D27"/>
                </a:solidFill>
                <a:latin typeface="+mj-lt"/>
              </a:rPr>
              <a:t>3</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9C5D27"/>
                </a:solidFill>
                <a:latin typeface="+mj-lt"/>
              </a:rPr>
              <a:t>4</a:t>
            </a:r>
            <a:r>
              <a:rPr lang="en-US" altLang="zh-CN" dirty="0">
                <a:solidFill>
                  <a:srgbClr val="777777"/>
                </a:solidFill>
                <a:latin typeface="+mj-lt"/>
              </a:rPr>
              <a:t>]</a:t>
            </a:r>
            <a:r>
              <a:rPr lang="en-US" altLang="zh-CN" dirty="0">
                <a:solidFill>
                  <a:srgbClr val="AAAAAA"/>
                </a:solidFill>
                <a:latin typeface="+mj-lt"/>
              </a:rPr>
              <a:t>  		# </a:t>
            </a:r>
            <a:r>
              <a:rPr lang="zh-CN" altLang="en-US" dirty="0">
                <a:solidFill>
                  <a:srgbClr val="AAAAAA"/>
                </a:solidFill>
                <a:latin typeface="+mj-lt"/>
              </a:rPr>
              <a:t>创建简单的列表</a:t>
            </a:r>
            <a:r>
              <a:rPr lang="en-US" altLang="zh-CN" dirty="0" err="1">
                <a:solidFill>
                  <a:srgbClr val="AAAAAA"/>
                </a:solidFill>
                <a:latin typeface="+mj-lt"/>
              </a:rPr>
              <a:t>a,b</a:t>
            </a:r>
            <a:endParaRPr lang="en-US" altLang="zh-CN" dirty="0">
              <a:solidFill>
                <a:srgbClr val="333333"/>
              </a:solidFill>
              <a:latin typeface="+mj-lt"/>
            </a:endParaRPr>
          </a:p>
          <a:p>
            <a:r>
              <a:rPr lang="en-US" altLang="zh-CN" dirty="0">
                <a:solidFill>
                  <a:srgbClr val="7A3E9D"/>
                </a:solidFill>
                <a:latin typeface="+mj-lt"/>
              </a:rPr>
              <a:t>b</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9C5D27"/>
                </a:solidFill>
                <a:latin typeface="+mj-lt"/>
              </a:rPr>
              <a:t>5</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9C5D27"/>
                </a:solidFill>
                <a:latin typeface="+mj-lt"/>
              </a:rPr>
              <a:t>6</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9C5D27"/>
                </a:solidFill>
                <a:latin typeface="+mj-lt"/>
              </a:rPr>
              <a:t>7</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9C5D27"/>
                </a:solidFill>
                <a:latin typeface="+mj-lt"/>
              </a:rPr>
              <a:t>8</a:t>
            </a:r>
            <a:r>
              <a:rPr lang="en-US" altLang="zh-CN" dirty="0">
                <a:solidFill>
                  <a:srgbClr val="777777"/>
                </a:solidFill>
                <a:latin typeface="+mj-lt"/>
              </a:rPr>
              <a:t>]</a:t>
            </a:r>
            <a:endParaRPr lang="en-US" altLang="zh-CN" dirty="0">
              <a:solidFill>
                <a:srgbClr val="333333"/>
              </a:solidFill>
              <a:latin typeface="+mj-lt"/>
            </a:endParaRPr>
          </a:p>
          <a:p>
            <a:r>
              <a:rPr lang="en-US" altLang="zh-CN" b="1" dirty="0">
                <a:solidFill>
                  <a:srgbClr val="AA3731"/>
                </a:solidFill>
                <a:latin typeface="+mj-lt"/>
              </a:rPr>
              <a:t>print</a:t>
            </a:r>
            <a:r>
              <a:rPr lang="en-US" altLang="zh-CN" dirty="0">
                <a:solidFill>
                  <a:srgbClr val="777777"/>
                </a:solidFill>
                <a:latin typeface="+mj-lt"/>
              </a:rPr>
              <a:t>(</a:t>
            </a:r>
            <a:r>
              <a:rPr lang="en-US" altLang="zh-CN" b="1" dirty="0" err="1">
                <a:solidFill>
                  <a:srgbClr val="7A3E9D"/>
                </a:solidFill>
                <a:latin typeface="+mj-lt"/>
              </a:rPr>
              <a:t>np</a:t>
            </a:r>
            <a:r>
              <a:rPr lang="en-US" altLang="zh-CN" dirty="0" err="1">
                <a:solidFill>
                  <a:srgbClr val="777777"/>
                </a:solidFill>
                <a:latin typeface="+mj-lt"/>
              </a:rPr>
              <a:t>.</a:t>
            </a:r>
            <a:r>
              <a:rPr lang="en-US" altLang="zh-CN" b="1" dirty="0" err="1">
                <a:solidFill>
                  <a:srgbClr val="AA3731"/>
                </a:solidFill>
                <a:latin typeface="+mj-lt"/>
              </a:rPr>
              <a:t>array</a:t>
            </a:r>
            <a:r>
              <a:rPr lang="en-US" altLang="zh-CN" dirty="0">
                <a:solidFill>
                  <a:srgbClr val="777777"/>
                </a:solidFill>
                <a:latin typeface="+mj-lt"/>
              </a:rPr>
              <a:t>(</a:t>
            </a:r>
            <a:r>
              <a:rPr lang="en-US" altLang="zh-CN" dirty="0">
                <a:solidFill>
                  <a:srgbClr val="7A3E9D"/>
                </a:solidFill>
                <a:latin typeface="+mj-lt"/>
              </a:rPr>
              <a:t>a</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将列表</a:t>
            </a:r>
            <a:r>
              <a:rPr lang="en-US" altLang="zh-CN" dirty="0">
                <a:solidFill>
                  <a:srgbClr val="AAAAAA"/>
                </a:solidFill>
                <a:latin typeface="+mj-lt"/>
              </a:rPr>
              <a:t>a</a:t>
            </a:r>
            <a:r>
              <a:rPr lang="zh-CN" altLang="en-US" dirty="0">
                <a:solidFill>
                  <a:srgbClr val="AAAAAA"/>
                </a:solidFill>
                <a:latin typeface="+mj-lt"/>
              </a:rPr>
              <a:t>转换为一维数组并输出 </a:t>
            </a:r>
            <a:r>
              <a:rPr lang="en-US" altLang="zh-CN" dirty="0">
                <a:solidFill>
                  <a:srgbClr val="AAAAAA"/>
                </a:solidFill>
                <a:latin typeface="+mj-lt"/>
              </a:rPr>
              <a:t>[1 2 3 4] </a:t>
            </a:r>
            <a:endParaRPr lang="zh-CN" altLang="en-US" dirty="0">
              <a:solidFill>
                <a:srgbClr val="333333"/>
              </a:solidFill>
              <a:latin typeface="+mj-lt"/>
            </a:endParaRPr>
          </a:p>
          <a:p>
            <a:br>
              <a:rPr lang="zh-CN" altLang="en-US" dirty="0">
                <a:solidFill>
                  <a:srgbClr val="333333"/>
                </a:solidFill>
                <a:latin typeface="+mj-lt"/>
              </a:rPr>
            </a:br>
            <a:r>
              <a:rPr lang="en-US" altLang="zh-CN" dirty="0">
                <a:solidFill>
                  <a:srgbClr val="AAAAAA"/>
                </a:solidFill>
                <a:latin typeface="+mj-lt"/>
              </a:rPr>
              <a:t># </a:t>
            </a:r>
            <a:r>
              <a:rPr lang="zh-CN" altLang="en-US" dirty="0">
                <a:solidFill>
                  <a:srgbClr val="AAAAAA"/>
                </a:solidFill>
                <a:latin typeface="+mj-lt"/>
              </a:rPr>
              <a:t>等长的多个列表可以转为一个多维数组</a:t>
            </a:r>
            <a:endParaRPr lang="zh-CN" altLang="en-US" dirty="0">
              <a:solidFill>
                <a:srgbClr val="333333"/>
              </a:solidFill>
              <a:latin typeface="+mj-lt"/>
            </a:endParaRPr>
          </a:p>
          <a:p>
            <a:r>
              <a:rPr lang="en-US" altLang="zh-CN" dirty="0">
                <a:solidFill>
                  <a:srgbClr val="7A3E9D"/>
                </a:solidFill>
                <a:latin typeface="+mj-lt"/>
              </a:rPr>
              <a:t>c</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7A3E9D"/>
                </a:solidFill>
                <a:latin typeface="+mj-lt"/>
              </a:rPr>
              <a:t>a</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b</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列表 </a:t>
            </a:r>
            <a:r>
              <a:rPr lang="en-US" altLang="zh-CN" dirty="0">
                <a:solidFill>
                  <a:srgbClr val="AAAAAA"/>
                </a:solidFill>
                <a:latin typeface="+mj-lt"/>
              </a:rPr>
              <a:t>a, b </a:t>
            </a:r>
            <a:r>
              <a:rPr lang="zh-CN" altLang="en-US" dirty="0">
                <a:solidFill>
                  <a:srgbClr val="AAAAAA"/>
                </a:solidFill>
                <a:latin typeface="+mj-lt"/>
              </a:rPr>
              <a:t>等长，创建二维数组</a:t>
            </a:r>
            <a:endParaRPr lang="zh-CN" altLang="en-US" dirty="0">
              <a:solidFill>
                <a:srgbClr val="333333"/>
              </a:solidFill>
              <a:latin typeface="+mj-lt"/>
            </a:endParaRPr>
          </a:p>
          <a:p>
            <a:r>
              <a:rPr lang="en-US" altLang="zh-CN" b="1" dirty="0">
                <a:solidFill>
                  <a:srgbClr val="AA3731"/>
                </a:solidFill>
                <a:latin typeface="+mj-lt"/>
              </a:rPr>
              <a:t>print</a:t>
            </a:r>
            <a:r>
              <a:rPr lang="en-US" altLang="zh-CN" dirty="0">
                <a:solidFill>
                  <a:srgbClr val="777777"/>
                </a:solidFill>
                <a:latin typeface="+mj-lt"/>
              </a:rPr>
              <a:t>(</a:t>
            </a:r>
            <a:r>
              <a:rPr lang="en-US" altLang="zh-CN" b="1" dirty="0" err="1">
                <a:solidFill>
                  <a:srgbClr val="7A3E9D"/>
                </a:solidFill>
                <a:latin typeface="+mj-lt"/>
              </a:rPr>
              <a:t>np</a:t>
            </a:r>
            <a:r>
              <a:rPr lang="en-US" altLang="zh-CN" dirty="0" err="1">
                <a:solidFill>
                  <a:srgbClr val="777777"/>
                </a:solidFill>
                <a:latin typeface="+mj-lt"/>
              </a:rPr>
              <a:t>.</a:t>
            </a:r>
            <a:r>
              <a:rPr lang="en-US" altLang="zh-CN" b="1" dirty="0" err="1">
                <a:solidFill>
                  <a:srgbClr val="AA3731"/>
                </a:solidFill>
                <a:latin typeface="+mj-lt"/>
              </a:rPr>
              <a:t>array</a:t>
            </a:r>
            <a:r>
              <a:rPr lang="en-US" altLang="zh-CN" dirty="0">
                <a:solidFill>
                  <a:srgbClr val="777777"/>
                </a:solidFill>
                <a:latin typeface="+mj-lt"/>
              </a:rPr>
              <a:t>(</a:t>
            </a:r>
            <a:r>
              <a:rPr lang="en-US" altLang="zh-CN" dirty="0">
                <a:solidFill>
                  <a:srgbClr val="7A3E9D"/>
                </a:solidFill>
                <a:latin typeface="+mj-lt"/>
              </a:rPr>
              <a:t>c</a:t>
            </a:r>
            <a:r>
              <a:rPr lang="en-US" altLang="zh-CN" dirty="0">
                <a:solidFill>
                  <a:srgbClr val="777777"/>
                </a:solidFill>
                <a:latin typeface="+mj-lt"/>
              </a:rPr>
              <a:t>))</a:t>
            </a:r>
            <a:endParaRPr lang="en-US" altLang="zh-CN" dirty="0">
              <a:solidFill>
                <a:srgbClr val="333333"/>
              </a:solidFill>
              <a:latin typeface="+mj-lt"/>
            </a:endParaRPr>
          </a:p>
        </p:txBody>
      </p:sp>
      <p:sp>
        <p:nvSpPr>
          <p:cNvPr id="7" name="文本框 6"/>
          <p:cNvSpPr txBox="1"/>
          <p:nvPr/>
        </p:nvSpPr>
        <p:spPr>
          <a:xfrm>
            <a:off x="9584650" y="5049951"/>
            <a:ext cx="1769150" cy="1538791"/>
          </a:xfrm>
          <a:prstGeom prst="roundRect">
            <a:avLst>
              <a:gd name="adj" fmla="val 5518"/>
            </a:avLst>
          </a:prstGeom>
          <a:solidFill>
            <a:srgbClr val="0070C0"/>
          </a:solidFill>
          <a:ln>
            <a:solidFill>
              <a:schemeClr val="bg1"/>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nchorCtr="0"/>
          <a:lstStyle>
            <a:defPPr>
              <a:defRPr lang="zh-CN"/>
            </a:defPPr>
            <a:lvl1pPr>
              <a:defRPr sz="24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输出：</a:t>
            </a:r>
            <a:endParaRPr kumimoji="0" lang="en-US" altLang="zh-CN"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lvl="0">
              <a:lnSpc>
                <a:spcPct val="120000"/>
              </a:lnSpc>
              <a:defRPr/>
            </a:pPr>
            <a:r>
              <a:rPr lang="en-US" altLang="zh-CN" sz="2000" b="1" dirty="0">
                <a:solidFill>
                  <a:prstClr val="white"/>
                </a:solidFill>
                <a:latin typeface="微软雅黑" panose="020B0503020204020204" pitchFamily="34" charset="-122"/>
                <a:ea typeface="微软雅黑" panose="020B0503020204020204" pitchFamily="34" charset="-122"/>
              </a:rPr>
              <a:t>[[1 2 3 4]</a:t>
            </a:r>
            <a:endParaRPr lang="en-US" altLang="zh-CN" sz="2000" b="1" dirty="0">
              <a:solidFill>
                <a:prstClr val="white"/>
              </a:solidFill>
              <a:latin typeface="微软雅黑" panose="020B0503020204020204" pitchFamily="34" charset="-122"/>
              <a:ea typeface="微软雅黑" panose="020B0503020204020204" pitchFamily="34" charset="-122"/>
            </a:endParaRPr>
          </a:p>
          <a:p>
            <a:pPr lvl="0">
              <a:lnSpc>
                <a:spcPct val="120000"/>
              </a:lnSpc>
              <a:defRPr/>
            </a:pPr>
            <a:r>
              <a:rPr lang="en-US" altLang="zh-CN" sz="2000" b="1" dirty="0">
                <a:solidFill>
                  <a:prstClr val="white"/>
                </a:solidFill>
                <a:latin typeface="微软雅黑" panose="020B0503020204020204" pitchFamily="34" charset="-122"/>
                <a:ea typeface="微软雅黑" panose="020B0503020204020204" pitchFamily="34" charset="-122"/>
              </a:rPr>
              <a:t>[5 6 7 8]]</a:t>
            </a:r>
            <a:endParaRPr lang="en-US" altLang="zh-CN" sz="2000" b="1" dirty="0">
              <a:solidFill>
                <a:prstClr val="white"/>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5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2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7.5.1</a:t>
            </a:r>
            <a:endParaRPr lang="zh-CN" altLang="en-US" dirty="0"/>
          </a:p>
        </p:txBody>
      </p:sp>
      <p:sp>
        <p:nvSpPr>
          <p:cNvPr id="3" name="标题 2"/>
          <p:cNvSpPr>
            <a:spLocks noGrp="1"/>
          </p:cNvSpPr>
          <p:nvPr>
            <p:ph type="title"/>
          </p:nvPr>
        </p:nvSpPr>
        <p:spPr/>
        <p:txBody>
          <a:bodyPr/>
          <a:lstStyle/>
          <a:p>
            <a:r>
              <a:rPr lang="zh-CN" altLang="en-US" dirty="0"/>
              <a:t>多维数组</a:t>
            </a:r>
            <a:endParaRPr lang="zh-CN" altLang="en-US" dirty="0"/>
          </a:p>
        </p:txBody>
      </p:sp>
      <p:sp>
        <p:nvSpPr>
          <p:cNvPr id="2" name="内容占位符 4"/>
          <p:cNvSpPr txBox="1"/>
          <p:nvPr/>
        </p:nvSpPr>
        <p:spPr>
          <a:xfrm>
            <a:off x="838200" y="1222994"/>
            <a:ext cx="10515600" cy="1885966"/>
          </a:xfrm>
          <a:prstGeom prst="rect">
            <a:avLst/>
          </a:prstGeom>
          <a:noFill/>
          <a:ln>
            <a:noFill/>
          </a:ln>
          <a:effectLst/>
        </p:spPr>
        <p:txBody>
          <a:bodyPr vert="horz" lIns="91440" tIns="45720" rIns="91440" bIns="45720" rtlCol="0">
            <a:norm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457200" lvl="1" indent="-457200">
              <a:lnSpc>
                <a:spcPct val="150000"/>
              </a:lnSpc>
              <a:spcBef>
                <a:spcPts val="0"/>
              </a:spcBef>
              <a:buClr>
                <a:srgbClr val="0070C0"/>
              </a:buClr>
              <a:buFont typeface="+mj-lt"/>
              <a:buAutoNum type="arabicPeriod" startAt="2"/>
              <a:defRPr/>
            </a:pPr>
            <a:r>
              <a:rPr lang="en-US" altLang="zh-CN" b="1" dirty="0" err="1">
                <a:solidFill>
                  <a:srgbClr val="0070C0"/>
                </a:solidFill>
                <a:latin typeface="微软雅黑" panose="020B0503020204020204" pitchFamily="34" charset="-122"/>
                <a:ea typeface="微软雅黑" panose="020B0503020204020204" pitchFamily="34" charset="-122"/>
              </a:rPr>
              <a:t>arange</a:t>
            </a:r>
            <a:r>
              <a:rPr lang="en-US" altLang="zh-CN" b="1" dirty="0">
                <a:solidFill>
                  <a:srgbClr val="0070C0"/>
                </a:solidFill>
                <a:latin typeface="微软雅黑" panose="020B0503020204020204" pitchFamily="34" charset="-122"/>
                <a:ea typeface="微软雅黑" panose="020B0503020204020204" pitchFamily="34" charset="-122"/>
              </a:rPr>
              <a:t>([x,]y[,</a:t>
            </a:r>
            <a:r>
              <a:rPr lang="en-US" altLang="zh-CN" b="1" dirty="0" err="1">
                <a:solidFill>
                  <a:srgbClr val="0070C0"/>
                </a:solidFill>
                <a:latin typeface="微软雅黑" panose="020B0503020204020204" pitchFamily="34" charset="-122"/>
                <a:ea typeface="微软雅黑" panose="020B0503020204020204" pitchFamily="34" charset="-122"/>
              </a:rPr>
              <a:t>i</a:t>
            </a:r>
            <a:r>
              <a:rPr lang="en-US" altLang="zh-CN" b="1" dirty="0">
                <a:solidFill>
                  <a:srgbClr val="0070C0"/>
                </a:solidFill>
                <a:latin typeface="微软雅黑" panose="020B0503020204020204" pitchFamily="34" charset="-122"/>
                <a:ea typeface="微软雅黑" panose="020B0503020204020204" pitchFamily="34" charset="-122"/>
              </a:rPr>
              <a:t>]) </a:t>
            </a:r>
            <a:r>
              <a:rPr lang="zh-CN" altLang="en-US" b="1" dirty="0">
                <a:solidFill>
                  <a:srgbClr val="0070C0"/>
                </a:solidFill>
                <a:latin typeface="微软雅黑" panose="020B0503020204020204" pitchFamily="34" charset="-122"/>
                <a:ea typeface="微软雅黑" panose="020B0503020204020204" pitchFamily="34" charset="-122"/>
              </a:rPr>
              <a:t>函数</a:t>
            </a:r>
            <a:endParaRPr kumimoji="0" lang="zh-CN" altLang="en-US"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a:p>
            <a:pPr marL="342900" lvl="1" indent="-342900">
              <a:lnSpc>
                <a:spcPct val="150000"/>
              </a:lnSpc>
              <a:spcBef>
                <a:spcPts val="0"/>
              </a:spcBef>
              <a:buClr>
                <a:sysClr val="windowText" lastClr="000000"/>
              </a:buClr>
            </a:pPr>
            <a:r>
              <a:rPr lang="zh-CN" altLang="en-US" dirty="0">
                <a:solidFill>
                  <a:sysClr val="windowText" lastClr="000000"/>
                </a:solidFill>
                <a:latin typeface="微软雅黑" panose="020B0503020204020204" pitchFamily="34" charset="-122"/>
                <a:ea typeface="微软雅黑" panose="020B0503020204020204" pitchFamily="34" charset="-122"/>
              </a:rPr>
              <a:t>可以用于创建</a:t>
            </a:r>
            <a:r>
              <a:rPr lang="zh-CN" altLang="en-US" b="1" dirty="0">
                <a:solidFill>
                  <a:schemeClr val="accent2"/>
                </a:solidFill>
                <a:latin typeface="微软雅黑" panose="020B0503020204020204" pitchFamily="34" charset="-122"/>
                <a:ea typeface="微软雅黑" panose="020B0503020204020204" pitchFamily="34" charset="-122"/>
              </a:rPr>
              <a:t>从 </a:t>
            </a:r>
            <a:r>
              <a:rPr lang="en-US" altLang="zh-CN" b="1" dirty="0">
                <a:solidFill>
                  <a:schemeClr val="accent2"/>
                </a:solidFill>
                <a:latin typeface="微软雅黑" panose="020B0503020204020204" pitchFamily="34" charset="-122"/>
                <a:ea typeface="微软雅黑" panose="020B0503020204020204" pitchFamily="34" charset="-122"/>
              </a:rPr>
              <a:t>x </a:t>
            </a:r>
            <a:r>
              <a:rPr lang="zh-CN" altLang="en-US" b="1" dirty="0">
                <a:solidFill>
                  <a:schemeClr val="accent2"/>
                </a:solidFill>
                <a:latin typeface="微软雅黑" panose="020B0503020204020204" pitchFamily="34" charset="-122"/>
                <a:ea typeface="微软雅黑" panose="020B0503020204020204" pitchFamily="34" charset="-122"/>
              </a:rPr>
              <a:t>到 </a:t>
            </a:r>
            <a:r>
              <a:rPr lang="en-US" altLang="zh-CN" b="1" dirty="0">
                <a:solidFill>
                  <a:schemeClr val="accent2"/>
                </a:solidFill>
                <a:latin typeface="微软雅黑" panose="020B0503020204020204" pitchFamily="34" charset="-122"/>
                <a:ea typeface="微软雅黑" panose="020B0503020204020204" pitchFamily="34" charset="-122"/>
              </a:rPr>
              <a:t>y</a:t>
            </a:r>
            <a:r>
              <a:rPr lang="zh-CN" altLang="en-US" b="1" dirty="0">
                <a:solidFill>
                  <a:schemeClr val="accent2"/>
                </a:solidFill>
                <a:latin typeface="微软雅黑" panose="020B0503020204020204" pitchFamily="34" charset="-122"/>
                <a:ea typeface="微软雅黑" panose="020B0503020204020204" pitchFamily="34" charset="-122"/>
              </a:rPr>
              <a:t>，步长为 </a:t>
            </a:r>
            <a:r>
              <a:rPr lang="en-US" altLang="zh-CN" b="1" dirty="0" err="1">
                <a:solidFill>
                  <a:schemeClr val="accent2"/>
                </a:solidFill>
                <a:latin typeface="微软雅黑" panose="020B0503020204020204" pitchFamily="34" charset="-122"/>
                <a:ea typeface="微软雅黑" panose="020B0503020204020204" pitchFamily="34" charset="-122"/>
              </a:rPr>
              <a:t>i</a:t>
            </a:r>
            <a:r>
              <a:rPr lang="en-US" altLang="zh-CN" b="1" dirty="0">
                <a:solidFill>
                  <a:schemeClr val="accent2"/>
                </a:solidFill>
                <a:latin typeface="微软雅黑" panose="020B0503020204020204" pitchFamily="34" charset="-122"/>
                <a:ea typeface="微软雅黑" panose="020B0503020204020204" pitchFamily="34" charset="-122"/>
              </a:rPr>
              <a:t> </a:t>
            </a:r>
            <a:r>
              <a:rPr lang="zh-CN" altLang="en-US" dirty="0">
                <a:solidFill>
                  <a:sysClr val="windowText" lastClr="000000"/>
                </a:solidFill>
                <a:latin typeface="微软雅黑" panose="020B0503020204020204" pitchFamily="34" charset="-122"/>
                <a:ea typeface="微软雅黑" panose="020B0503020204020204" pitchFamily="34" charset="-122"/>
              </a:rPr>
              <a:t>的数组。</a:t>
            </a:r>
            <a:endParaRPr lang="en-US" altLang="zh-CN" dirty="0">
              <a:solidFill>
                <a:sysClr val="windowText" lastClr="000000"/>
              </a:solidFill>
              <a:latin typeface="微软雅黑" panose="020B0503020204020204" pitchFamily="34" charset="-122"/>
              <a:ea typeface="微软雅黑" panose="020B0503020204020204" pitchFamily="34" charset="-122"/>
            </a:endParaRPr>
          </a:p>
          <a:p>
            <a:pPr marL="342900" lvl="1" indent="-342900">
              <a:lnSpc>
                <a:spcPct val="150000"/>
              </a:lnSpc>
              <a:spcBef>
                <a:spcPts val="0"/>
              </a:spcBef>
              <a:buClr>
                <a:sysClr val="windowText" lastClr="000000"/>
              </a:buClr>
            </a:pPr>
            <a:r>
              <a:rPr lang="zh-CN" altLang="en-US" dirty="0">
                <a:solidFill>
                  <a:sysClr val="windowText" lastClr="000000"/>
                </a:solidFill>
                <a:latin typeface="微软雅黑" panose="020B0503020204020204" pitchFamily="34" charset="-122"/>
                <a:ea typeface="微软雅黑" panose="020B0503020204020204" pitchFamily="34" charset="-122"/>
              </a:rPr>
              <a:t>当 </a:t>
            </a:r>
            <a:r>
              <a:rPr lang="en-US" altLang="zh-CN" dirty="0">
                <a:solidFill>
                  <a:sysClr val="windowText" lastClr="000000"/>
                </a:solidFill>
                <a:latin typeface="微软雅黑" panose="020B0503020204020204" pitchFamily="34" charset="-122"/>
                <a:ea typeface="微软雅黑" panose="020B0503020204020204" pitchFamily="34" charset="-122"/>
              </a:rPr>
              <a:t>x </a:t>
            </a:r>
            <a:r>
              <a:rPr lang="zh-CN" altLang="en-US" dirty="0">
                <a:solidFill>
                  <a:sysClr val="windowText" lastClr="000000"/>
                </a:solidFill>
                <a:latin typeface="微软雅黑" panose="020B0503020204020204" pitchFamily="34" charset="-122"/>
                <a:ea typeface="微软雅黑" panose="020B0503020204020204" pitchFamily="34" charset="-122"/>
              </a:rPr>
              <a:t>缺省时，默认从 </a:t>
            </a:r>
            <a:r>
              <a:rPr lang="en-US" altLang="zh-CN" dirty="0">
                <a:solidFill>
                  <a:sysClr val="windowText" lastClr="000000"/>
                </a:solidFill>
                <a:latin typeface="微软雅黑" panose="020B0503020204020204" pitchFamily="34" charset="-122"/>
                <a:ea typeface="微软雅黑" panose="020B0503020204020204" pitchFamily="34" charset="-122"/>
              </a:rPr>
              <a:t>0 </a:t>
            </a:r>
            <a:r>
              <a:rPr lang="zh-CN" altLang="en-US" dirty="0">
                <a:solidFill>
                  <a:sysClr val="windowText" lastClr="000000"/>
                </a:solidFill>
                <a:latin typeface="微软雅黑" panose="020B0503020204020204" pitchFamily="34" charset="-122"/>
                <a:ea typeface="微软雅黑" panose="020B0503020204020204" pitchFamily="34" charset="-122"/>
              </a:rPr>
              <a:t>开始，</a:t>
            </a:r>
            <a:r>
              <a:rPr lang="en-US" altLang="zh-CN" dirty="0" err="1">
                <a:solidFill>
                  <a:sysClr val="windowText" lastClr="000000"/>
                </a:solidFill>
                <a:latin typeface="微软雅黑" panose="020B0503020204020204" pitchFamily="34" charset="-122"/>
                <a:ea typeface="微软雅黑" panose="020B0503020204020204" pitchFamily="34" charset="-122"/>
              </a:rPr>
              <a:t>i</a:t>
            </a:r>
            <a:r>
              <a:rPr lang="en-US" altLang="zh-CN" dirty="0">
                <a:solidFill>
                  <a:sysClr val="windowText" lastClr="000000"/>
                </a:solidFill>
                <a:latin typeface="微软雅黑" panose="020B0503020204020204" pitchFamily="34" charset="-122"/>
                <a:ea typeface="微软雅黑" panose="020B0503020204020204" pitchFamily="34" charset="-122"/>
              </a:rPr>
              <a:t> </a:t>
            </a:r>
            <a:r>
              <a:rPr lang="zh-CN" altLang="en-US" dirty="0">
                <a:solidFill>
                  <a:sysClr val="windowText" lastClr="000000"/>
                </a:solidFill>
                <a:latin typeface="微软雅黑" panose="020B0503020204020204" pitchFamily="34" charset="-122"/>
                <a:ea typeface="微软雅黑" panose="020B0503020204020204" pitchFamily="34" charset="-122"/>
              </a:rPr>
              <a:t>缺省时，默认步长为 </a:t>
            </a:r>
            <a:r>
              <a:rPr lang="en-US" altLang="zh-CN" dirty="0">
                <a:solidFill>
                  <a:sysClr val="windowText" lastClr="000000"/>
                </a:solidFill>
                <a:latin typeface="微软雅黑" panose="020B0503020204020204" pitchFamily="34" charset="-122"/>
                <a:ea typeface="微软雅黑" panose="020B0503020204020204" pitchFamily="34" charset="-122"/>
              </a:rPr>
              <a:t>1</a:t>
            </a:r>
            <a:r>
              <a:rPr lang="zh-CN" altLang="en-US" dirty="0">
                <a:solidFill>
                  <a:sysClr val="windowText" lastClr="000000"/>
                </a:solidFill>
                <a:latin typeface="微软雅黑" panose="020B0503020204020204" pitchFamily="34" charset="-122"/>
                <a:ea typeface="微软雅黑" panose="020B0503020204020204" pitchFamily="34" charset="-122"/>
              </a:rPr>
              <a:t>。</a:t>
            </a:r>
            <a:endParaRPr lang="en-US" altLang="zh-CN" dirty="0">
              <a:solidFill>
                <a:sysClr val="windowText" lastClr="000000"/>
              </a:solidFill>
              <a:latin typeface="微软雅黑" panose="020B0503020204020204" pitchFamily="34" charset="-122"/>
              <a:ea typeface="微软雅黑" panose="020B0503020204020204" pitchFamily="34" charset="-122"/>
            </a:endParaRPr>
          </a:p>
        </p:txBody>
      </p:sp>
      <p:sp>
        <p:nvSpPr>
          <p:cNvPr id="5" name="内容占位符 5"/>
          <p:cNvSpPr txBox="1"/>
          <p:nvPr/>
        </p:nvSpPr>
        <p:spPr>
          <a:xfrm>
            <a:off x="780060" y="3291840"/>
            <a:ext cx="10631877" cy="2164080"/>
          </a:xfrm>
          <a:prstGeom prst="roundRect">
            <a:avLst>
              <a:gd name="adj" fmla="val 18500"/>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dirty="0">
                <a:solidFill>
                  <a:srgbClr val="4B69C6"/>
                </a:solidFill>
                <a:latin typeface="+mj-lt"/>
              </a:rPr>
              <a:t>import</a:t>
            </a:r>
            <a:r>
              <a:rPr lang="en-US" altLang="zh-CN" dirty="0">
                <a:solidFill>
                  <a:srgbClr val="333333"/>
                </a:solidFill>
                <a:latin typeface="+mj-lt"/>
              </a:rPr>
              <a:t> </a:t>
            </a:r>
            <a:r>
              <a:rPr lang="en-US" altLang="zh-CN" b="1" dirty="0" err="1">
                <a:solidFill>
                  <a:srgbClr val="7A3E9D"/>
                </a:solidFill>
                <a:latin typeface="+mj-lt"/>
              </a:rPr>
              <a:t>numpy</a:t>
            </a:r>
            <a:r>
              <a:rPr lang="en-US" altLang="zh-CN" dirty="0">
                <a:solidFill>
                  <a:srgbClr val="333333"/>
                </a:solidFill>
                <a:latin typeface="+mj-lt"/>
              </a:rPr>
              <a:t> </a:t>
            </a:r>
            <a:r>
              <a:rPr lang="en-US" altLang="zh-CN" dirty="0">
                <a:solidFill>
                  <a:srgbClr val="4B69C6"/>
                </a:solidFill>
                <a:latin typeface="+mj-lt"/>
              </a:rPr>
              <a:t>as</a:t>
            </a:r>
            <a:r>
              <a:rPr lang="en-US" altLang="zh-CN" dirty="0">
                <a:solidFill>
                  <a:srgbClr val="333333"/>
                </a:solidFill>
                <a:latin typeface="+mj-lt"/>
              </a:rPr>
              <a:t> </a:t>
            </a:r>
            <a:r>
              <a:rPr lang="en-US" altLang="zh-CN" b="1" dirty="0">
                <a:solidFill>
                  <a:srgbClr val="7A3E9D"/>
                </a:solidFill>
                <a:latin typeface="+mj-lt"/>
              </a:rPr>
              <a:t>np</a:t>
            </a:r>
            <a:endParaRPr lang="en-US" altLang="zh-CN" dirty="0">
              <a:solidFill>
                <a:srgbClr val="333333"/>
              </a:solidFill>
              <a:latin typeface="+mj-lt"/>
            </a:endParaRPr>
          </a:p>
          <a:p>
            <a:br>
              <a:rPr lang="en-US" altLang="zh-CN" dirty="0">
                <a:solidFill>
                  <a:srgbClr val="333333"/>
                </a:solidFill>
                <a:latin typeface="+mj-lt"/>
              </a:rPr>
            </a:br>
            <a:r>
              <a:rPr lang="en-US" altLang="zh-CN" b="1" dirty="0">
                <a:solidFill>
                  <a:srgbClr val="AA3731"/>
                </a:solidFill>
                <a:latin typeface="+mj-lt"/>
              </a:rPr>
              <a:t>print</a:t>
            </a:r>
            <a:r>
              <a:rPr lang="en-US" altLang="zh-CN" dirty="0">
                <a:solidFill>
                  <a:srgbClr val="777777"/>
                </a:solidFill>
                <a:latin typeface="+mj-lt"/>
              </a:rPr>
              <a:t>(</a:t>
            </a:r>
            <a:r>
              <a:rPr lang="en-US" altLang="zh-CN" b="1" dirty="0" err="1">
                <a:solidFill>
                  <a:srgbClr val="7A3E9D"/>
                </a:solidFill>
                <a:latin typeface="+mj-lt"/>
              </a:rPr>
              <a:t>np</a:t>
            </a:r>
            <a:r>
              <a:rPr lang="en-US" altLang="zh-CN" dirty="0" err="1">
                <a:solidFill>
                  <a:srgbClr val="777777"/>
                </a:solidFill>
                <a:latin typeface="+mj-lt"/>
              </a:rPr>
              <a:t>.</a:t>
            </a:r>
            <a:r>
              <a:rPr lang="en-US" altLang="zh-CN" b="1" dirty="0" err="1">
                <a:solidFill>
                  <a:srgbClr val="AA3731"/>
                </a:solidFill>
                <a:latin typeface="+mj-lt"/>
              </a:rPr>
              <a:t>arange</a:t>
            </a:r>
            <a:r>
              <a:rPr lang="en-US" altLang="zh-CN" dirty="0">
                <a:solidFill>
                  <a:srgbClr val="777777"/>
                </a:solidFill>
                <a:latin typeface="+mj-lt"/>
              </a:rPr>
              <a:t>(</a:t>
            </a:r>
            <a:r>
              <a:rPr lang="en-US" altLang="zh-CN" dirty="0">
                <a:solidFill>
                  <a:srgbClr val="9C5D27"/>
                </a:solidFill>
                <a:latin typeface="+mj-lt"/>
              </a:rPr>
              <a:t>1</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9C5D27"/>
                </a:solidFill>
                <a:latin typeface="+mj-lt"/>
              </a:rPr>
              <a:t>8</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9C5D27"/>
                </a:solidFill>
                <a:latin typeface="+mj-lt"/>
              </a:rPr>
              <a:t>2</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从 </a:t>
            </a:r>
            <a:r>
              <a:rPr lang="en-US" altLang="zh-CN" dirty="0">
                <a:solidFill>
                  <a:srgbClr val="AAAAAA"/>
                </a:solidFill>
                <a:latin typeface="+mj-lt"/>
              </a:rPr>
              <a:t>1 </a:t>
            </a:r>
            <a:r>
              <a:rPr lang="zh-CN" altLang="en-US" dirty="0">
                <a:solidFill>
                  <a:srgbClr val="AAAAAA"/>
                </a:solidFill>
                <a:latin typeface="+mj-lt"/>
              </a:rPr>
              <a:t>到 </a:t>
            </a:r>
            <a:r>
              <a:rPr lang="en-US" altLang="zh-CN" dirty="0">
                <a:solidFill>
                  <a:srgbClr val="AAAAAA"/>
                </a:solidFill>
                <a:latin typeface="+mj-lt"/>
              </a:rPr>
              <a:t>9</a:t>
            </a:r>
            <a:r>
              <a:rPr lang="zh-CN" altLang="en-US" dirty="0">
                <a:solidFill>
                  <a:srgbClr val="AAAAAA"/>
                </a:solidFill>
                <a:latin typeface="+mj-lt"/>
              </a:rPr>
              <a:t>，步长为 </a:t>
            </a:r>
            <a:r>
              <a:rPr lang="en-US" altLang="zh-CN" dirty="0">
                <a:solidFill>
                  <a:srgbClr val="AAAAAA"/>
                </a:solidFill>
                <a:latin typeface="+mj-lt"/>
              </a:rPr>
              <a:t>2</a:t>
            </a:r>
            <a:r>
              <a:rPr lang="zh-CN" altLang="en-US" dirty="0">
                <a:solidFill>
                  <a:srgbClr val="AAAAAA"/>
                </a:solidFill>
                <a:latin typeface="+mj-lt"/>
              </a:rPr>
              <a:t>，输出 </a:t>
            </a:r>
            <a:r>
              <a:rPr lang="en-US" altLang="zh-CN" dirty="0">
                <a:solidFill>
                  <a:srgbClr val="AAAAAA"/>
                </a:solidFill>
                <a:latin typeface="+mj-lt"/>
              </a:rPr>
              <a:t>[1 3 5 7]</a:t>
            </a:r>
            <a:endParaRPr lang="zh-CN" altLang="en-US" dirty="0">
              <a:solidFill>
                <a:srgbClr val="333333"/>
              </a:solidFill>
              <a:latin typeface="+mj-lt"/>
            </a:endParaRPr>
          </a:p>
          <a:p>
            <a:r>
              <a:rPr lang="en-US" altLang="zh-CN" b="1" dirty="0">
                <a:solidFill>
                  <a:srgbClr val="AA3731"/>
                </a:solidFill>
                <a:latin typeface="+mj-lt"/>
              </a:rPr>
              <a:t>print</a:t>
            </a:r>
            <a:r>
              <a:rPr lang="en-US" altLang="zh-CN" dirty="0">
                <a:solidFill>
                  <a:srgbClr val="777777"/>
                </a:solidFill>
                <a:latin typeface="+mj-lt"/>
              </a:rPr>
              <a:t>(</a:t>
            </a:r>
            <a:r>
              <a:rPr lang="en-US" altLang="zh-CN" b="1" dirty="0" err="1">
                <a:solidFill>
                  <a:srgbClr val="7A3E9D"/>
                </a:solidFill>
                <a:latin typeface="+mj-lt"/>
              </a:rPr>
              <a:t>np</a:t>
            </a:r>
            <a:r>
              <a:rPr lang="en-US" altLang="zh-CN" dirty="0" err="1">
                <a:solidFill>
                  <a:srgbClr val="777777"/>
                </a:solidFill>
                <a:latin typeface="+mj-lt"/>
              </a:rPr>
              <a:t>.</a:t>
            </a:r>
            <a:r>
              <a:rPr lang="en-US" altLang="zh-CN" b="1" dirty="0" err="1">
                <a:solidFill>
                  <a:srgbClr val="AA3731"/>
                </a:solidFill>
                <a:latin typeface="+mj-lt"/>
              </a:rPr>
              <a:t>arange</a:t>
            </a:r>
            <a:r>
              <a:rPr lang="en-US" altLang="zh-CN" dirty="0">
                <a:solidFill>
                  <a:srgbClr val="777777"/>
                </a:solidFill>
                <a:latin typeface="+mj-lt"/>
              </a:rPr>
              <a:t>(</a:t>
            </a:r>
            <a:r>
              <a:rPr lang="en-US" altLang="zh-CN" dirty="0">
                <a:solidFill>
                  <a:srgbClr val="9C5D27"/>
                </a:solidFill>
                <a:latin typeface="+mj-lt"/>
              </a:rPr>
              <a:t>8</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从 </a:t>
            </a:r>
            <a:r>
              <a:rPr lang="en-US" altLang="zh-CN" dirty="0">
                <a:solidFill>
                  <a:srgbClr val="AAAAAA"/>
                </a:solidFill>
                <a:latin typeface="+mj-lt"/>
              </a:rPr>
              <a:t>0 </a:t>
            </a:r>
            <a:r>
              <a:rPr lang="zh-CN" altLang="en-US" dirty="0">
                <a:solidFill>
                  <a:srgbClr val="AAAAAA"/>
                </a:solidFill>
                <a:latin typeface="+mj-lt"/>
              </a:rPr>
              <a:t>到 </a:t>
            </a:r>
            <a:r>
              <a:rPr lang="en-US" altLang="zh-CN" dirty="0">
                <a:solidFill>
                  <a:srgbClr val="AAAAAA"/>
                </a:solidFill>
                <a:latin typeface="+mj-lt"/>
              </a:rPr>
              <a:t>9</a:t>
            </a:r>
            <a:r>
              <a:rPr lang="zh-CN" altLang="en-US" dirty="0">
                <a:solidFill>
                  <a:srgbClr val="AAAAAA"/>
                </a:solidFill>
                <a:latin typeface="+mj-lt"/>
              </a:rPr>
              <a:t>，步长为 </a:t>
            </a:r>
            <a:r>
              <a:rPr lang="en-US" altLang="zh-CN" dirty="0">
                <a:solidFill>
                  <a:srgbClr val="AAAAAA"/>
                </a:solidFill>
                <a:latin typeface="+mj-lt"/>
              </a:rPr>
              <a:t>1</a:t>
            </a:r>
            <a:r>
              <a:rPr lang="zh-CN" altLang="en-US" dirty="0">
                <a:solidFill>
                  <a:srgbClr val="AAAAAA"/>
                </a:solidFill>
                <a:latin typeface="+mj-lt"/>
              </a:rPr>
              <a:t>，输出 </a:t>
            </a:r>
            <a:r>
              <a:rPr lang="en-US" altLang="zh-CN" dirty="0">
                <a:solidFill>
                  <a:srgbClr val="AAAAAA"/>
                </a:solidFill>
                <a:latin typeface="+mj-lt"/>
              </a:rPr>
              <a:t>[0 1 2 3 4 5 6 7]</a:t>
            </a:r>
            <a:endParaRPr lang="zh-CN" altLang="en-US" dirty="0">
              <a:solidFill>
                <a:srgbClr val="333333"/>
              </a:solidFill>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7.5.1</a:t>
            </a:r>
            <a:endParaRPr lang="zh-CN" altLang="en-US" dirty="0"/>
          </a:p>
        </p:txBody>
      </p:sp>
      <p:sp>
        <p:nvSpPr>
          <p:cNvPr id="3" name="标题 2"/>
          <p:cNvSpPr>
            <a:spLocks noGrp="1"/>
          </p:cNvSpPr>
          <p:nvPr>
            <p:ph type="title"/>
          </p:nvPr>
        </p:nvSpPr>
        <p:spPr/>
        <p:txBody>
          <a:bodyPr/>
          <a:lstStyle/>
          <a:p>
            <a:r>
              <a:rPr lang="zh-CN" altLang="en-US" dirty="0"/>
              <a:t>多维数组</a:t>
            </a:r>
            <a:endParaRPr lang="zh-CN" altLang="en-US" dirty="0"/>
          </a:p>
        </p:txBody>
      </p:sp>
      <p:sp>
        <p:nvSpPr>
          <p:cNvPr id="2" name="内容占位符 4"/>
          <p:cNvSpPr txBox="1"/>
          <p:nvPr/>
        </p:nvSpPr>
        <p:spPr>
          <a:xfrm>
            <a:off x="838200" y="928354"/>
            <a:ext cx="10515600" cy="2500646"/>
          </a:xfrm>
          <a:prstGeom prst="rect">
            <a:avLst/>
          </a:prstGeom>
          <a:noFill/>
          <a:ln>
            <a:noFill/>
          </a:ln>
          <a:effectLst/>
        </p:spPr>
        <p:txBody>
          <a:bodyPr vert="horz" lIns="91440" tIns="45720" rIns="91440" bIns="45720" rtlCol="0">
            <a:norm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457200" lvl="1" indent="-457200">
              <a:lnSpc>
                <a:spcPct val="150000"/>
              </a:lnSpc>
              <a:spcBef>
                <a:spcPts val="0"/>
              </a:spcBef>
              <a:buClr>
                <a:srgbClr val="0070C0"/>
              </a:buClr>
              <a:buFont typeface="+mj-lt"/>
              <a:buAutoNum type="arabicPeriod" startAt="3"/>
              <a:defRPr/>
            </a:pPr>
            <a:r>
              <a:rPr lang="en-US" altLang="zh-CN" b="1" dirty="0" err="1">
                <a:solidFill>
                  <a:srgbClr val="0070C0"/>
                </a:solidFill>
                <a:latin typeface="微软雅黑" panose="020B0503020204020204" pitchFamily="34" charset="-122"/>
                <a:ea typeface="微软雅黑" panose="020B0503020204020204" pitchFamily="34" charset="-122"/>
              </a:rPr>
              <a:t>linspace</a:t>
            </a:r>
            <a:r>
              <a:rPr lang="en-US" altLang="zh-CN" b="1" dirty="0">
                <a:solidFill>
                  <a:srgbClr val="0070C0"/>
                </a:solidFill>
                <a:latin typeface="微软雅黑" panose="020B0503020204020204" pitchFamily="34" charset="-122"/>
                <a:ea typeface="微软雅黑" panose="020B0503020204020204" pitchFamily="34" charset="-122"/>
              </a:rPr>
              <a:t>(</a:t>
            </a:r>
            <a:r>
              <a:rPr lang="en-US" altLang="zh-CN" b="1" dirty="0" err="1">
                <a:solidFill>
                  <a:srgbClr val="0070C0"/>
                </a:solidFill>
                <a:latin typeface="微软雅黑" panose="020B0503020204020204" pitchFamily="34" charset="-122"/>
                <a:ea typeface="微软雅黑" panose="020B0503020204020204" pitchFamily="34" charset="-122"/>
              </a:rPr>
              <a:t>x,y</a:t>
            </a:r>
            <a:r>
              <a:rPr lang="en-US" altLang="zh-CN" b="1" dirty="0">
                <a:solidFill>
                  <a:srgbClr val="0070C0"/>
                </a:solidFill>
                <a:latin typeface="微软雅黑" panose="020B0503020204020204" pitchFamily="34" charset="-122"/>
                <a:ea typeface="微软雅黑" panose="020B0503020204020204" pitchFamily="34" charset="-122"/>
              </a:rPr>
              <a:t>[,n]) </a:t>
            </a:r>
            <a:r>
              <a:rPr lang="zh-CN" altLang="en-US" b="1" dirty="0">
                <a:solidFill>
                  <a:srgbClr val="0070C0"/>
                </a:solidFill>
                <a:latin typeface="微软雅黑" panose="020B0503020204020204" pitchFamily="34" charset="-122"/>
                <a:ea typeface="微软雅黑" panose="020B0503020204020204" pitchFamily="34" charset="-122"/>
              </a:rPr>
              <a:t>函数</a:t>
            </a:r>
            <a:endParaRPr kumimoji="0" lang="zh-CN" altLang="en-US"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a:p>
            <a:pPr marL="342900" lvl="1" indent="-342900">
              <a:lnSpc>
                <a:spcPct val="150000"/>
              </a:lnSpc>
              <a:spcBef>
                <a:spcPts val="0"/>
              </a:spcBef>
              <a:buClr>
                <a:sysClr val="windowText" lastClr="000000"/>
              </a:buClr>
            </a:pPr>
            <a:r>
              <a:rPr lang="zh-CN" altLang="en-US" dirty="0">
                <a:solidFill>
                  <a:sysClr val="windowText" lastClr="000000"/>
                </a:solidFill>
                <a:latin typeface="微软雅黑" panose="020B0503020204020204" pitchFamily="34" charset="-122"/>
                <a:ea typeface="微软雅黑" panose="020B0503020204020204" pitchFamily="34" charset="-122"/>
              </a:rPr>
              <a:t>从 </a:t>
            </a:r>
            <a:r>
              <a:rPr lang="en-US" altLang="zh-CN" dirty="0">
                <a:solidFill>
                  <a:sysClr val="windowText" lastClr="000000"/>
                </a:solidFill>
                <a:latin typeface="微软雅黑" panose="020B0503020204020204" pitchFamily="34" charset="-122"/>
                <a:ea typeface="微软雅黑" panose="020B0503020204020204" pitchFamily="34" charset="-122"/>
              </a:rPr>
              <a:t>x </a:t>
            </a:r>
            <a:r>
              <a:rPr lang="zh-CN" altLang="en-US" dirty="0">
                <a:solidFill>
                  <a:sysClr val="windowText" lastClr="000000"/>
                </a:solidFill>
                <a:latin typeface="微软雅黑" panose="020B0503020204020204" pitchFamily="34" charset="-122"/>
                <a:ea typeface="微软雅黑" panose="020B0503020204020204" pitchFamily="34" charset="-122"/>
              </a:rPr>
              <a:t>到 </a:t>
            </a:r>
            <a:r>
              <a:rPr lang="en-US" altLang="zh-CN" dirty="0">
                <a:solidFill>
                  <a:sysClr val="windowText" lastClr="000000"/>
                </a:solidFill>
                <a:latin typeface="微软雅黑" panose="020B0503020204020204" pitchFamily="34" charset="-122"/>
                <a:ea typeface="微软雅黑" panose="020B0503020204020204" pitchFamily="34" charset="-122"/>
              </a:rPr>
              <a:t>y </a:t>
            </a:r>
            <a:r>
              <a:rPr lang="zh-CN" altLang="en-US" dirty="0">
                <a:solidFill>
                  <a:sysClr val="windowText" lastClr="000000"/>
                </a:solidFill>
                <a:latin typeface="微软雅黑" panose="020B0503020204020204" pitchFamily="34" charset="-122"/>
                <a:ea typeface="微软雅黑" panose="020B0503020204020204" pitchFamily="34" charset="-122"/>
              </a:rPr>
              <a:t>创建元素数量为 </a:t>
            </a:r>
            <a:r>
              <a:rPr lang="en-US" altLang="zh-CN" dirty="0">
                <a:solidFill>
                  <a:sysClr val="windowText" lastClr="000000"/>
                </a:solidFill>
                <a:latin typeface="微软雅黑" panose="020B0503020204020204" pitchFamily="34" charset="-122"/>
                <a:ea typeface="微软雅黑" panose="020B0503020204020204" pitchFamily="34" charset="-122"/>
              </a:rPr>
              <a:t>n </a:t>
            </a:r>
            <a:r>
              <a:rPr lang="zh-CN" altLang="en-US" dirty="0">
                <a:solidFill>
                  <a:sysClr val="windowText" lastClr="000000"/>
                </a:solidFill>
                <a:latin typeface="微软雅黑" panose="020B0503020204020204" pitchFamily="34" charset="-122"/>
                <a:ea typeface="微软雅黑" panose="020B0503020204020204" pitchFamily="34" charset="-122"/>
              </a:rPr>
              <a:t>的</a:t>
            </a:r>
            <a:r>
              <a:rPr lang="zh-CN" altLang="en-US" b="1" dirty="0">
                <a:solidFill>
                  <a:schemeClr val="accent2"/>
                </a:solidFill>
                <a:latin typeface="微软雅黑" panose="020B0503020204020204" pitchFamily="34" charset="-122"/>
                <a:ea typeface="微软雅黑" panose="020B0503020204020204" pitchFamily="34" charset="-122"/>
              </a:rPr>
              <a:t>等间隔数列</a:t>
            </a:r>
            <a:r>
              <a:rPr lang="zh-CN" altLang="en-US" dirty="0">
                <a:solidFill>
                  <a:sysClr val="windowText" lastClr="000000"/>
                </a:solidFill>
                <a:latin typeface="微软雅黑" panose="020B0503020204020204" pitchFamily="34" charset="-122"/>
                <a:ea typeface="微软雅黑" panose="020B0503020204020204" pitchFamily="34" charset="-122"/>
              </a:rPr>
              <a:t>。</a:t>
            </a:r>
            <a:endParaRPr lang="en-US" altLang="zh-CN" dirty="0">
              <a:solidFill>
                <a:sysClr val="windowText" lastClr="000000"/>
              </a:solidFill>
              <a:latin typeface="微软雅黑" panose="020B0503020204020204" pitchFamily="34" charset="-122"/>
              <a:ea typeface="微软雅黑" panose="020B0503020204020204" pitchFamily="34" charset="-122"/>
            </a:endParaRPr>
          </a:p>
          <a:p>
            <a:pPr marL="342900" lvl="1" indent="-342900">
              <a:lnSpc>
                <a:spcPct val="150000"/>
              </a:lnSpc>
              <a:spcBef>
                <a:spcPts val="0"/>
              </a:spcBef>
              <a:buClr>
                <a:sysClr val="windowText" lastClr="000000"/>
              </a:buClr>
            </a:pPr>
            <a:r>
              <a:rPr lang="zh-CN" altLang="en-US" dirty="0">
                <a:solidFill>
                  <a:sysClr val="windowText" lastClr="000000"/>
                </a:solidFill>
                <a:latin typeface="微软雅黑" panose="020B0503020204020204" pitchFamily="34" charset="-122"/>
                <a:ea typeface="微软雅黑" panose="020B0503020204020204" pitchFamily="34" charset="-122"/>
              </a:rPr>
              <a:t>参数 </a:t>
            </a:r>
            <a:r>
              <a:rPr lang="en-US" altLang="zh-CN" dirty="0">
                <a:solidFill>
                  <a:sysClr val="windowText" lastClr="000000"/>
                </a:solidFill>
                <a:latin typeface="微软雅黑" panose="020B0503020204020204" pitchFamily="34" charset="-122"/>
                <a:ea typeface="微软雅黑" panose="020B0503020204020204" pitchFamily="34" charset="-122"/>
              </a:rPr>
              <a:t>x </a:t>
            </a:r>
            <a:r>
              <a:rPr lang="zh-CN" altLang="en-US" dirty="0">
                <a:solidFill>
                  <a:sysClr val="windowText" lastClr="000000"/>
                </a:solidFill>
                <a:latin typeface="微软雅黑" panose="020B0503020204020204" pitchFamily="34" charset="-122"/>
                <a:ea typeface="微软雅黑" panose="020B0503020204020204" pitchFamily="34" charset="-122"/>
              </a:rPr>
              <a:t>和 </a:t>
            </a:r>
            <a:r>
              <a:rPr lang="en-US" altLang="zh-CN" dirty="0">
                <a:solidFill>
                  <a:sysClr val="windowText" lastClr="000000"/>
                </a:solidFill>
                <a:latin typeface="微软雅黑" panose="020B0503020204020204" pitchFamily="34" charset="-122"/>
                <a:ea typeface="微软雅黑" panose="020B0503020204020204" pitchFamily="34" charset="-122"/>
              </a:rPr>
              <a:t>y </a:t>
            </a:r>
            <a:r>
              <a:rPr lang="zh-CN" altLang="en-US" dirty="0">
                <a:solidFill>
                  <a:sysClr val="windowText" lastClr="000000"/>
                </a:solidFill>
                <a:latin typeface="微软雅黑" panose="020B0503020204020204" pitchFamily="34" charset="-122"/>
                <a:ea typeface="微软雅黑" panose="020B0503020204020204" pitchFamily="34" charset="-122"/>
              </a:rPr>
              <a:t>分别是数组的</a:t>
            </a:r>
            <a:r>
              <a:rPr lang="zh-CN" altLang="en-US" b="1" dirty="0">
                <a:solidFill>
                  <a:schemeClr val="accent2"/>
                </a:solidFill>
                <a:latin typeface="微软雅黑" panose="020B0503020204020204" pitchFamily="34" charset="-122"/>
                <a:ea typeface="微软雅黑" panose="020B0503020204020204" pitchFamily="34" charset="-122"/>
              </a:rPr>
              <a:t>开头与结尾</a:t>
            </a:r>
            <a:r>
              <a:rPr lang="zh-CN" altLang="en-US" dirty="0">
                <a:solidFill>
                  <a:sysClr val="windowText" lastClr="000000"/>
                </a:solidFill>
                <a:latin typeface="微软雅黑" panose="020B0503020204020204" pitchFamily="34" charset="-122"/>
                <a:ea typeface="微软雅黑" panose="020B0503020204020204" pitchFamily="34" charset="-122"/>
              </a:rPr>
              <a:t>。如果写入第三个参数 </a:t>
            </a:r>
            <a:r>
              <a:rPr lang="en-US" altLang="zh-CN" dirty="0">
                <a:solidFill>
                  <a:sysClr val="windowText" lastClr="000000"/>
                </a:solidFill>
                <a:latin typeface="微软雅黑" panose="020B0503020204020204" pitchFamily="34" charset="-122"/>
                <a:ea typeface="微软雅黑" panose="020B0503020204020204" pitchFamily="34" charset="-122"/>
              </a:rPr>
              <a:t>n</a:t>
            </a:r>
            <a:r>
              <a:rPr lang="zh-CN" altLang="en-US" dirty="0">
                <a:solidFill>
                  <a:sysClr val="windowText" lastClr="000000"/>
                </a:solidFill>
                <a:latin typeface="微软雅黑" panose="020B0503020204020204" pitchFamily="34" charset="-122"/>
                <a:ea typeface="微软雅黑" panose="020B0503020204020204" pitchFamily="34" charset="-122"/>
              </a:rPr>
              <a:t>，可以指定数列的</a:t>
            </a:r>
            <a:r>
              <a:rPr lang="zh-CN" altLang="en-US" b="1" dirty="0">
                <a:solidFill>
                  <a:schemeClr val="accent2"/>
                </a:solidFill>
                <a:latin typeface="微软雅黑" panose="020B0503020204020204" pitchFamily="34" charset="-122"/>
                <a:ea typeface="微软雅黑" panose="020B0503020204020204" pitchFamily="34" charset="-122"/>
              </a:rPr>
              <a:t>元素个数</a:t>
            </a:r>
            <a:r>
              <a:rPr lang="zh-CN" altLang="en-US" dirty="0">
                <a:solidFill>
                  <a:sysClr val="windowText" lastClr="000000"/>
                </a:solidFill>
                <a:latin typeface="微软雅黑" panose="020B0503020204020204" pitchFamily="34" charset="-122"/>
                <a:ea typeface="微软雅黑" panose="020B0503020204020204" pitchFamily="34" charset="-122"/>
              </a:rPr>
              <a:t>，</a:t>
            </a:r>
            <a:r>
              <a:rPr lang="en-US" altLang="zh-CN" dirty="0">
                <a:solidFill>
                  <a:sysClr val="windowText" lastClr="000000"/>
                </a:solidFill>
                <a:latin typeface="微软雅黑" panose="020B0503020204020204" pitchFamily="34" charset="-122"/>
                <a:ea typeface="微软雅黑" panose="020B0503020204020204" pitchFamily="34" charset="-122"/>
              </a:rPr>
              <a:t>n </a:t>
            </a:r>
            <a:r>
              <a:rPr lang="zh-CN" altLang="en-US" dirty="0">
                <a:solidFill>
                  <a:sysClr val="windowText" lastClr="000000"/>
                </a:solidFill>
                <a:latin typeface="微软雅黑" panose="020B0503020204020204" pitchFamily="34" charset="-122"/>
                <a:ea typeface="微软雅黑" panose="020B0503020204020204" pitchFamily="34" charset="-122"/>
              </a:rPr>
              <a:t>缺省值为</a:t>
            </a:r>
            <a:r>
              <a:rPr lang="en-US" altLang="zh-CN" dirty="0">
                <a:solidFill>
                  <a:sysClr val="windowText" lastClr="000000"/>
                </a:solidFill>
                <a:latin typeface="微软雅黑" panose="020B0503020204020204" pitchFamily="34" charset="-122"/>
                <a:ea typeface="微软雅黑" panose="020B0503020204020204" pitchFamily="34" charset="-122"/>
              </a:rPr>
              <a:t>50</a:t>
            </a:r>
            <a:r>
              <a:rPr lang="zh-CN" altLang="en-US" dirty="0">
                <a:solidFill>
                  <a:sysClr val="windowText" lastClr="000000"/>
                </a:solidFill>
                <a:latin typeface="微软雅黑" panose="020B0503020204020204" pitchFamily="34" charset="-122"/>
                <a:ea typeface="微软雅黑" panose="020B0503020204020204" pitchFamily="34" charset="-122"/>
              </a:rPr>
              <a:t>。</a:t>
            </a:r>
            <a:endParaRPr kumimoji="0" lang="zh-CN" altLang="en-US"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5" name="内容占位符 5"/>
          <p:cNvSpPr txBox="1"/>
          <p:nvPr/>
        </p:nvSpPr>
        <p:spPr>
          <a:xfrm>
            <a:off x="838200" y="3293126"/>
            <a:ext cx="10515600" cy="1808480"/>
          </a:xfrm>
          <a:prstGeom prst="roundRect">
            <a:avLst>
              <a:gd name="adj" fmla="val 19139"/>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dirty="0">
                <a:solidFill>
                  <a:srgbClr val="4B69C6"/>
                </a:solidFill>
                <a:latin typeface="+mj-lt"/>
              </a:rPr>
              <a:t>import</a:t>
            </a:r>
            <a:r>
              <a:rPr lang="en-US" altLang="zh-CN" dirty="0">
                <a:solidFill>
                  <a:srgbClr val="333333"/>
                </a:solidFill>
                <a:latin typeface="+mj-lt"/>
              </a:rPr>
              <a:t> </a:t>
            </a:r>
            <a:r>
              <a:rPr lang="en-US" altLang="zh-CN" b="1" dirty="0" err="1">
                <a:solidFill>
                  <a:srgbClr val="7A3E9D"/>
                </a:solidFill>
                <a:latin typeface="+mj-lt"/>
              </a:rPr>
              <a:t>numpy</a:t>
            </a:r>
            <a:r>
              <a:rPr lang="en-US" altLang="zh-CN" dirty="0">
                <a:solidFill>
                  <a:srgbClr val="333333"/>
                </a:solidFill>
                <a:latin typeface="+mj-lt"/>
              </a:rPr>
              <a:t> </a:t>
            </a:r>
            <a:r>
              <a:rPr lang="en-US" altLang="zh-CN" dirty="0">
                <a:solidFill>
                  <a:srgbClr val="4B69C6"/>
                </a:solidFill>
                <a:latin typeface="+mj-lt"/>
              </a:rPr>
              <a:t>as</a:t>
            </a:r>
            <a:r>
              <a:rPr lang="en-US" altLang="zh-CN" dirty="0">
                <a:solidFill>
                  <a:srgbClr val="333333"/>
                </a:solidFill>
                <a:latin typeface="+mj-lt"/>
              </a:rPr>
              <a:t> </a:t>
            </a:r>
            <a:r>
              <a:rPr lang="en-US" altLang="zh-CN" b="1" dirty="0">
                <a:solidFill>
                  <a:srgbClr val="7A3E9D"/>
                </a:solidFill>
                <a:latin typeface="+mj-lt"/>
              </a:rPr>
              <a:t>np</a:t>
            </a:r>
            <a:endParaRPr lang="en-US" altLang="zh-CN" dirty="0">
              <a:solidFill>
                <a:srgbClr val="333333"/>
              </a:solidFill>
              <a:latin typeface="+mj-lt"/>
            </a:endParaRPr>
          </a:p>
          <a:p>
            <a:br>
              <a:rPr lang="en-US" altLang="zh-CN" dirty="0">
                <a:solidFill>
                  <a:srgbClr val="333333"/>
                </a:solidFill>
                <a:latin typeface="+mj-lt"/>
              </a:rPr>
            </a:br>
            <a:r>
              <a:rPr lang="en-US" altLang="zh-CN" b="1" dirty="0">
                <a:solidFill>
                  <a:srgbClr val="AA3731"/>
                </a:solidFill>
                <a:latin typeface="+mj-lt"/>
              </a:rPr>
              <a:t>print</a:t>
            </a:r>
            <a:r>
              <a:rPr lang="en-US" altLang="zh-CN" dirty="0">
                <a:solidFill>
                  <a:srgbClr val="777777"/>
                </a:solidFill>
                <a:latin typeface="+mj-lt"/>
              </a:rPr>
              <a:t>(</a:t>
            </a:r>
            <a:r>
              <a:rPr lang="en-US" altLang="zh-CN" b="1" dirty="0" err="1">
                <a:solidFill>
                  <a:srgbClr val="7A3E9D"/>
                </a:solidFill>
                <a:latin typeface="+mj-lt"/>
              </a:rPr>
              <a:t>np</a:t>
            </a:r>
            <a:r>
              <a:rPr lang="en-US" altLang="zh-CN" dirty="0" err="1">
                <a:solidFill>
                  <a:srgbClr val="777777"/>
                </a:solidFill>
                <a:latin typeface="+mj-lt"/>
              </a:rPr>
              <a:t>.</a:t>
            </a:r>
            <a:r>
              <a:rPr lang="en-US" altLang="zh-CN" b="1" dirty="0" err="1">
                <a:solidFill>
                  <a:srgbClr val="AA3731"/>
                </a:solidFill>
                <a:latin typeface="+mj-lt"/>
              </a:rPr>
              <a:t>linspace</a:t>
            </a:r>
            <a:r>
              <a:rPr lang="en-US" altLang="zh-CN" dirty="0">
                <a:solidFill>
                  <a:srgbClr val="777777"/>
                </a:solidFill>
                <a:latin typeface="+mj-lt"/>
              </a:rPr>
              <a:t>(</a:t>
            </a:r>
            <a:r>
              <a:rPr lang="en-US" altLang="zh-CN" dirty="0">
                <a:solidFill>
                  <a:srgbClr val="9C5D27"/>
                </a:solidFill>
                <a:latin typeface="+mj-lt"/>
              </a:rPr>
              <a:t>1</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9C5D27"/>
                </a:solidFill>
                <a:latin typeface="+mj-lt"/>
              </a:rPr>
              <a:t>10</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9C5D27"/>
                </a:solidFill>
                <a:latin typeface="+mj-lt"/>
              </a:rPr>
              <a:t>10</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从 </a:t>
            </a:r>
            <a:r>
              <a:rPr lang="en-US" altLang="zh-CN" dirty="0">
                <a:solidFill>
                  <a:srgbClr val="AAAAAA"/>
                </a:solidFill>
                <a:latin typeface="+mj-lt"/>
              </a:rPr>
              <a:t>1 </a:t>
            </a:r>
            <a:r>
              <a:rPr lang="zh-CN" altLang="en-US" dirty="0">
                <a:solidFill>
                  <a:srgbClr val="AAAAAA"/>
                </a:solidFill>
                <a:latin typeface="+mj-lt"/>
              </a:rPr>
              <a:t>到 </a:t>
            </a:r>
            <a:r>
              <a:rPr lang="en-US" altLang="zh-CN" dirty="0">
                <a:solidFill>
                  <a:srgbClr val="AAAAAA"/>
                </a:solidFill>
                <a:latin typeface="+mj-lt"/>
              </a:rPr>
              <a:t>10</a:t>
            </a:r>
            <a:r>
              <a:rPr lang="zh-CN" altLang="en-US" dirty="0">
                <a:solidFill>
                  <a:srgbClr val="AAAAAA"/>
                </a:solidFill>
                <a:latin typeface="+mj-lt"/>
              </a:rPr>
              <a:t>，等分 </a:t>
            </a:r>
            <a:r>
              <a:rPr lang="en-US" altLang="zh-CN" dirty="0">
                <a:solidFill>
                  <a:srgbClr val="AAAAAA"/>
                </a:solidFill>
                <a:latin typeface="+mj-lt"/>
              </a:rPr>
              <a:t>10 </a:t>
            </a:r>
            <a:r>
              <a:rPr lang="zh-CN" altLang="en-US" dirty="0">
                <a:solidFill>
                  <a:srgbClr val="AAAAAA"/>
                </a:solidFill>
                <a:latin typeface="+mj-lt"/>
              </a:rPr>
              <a:t>份</a:t>
            </a:r>
            <a:endParaRPr lang="zh-CN" altLang="en-US" dirty="0">
              <a:solidFill>
                <a:srgbClr val="333333"/>
              </a:solidFill>
              <a:latin typeface="+mj-lt"/>
            </a:endParaRPr>
          </a:p>
          <a:p>
            <a:r>
              <a:rPr lang="en-US" altLang="zh-CN" b="1" dirty="0">
                <a:solidFill>
                  <a:srgbClr val="AA3731"/>
                </a:solidFill>
                <a:latin typeface="+mj-lt"/>
              </a:rPr>
              <a:t>print</a:t>
            </a:r>
            <a:r>
              <a:rPr lang="en-US" altLang="zh-CN" dirty="0">
                <a:solidFill>
                  <a:srgbClr val="777777"/>
                </a:solidFill>
                <a:latin typeface="+mj-lt"/>
              </a:rPr>
              <a:t>(</a:t>
            </a:r>
            <a:r>
              <a:rPr lang="en-US" altLang="zh-CN" b="1" dirty="0" err="1">
                <a:solidFill>
                  <a:srgbClr val="7A3E9D"/>
                </a:solidFill>
                <a:latin typeface="+mj-lt"/>
              </a:rPr>
              <a:t>np</a:t>
            </a:r>
            <a:r>
              <a:rPr lang="en-US" altLang="zh-CN" dirty="0" err="1">
                <a:solidFill>
                  <a:srgbClr val="777777"/>
                </a:solidFill>
                <a:latin typeface="+mj-lt"/>
              </a:rPr>
              <a:t>.</a:t>
            </a:r>
            <a:r>
              <a:rPr lang="en-US" altLang="zh-CN" b="1" dirty="0" err="1">
                <a:solidFill>
                  <a:srgbClr val="AA3731"/>
                </a:solidFill>
                <a:latin typeface="+mj-lt"/>
              </a:rPr>
              <a:t>linspace</a:t>
            </a:r>
            <a:r>
              <a:rPr lang="en-US" altLang="zh-CN" dirty="0">
                <a:solidFill>
                  <a:srgbClr val="777777"/>
                </a:solidFill>
                <a:latin typeface="+mj-lt"/>
              </a:rPr>
              <a:t>(</a:t>
            </a:r>
            <a:r>
              <a:rPr lang="en-US" altLang="zh-CN" dirty="0">
                <a:solidFill>
                  <a:srgbClr val="9C5D27"/>
                </a:solidFill>
                <a:latin typeface="+mj-lt"/>
              </a:rPr>
              <a:t>1</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9C5D27"/>
                </a:solidFill>
                <a:latin typeface="+mj-lt"/>
              </a:rPr>
              <a:t>99</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从 </a:t>
            </a:r>
            <a:r>
              <a:rPr lang="en-US" altLang="zh-CN" dirty="0">
                <a:solidFill>
                  <a:srgbClr val="AAAAAA"/>
                </a:solidFill>
                <a:latin typeface="+mj-lt"/>
              </a:rPr>
              <a:t>1 </a:t>
            </a:r>
            <a:r>
              <a:rPr lang="zh-CN" altLang="en-US" dirty="0">
                <a:solidFill>
                  <a:srgbClr val="AAAAAA"/>
                </a:solidFill>
                <a:latin typeface="+mj-lt"/>
              </a:rPr>
              <a:t>到 </a:t>
            </a:r>
            <a:r>
              <a:rPr lang="en-US" altLang="zh-CN" dirty="0">
                <a:solidFill>
                  <a:srgbClr val="AAAAAA"/>
                </a:solidFill>
                <a:latin typeface="+mj-lt"/>
              </a:rPr>
              <a:t>100</a:t>
            </a:r>
            <a:r>
              <a:rPr lang="zh-CN" altLang="en-US" dirty="0">
                <a:solidFill>
                  <a:srgbClr val="AAAAAA"/>
                </a:solidFill>
                <a:latin typeface="+mj-lt"/>
              </a:rPr>
              <a:t>，等分 </a:t>
            </a:r>
            <a:r>
              <a:rPr lang="en-US" altLang="zh-CN" dirty="0">
                <a:solidFill>
                  <a:srgbClr val="AAAAAA"/>
                </a:solidFill>
                <a:latin typeface="+mj-lt"/>
              </a:rPr>
              <a:t>50 </a:t>
            </a:r>
            <a:r>
              <a:rPr lang="zh-CN" altLang="en-US" dirty="0">
                <a:solidFill>
                  <a:srgbClr val="AAAAAA"/>
                </a:solidFill>
                <a:latin typeface="+mj-lt"/>
              </a:rPr>
              <a:t>份</a:t>
            </a:r>
            <a:endParaRPr lang="zh-CN" altLang="en-US" dirty="0">
              <a:solidFill>
                <a:srgbClr val="333333"/>
              </a:solidFill>
              <a:latin typeface="+mj-lt"/>
            </a:endParaRPr>
          </a:p>
        </p:txBody>
      </p:sp>
      <p:sp>
        <p:nvSpPr>
          <p:cNvPr id="6" name="文本框 5"/>
          <p:cNvSpPr txBox="1"/>
          <p:nvPr/>
        </p:nvSpPr>
        <p:spPr>
          <a:xfrm>
            <a:off x="838199" y="5101606"/>
            <a:ext cx="10515601" cy="1676400"/>
          </a:xfrm>
          <a:prstGeom prst="roundRect">
            <a:avLst>
              <a:gd name="adj" fmla="val 5518"/>
            </a:avLst>
          </a:prstGeom>
          <a:solidFill>
            <a:srgbClr val="0070C0"/>
          </a:solidFill>
          <a:ln>
            <a:solidFill>
              <a:schemeClr val="bg1"/>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nchorCtr="0"/>
          <a:lstStyle>
            <a:defPPr>
              <a:defRPr lang="zh-CN"/>
            </a:defPPr>
            <a:lvl1pPr>
              <a:defRPr sz="24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输出：</a:t>
            </a:r>
            <a:r>
              <a:rPr lang="en-US" altLang="zh-CN" sz="2000" b="1" dirty="0">
                <a:solidFill>
                  <a:prstClr val="white"/>
                </a:solidFill>
                <a:latin typeface="微软雅黑" panose="020B0503020204020204" pitchFamily="34" charset="-122"/>
                <a:ea typeface="微软雅黑" panose="020B0503020204020204" pitchFamily="34" charset="-122"/>
              </a:rPr>
              <a:t>[ 1.  2.  3.  4.  5.  6.  7.  8.  9. 10.]</a:t>
            </a:r>
            <a:endParaRPr lang="en-US" altLang="zh-CN" sz="2000" b="1" dirty="0">
              <a:solidFill>
                <a:prstClr val="white"/>
              </a:solidFill>
              <a:latin typeface="微软雅黑" panose="020B0503020204020204" pitchFamily="34" charset="-122"/>
              <a:ea typeface="微软雅黑" panose="020B0503020204020204" pitchFamily="34" charset="-122"/>
            </a:endParaRPr>
          </a:p>
          <a:p>
            <a:pPr lvl="0">
              <a:lnSpc>
                <a:spcPct val="120000"/>
              </a:lnSpc>
              <a:defRPr/>
            </a:pPr>
            <a:r>
              <a:rPr lang="en-US" altLang="zh-CN" sz="2000" b="1" dirty="0">
                <a:solidFill>
                  <a:prstClr val="white"/>
                </a:solidFill>
                <a:latin typeface="微软雅黑" panose="020B0503020204020204" pitchFamily="34" charset="-122"/>
                <a:ea typeface="微软雅黑" panose="020B0503020204020204" pitchFamily="34" charset="-122"/>
              </a:rPr>
              <a:t>[ 1.  3.  5.  7.  9. 11. 13. 15. 17. 19. 21. 23. 25. 27. 29. 31. 33. 35. 37. 39. 41. 43. 45. 47. 49. 51. 53. 55. 57. 59. 61. 63. 65. 67. 69. 71. 73. 75. 77. 79. 81. 83. 85. 87. 89. 91. 93. 95. 97. 99.]</a:t>
            </a:r>
            <a:endParaRPr lang="en-US" altLang="zh-CN" sz="2000" b="1" dirty="0">
              <a:solidFill>
                <a:prstClr val="white"/>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2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7.5.1</a:t>
            </a:r>
            <a:endParaRPr lang="zh-CN" altLang="en-US" dirty="0"/>
          </a:p>
        </p:txBody>
      </p:sp>
      <p:sp>
        <p:nvSpPr>
          <p:cNvPr id="3" name="标题 2"/>
          <p:cNvSpPr>
            <a:spLocks noGrp="1"/>
          </p:cNvSpPr>
          <p:nvPr>
            <p:ph type="title"/>
          </p:nvPr>
        </p:nvSpPr>
        <p:spPr/>
        <p:txBody>
          <a:bodyPr/>
          <a:lstStyle/>
          <a:p>
            <a:r>
              <a:rPr lang="zh-CN" altLang="en-US" dirty="0"/>
              <a:t>多维数组</a:t>
            </a:r>
            <a:endParaRPr lang="zh-CN" altLang="en-US" dirty="0"/>
          </a:p>
        </p:txBody>
      </p:sp>
      <p:sp>
        <p:nvSpPr>
          <p:cNvPr id="2" name="内容占位符 4"/>
          <p:cNvSpPr txBox="1"/>
          <p:nvPr/>
        </p:nvSpPr>
        <p:spPr>
          <a:xfrm>
            <a:off x="838200" y="1075834"/>
            <a:ext cx="10515600" cy="2876730"/>
          </a:xfrm>
          <a:prstGeom prst="rect">
            <a:avLst/>
          </a:prstGeom>
          <a:noFill/>
          <a:ln>
            <a:noFill/>
          </a:ln>
          <a:effectLst/>
        </p:spPr>
        <p:txBody>
          <a:bodyPr vert="horz" lIns="91440" tIns="45720" rIns="91440" bIns="45720" rtlCol="0">
            <a:norm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457200" lvl="1" indent="-457200">
              <a:lnSpc>
                <a:spcPct val="150000"/>
              </a:lnSpc>
              <a:spcBef>
                <a:spcPts val="0"/>
              </a:spcBef>
              <a:buClr>
                <a:srgbClr val="0070C0"/>
              </a:buClr>
              <a:buFont typeface="+mj-lt"/>
              <a:buAutoNum type="arabicPeriod" startAt="4"/>
              <a:defRPr/>
            </a:pPr>
            <a:r>
              <a:rPr lang="en-US" altLang="zh-CN" b="1" dirty="0" err="1">
                <a:solidFill>
                  <a:srgbClr val="0070C0"/>
                </a:solidFill>
                <a:latin typeface="微软雅黑" panose="020B0503020204020204" pitchFamily="34" charset="-122"/>
                <a:ea typeface="微软雅黑" panose="020B0503020204020204" pitchFamily="34" charset="-122"/>
              </a:rPr>
              <a:t>logspace</a:t>
            </a:r>
            <a:r>
              <a:rPr lang="en-US" altLang="zh-CN" b="1" dirty="0">
                <a:solidFill>
                  <a:srgbClr val="0070C0"/>
                </a:solidFill>
                <a:latin typeface="微软雅黑" panose="020B0503020204020204" pitchFamily="34" charset="-122"/>
                <a:ea typeface="微软雅黑" panose="020B0503020204020204" pitchFamily="34" charset="-122"/>
              </a:rPr>
              <a:t>(</a:t>
            </a:r>
            <a:r>
              <a:rPr lang="en-US" altLang="zh-CN" b="1" dirty="0" err="1">
                <a:solidFill>
                  <a:srgbClr val="0070C0"/>
                </a:solidFill>
                <a:latin typeface="微软雅黑" panose="020B0503020204020204" pitchFamily="34" charset="-122"/>
                <a:ea typeface="微软雅黑" panose="020B0503020204020204" pitchFamily="34" charset="-122"/>
              </a:rPr>
              <a:t>x,y</a:t>
            </a:r>
            <a:r>
              <a:rPr lang="en-US" altLang="zh-CN" b="1" dirty="0">
                <a:solidFill>
                  <a:srgbClr val="0070C0"/>
                </a:solidFill>
                <a:latin typeface="微软雅黑" panose="020B0503020204020204" pitchFamily="34" charset="-122"/>
                <a:ea typeface="微软雅黑" panose="020B0503020204020204" pitchFamily="34" charset="-122"/>
              </a:rPr>
              <a:t>[,n]) </a:t>
            </a:r>
            <a:r>
              <a:rPr lang="zh-CN" altLang="en-US" b="1" dirty="0">
                <a:solidFill>
                  <a:srgbClr val="0070C0"/>
                </a:solidFill>
                <a:latin typeface="微软雅黑" panose="020B0503020204020204" pitchFamily="34" charset="-122"/>
                <a:ea typeface="微软雅黑" panose="020B0503020204020204" pitchFamily="34" charset="-122"/>
              </a:rPr>
              <a:t>函数</a:t>
            </a:r>
            <a:endParaRPr kumimoji="0" lang="zh-CN" altLang="en-US"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endParaRPr>
          </a:p>
          <a:p>
            <a:pPr marL="342900" lvl="1" indent="-342900">
              <a:lnSpc>
                <a:spcPct val="150000"/>
              </a:lnSpc>
              <a:spcBef>
                <a:spcPts val="0"/>
              </a:spcBef>
              <a:buClr>
                <a:sysClr val="windowText" lastClr="000000"/>
              </a:buClr>
            </a:pPr>
            <a:r>
              <a:rPr lang="zh-CN" altLang="en-US" dirty="0">
                <a:solidFill>
                  <a:sysClr val="windowText" lastClr="000000"/>
                </a:solidFill>
                <a:latin typeface="微软雅黑" panose="020B0503020204020204" pitchFamily="34" charset="-122"/>
                <a:ea typeface="微软雅黑" panose="020B0503020204020204" pitchFamily="34" charset="-122"/>
              </a:rPr>
              <a:t>与 </a:t>
            </a:r>
            <a:r>
              <a:rPr lang="en-US" altLang="zh-CN" dirty="0" err="1">
                <a:solidFill>
                  <a:sysClr val="windowText" lastClr="000000"/>
                </a:solidFill>
                <a:latin typeface="微软雅黑" panose="020B0503020204020204" pitchFamily="34" charset="-122"/>
                <a:ea typeface="微软雅黑" panose="020B0503020204020204" pitchFamily="34" charset="-122"/>
              </a:rPr>
              <a:t>linspace</a:t>
            </a:r>
            <a:r>
              <a:rPr lang="en-US" altLang="zh-CN" dirty="0">
                <a:solidFill>
                  <a:sysClr val="windowText" lastClr="000000"/>
                </a:solidFill>
                <a:latin typeface="微软雅黑" panose="020B0503020204020204" pitchFamily="34" charset="-122"/>
                <a:ea typeface="微软雅黑" panose="020B0503020204020204" pitchFamily="34" charset="-122"/>
              </a:rPr>
              <a:t>() </a:t>
            </a:r>
            <a:r>
              <a:rPr lang="zh-CN" altLang="en-US" dirty="0">
                <a:solidFill>
                  <a:sysClr val="windowText" lastClr="000000"/>
                </a:solidFill>
                <a:latin typeface="微软雅黑" panose="020B0503020204020204" pitchFamily="34" charset="-122"/>
                <a:ea typeface="微软雅黑" panose="020B0503020204020204" pitchFamily="34" charset="-122"/>
              </a:rPr>
              <a:t>函数类似，可以从 </a:t>
            </a:r>
            <a:r>
              <a:rPr lang="en-US" altLang="zh-CN" dirty="0">
                <a:solidFill>
                  <a:sysClr val="windowText" lastClr="000000"/>
                </a:solidFill>
                <a:latin typeface="微软雅黑" panose="020B0503020204020204" pitchFamily="34" charset="-122"/>
                <a:ea typeface="微软雅黑" panose="020B0503020204020204" pitchFamily="34" charset="-122"/>
              </a:rPr>
              <a:t>x </a:t>
            </a:r>
            <a:r>
              <a:rPr lang="zh-CN" altLang="en-US" dirty="0">
                <a:solidFill>
                  <a:sysClr val="windowText" lastClr="000000"/>
                </a:solidFill>
                <a:latin typeface="微软雅黑" panose="020B0503020204020204" pitchFamily="34" charset="-122"/>
                <a:ea typeface="微软雅黑" panose="020B0503020204020204" pitchFamily="34" charset="-122"/>
              </a:rPr>
              <a:t>到 </a:t>
            </a:r>
            <a:r>
              <a:rPr lang="en-US" altLang="zh-CN" dirty="0">
                <a:solidFill>
                  <a:sysClr val="windowText" lastClr="000000"/>
                </a:solidFill>
                <a:latin typeface="微软雅黑" panose="020B0503020204020204" pitchFamily="34" charset="-122"/>
                <a:ea typeface="微软雅黑" panose="020B0503020204020204" pitchFamily="34" charset="-122"/>
              </a:rPr>
              <a:t>y </a:t>
            </a:r>
            <a:r>
              <a:rPr lang="zh-CN" altLang="en-US" dirty="0">
                <a:solidFill>
                  <a:sysClr val="windowText" lastClr="000000"/>
                </a:solidFill>
                <a:latin typeface="微软雅黑" panose="020B0503020204020204" pitchFamily="34" charset="-122"/>
                <a:ea typeface="微软雅黑" panose="020B0503020204020204" pitchFamily="34" charset="-122"/>
              </a:rPr>
              <a:t>创建元素个数为 </a:t>
            </a:r>
            <a:r>
              <a:rPr lang="en-US" altLang="zh-CN" dirty="0">
                <a:solidFill>
                  <a:sysClr val="windowText" lastClr="000000"/>
                </a:solidFill>
                <a:latin typeface="微软雅黑" panose="020B0503020204020204" pitchFamily="34" charset="-122"/>
                <a:ea typeface="微软雅黑" panose="020B0503020204020204" pitchFamily="34" charset="-122"/>
              </a:rPr>
              <a:t>n </a:t>
            </a:r>
            <a:r>
              <a:rPr lang="zh-CN" altLang="en-US" dirty="0">
                <a:solidFill>
                  <a:sysClr val="windowText" lastClr="000000"/>
                </a:solidFill>
                <a:latin typeface="微软雅黑" panose="020B0503020204020204" pitchFamily="34" charset="-122"/>
                <a:ea typeface="微软雅黑" panose="020B0503020204020204" pitchFamily="34" charset="-122"/>
              </a:rPr>
              <a:t>的</a:t>
            </a:r>
            <a:r>
              <a:rPr lang="zh-CN" altLang="en-US" b="1" dirty="0">
                <a:solidFill>
                  <a:schemeClr val="accent2"/>
                </a:solidFill>
                <a:latin typeface="微软雅黑" panose="020B0503020204020204" pitchFamily="34" charset="-122"/>
                <a:ea typeface="微软雅黑" panose="020B0503020204020204" pitchFamily="34" charset="-122"/>
              </a:rPr>
              <a:t>等比数列</a:t>
            </a:r>
            <a:r>
              <a:rPr lang="zh-CN" altLang="en-US" dirty="0">
                <a:solidFill>
                  <a:sysClr val="windowText" lastClr="000000"/>
                </a:solidFill>
                <a:latin typeface="微软雅黑" panose="020B0503020204020204" pitchFamily="34" charset="-122"/>
                <a:ea typeface="微软雅黑" panose="020B0503020204020204" pitchFamily="34" charset="-122"/>
              </a:rPr>
              <a:t>。</a:t>
            </a:r>
            <a:endParaRPr lang="en-US" altLang="zh-CN" dirty="0">
              <a:solidFill>
                <a:sysClr val="windowText" lastClr="000000"/>
              </a:solidFill>
              <a:latin typeface="微软雅黑" panose="020B0503020204020204" pitchFamily="34" charset="-122"/>
              <a:ea typeface="微软雅黑" panose="020B0503020204020204" pitchFamily="34" charset="-122"/>
            </a:endParaRPr>
          </a:p>
          <a:p>
            <a:pPr marL="342900" lvl="1" indent="-342900">
              <a:lnSpc>
                <a:spcPct val="150000"/>
              </a:lnSpc>
              <a:spcBef>
                <a:spcPts val="0"/>
              </a:spcBef>
              <a:buClr>
                <a:sysClr val="windowText" lastClr="000000"/>
              </a:buClr>
            </a:pPr>
            <a:r>
              <a:rPr lang="zh-CN" altLang="en-US" dirty="0">
                <a:solidFill>
                  <a:sysClr val="windowText" lastClr="000000"/>
                </a:solidFill>
                <a:latin typeface="微软雅黑" panose="020B0503020204020204" pitchFamily="34" charset="-122"/>
                <a:ea typeface="微软雅黑" panose="020B0503020204020204" pitchFamily="34" charset="-122"/>
              </a:rPr>
              <a:t>参数 </a:t>
            </a:r>
            <a:r>
              <a:rPr lang="en-US" altLang="zh-CN" dirty="0">
                <a:solidFill>
                  <a:sysClr val="windowText" lastClr="000000"/>
                </a:solidFill>
                <a:latin typeface="微软雅黑" panose="020B0503020204020204" pitchFamily="34" charset="-122"/>
                <a:ea typeface="微软雅黑" panose="020B0503020204020204" pitchFamily="34" charset="-122"/>
              </a:rPr>
              <a:t>x </a:t>
            </a:r>
            <a:r>
              <a:rPr lang="zh-CN" altLang="en-US" dirty="0">
                <a:solidFill>
                  <a:sysClr val="windowText" lastClr="000000"/>
                </a:solidFill>
                <a:latin typeface="微软雅黑" panose="020B0503020204020204" pitchFamily="34" charset="-122"/>
                <a:ea typeface="微软雅黑" panose="020B0503020204020204" pitchFamily="34" charset="-122"/>
              </a:rPr>
              <a:t>和 </a:t>
            </a:r>
            <a:r>
              <a:rPr lang="en-US" altLang="zh-CN" dirty="0">
                <a:solidFill>
                  <a:sysClr val="windowText" lastClr="000000"/>
                </a:solidFill>
                <a:latin typeface="微软雅黑" panose="020B0503020204020204" pitchFamily="34" charset="-122"/>
                <a:ea typeface="微软雅黑" panose="020B0503020204020204" pitchFamily="34" charset="-122"/>
              </a:rPr>
              <a:t>y </a:t>
            </a:r>
            <a:r>
              <a:rPr lang="zh-CN" altLang="en-US" dirty="0">
                <a:solidFill>
                  <a:sysClr val="windowText" lastClr="000000"/>
                </a:solidFill>
                <a:latin typeface="微软雅黑" panose="020B0503020204020204" pitchFamily="34" charset="-122"/>
                <a:ea typeface="微软雅黑" panose="020B0503020204020204" pitchFamily="34" charset="-122"/>
              </a:rPr>
              <a:t>分别是数组的开头与结尾。如果写入第三个参数 </a:t>
            </a:r>
            <a:r>
              <a:rPr lang="en-US" altLang="zh-CN" dirty="0">
                <a:solidFill>
                  <a:sysClr val="windowText" lastClr="000000"/>
                </a:solidFill>
                <a:latin typeface="微软雅黑" panose="020B0503020204020204" pitchFamily="34" charset="-122"/>
                <a:ea typeface="微软雅黑" panose="020B0503020204020204" pitchFamily="34" charset="-122"/>
              </a:rPr>
              <a:t>n</a:t>
            </a:r>
            <a:r>
              <a:rPr lang="zh-CN" altLang="en-US" dirty="0">
                <a:solidFill>
                  <a:sysClr val="windowText" lastClr="000000"/>
                </a:solidFill>
                <a:latin typeface="微软雅黑" panose="020B0503020204020204" pitchFamily="34" charset="-122"/>
                <a:ea typeface="微软雅黑" panose="020B0503020204020204" pitchFamily="34" charset="-122"/>
              </a:rPr>
              <a:t>，可以指定数列的元素个数，</a:t>
            </a:r>
            <a:r>
              <a:rPr lang="en-US" altLang="zh-CN" dirty="0">
                <a:solidFill>
                  <a:sysClr val="windowText" lastClr="000000"/>
                </a:solidFill>
                <a:latin typeface="微软雅黑" panose="020B0503020204020204" pitchFamily="34" charset="-122"/>
                <a:ea typeface="微软雅黑" panose="020B0503020204020204" pitchFamily="34" charset="-122"/>
              </a:rPr>
              <a:t>n </a:t>
            </a:r>
            <a:r>
              <a:rPr lang="zh-CN" altLang="en-US" dirty="0">
                <a:solidFill>
                  <a:sysClr val="windowText" lastClr="000000"/>
                </a:solidFill>
                <a:latin typeface="微软雅黑" panose="020B0503020204020204" pitchFamily="34" charset="-122"/>
                <a:ea typeface="微软雅黑" panose="020B0503020204020204" pitchFamily="34" charset="-122"/>
              </a:rPr>
              <a:t>缺省值为</a:t>
            </a:r>
            <a:r>
              <a:rPr lang="en-US" altLang="zh-CN" dirty="0">
                <a:solidFill>
                  <a:sysClr val="windowText" lastClr="000000"/>
                </a:solidFill>
                <a:latin typeface="微软雅黑" panose="020B0503020204020204" pitchFamily="34" charset="-122"/>
                <a:ea typeface="微软雅黑" panose="020B0503020204020204" pitchFamily="34" charset="-122"/>
              </a:rPr>
              <a:t>50</a:t>
            </a:r>
            <a:r>
              <a:rPr lang="zh-CN" altLang="en-US" dirty="0">
                <a:solidFill>
                  <a:sysClr val="windowText" lastClr="000000"/>
                </a:solidFill>
                <a:latin typeface="微软雅黑" panose="020B0503020204020204" pitchFamily="34" charset="-122"/>
                <a:ea typeface="微软雅黑" panose="020B0503020204020204" pitchFamily="34" charset="-122"/>
              </a:rPr>
              <a:t>。</a:t>
            </a:r>
            <a:endParaRPr lang="en-US" altLang="zh-CN" dirty="0">
              <a:solidFill>
                <a:sysClr val="windowText" lastClr="000000"/>
              </a:solidFill>
              <a:latin typeface="微软雅黑" panose="020B0503020204020204" pitchFamily="34" charset="-122"/>
              <a:ea typeface="微软雅黑" panose="020B0503020204020204" pitchFamily="34" charset="-122"/>
            </a:endParaRPr>
          </a:p>
          <a:p>
            <a:pPr marL="342900" lvl="1" indent="-342900">
              <a:lnSpc>
                <a:spcPct val="150000"/>
              </a:lnSpc>
              <a:spcBef>
                <a:spcPts val="0"/>
              </a:spcBef>
              <a:buClr>
                <a:sysClr val="windowText" lastClr="000000"/>
              </a:buClr>
            </a:pPr>
            <a:r>
              <a:rPr kumimoji="0" lang="zh-CN" altLang="en-US"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除此以外，</a:t>
            </a:r>
            <a:r>
              <a:rPr kumimoji="0" lang="en-US" altLang="zh-CN"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NumPy </a:t>
            </a:r>
            <a:r>
              <a:rPr kumimoji="0" lang="zh-CN" altLang="en-US"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还提供了创建随机数组、全 </a:t>
            </a:r>
            <a:r>
              <a:rPr kumimoji="0" lang="en-US" altLang="zh-CN"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0 </a:t>
            </a:r>
            <a:r>
              <a:rPr kumimoji="0" lang="zh-CN" altLang="en-US"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数组、全 </a:t>
            </a:r>
            <a:r>
              <a:rPr kumimoji="0" lang="en-US" altLang="zh-CN"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1 </a:t>
            </a:r>
            <a:r>
              <a:rPr kumimoji="0" lang="zh-CN" altLang="en-US"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数组等方法。</a:t>
            </a:r>
            <a:endParaRPr kumimoji="0" lang="zh-CN" altLang="en-US"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endParaRPr>
          </a:p>
        </p:txBody>
      </p:sp>
      <p:sp>
        <p:nvSpPr>
          <p:cNvPr id="5" name="内容占位符 5"/>
          <p:cNvSpPr txBox="1"/>
          <p:nvPr/>
        </p:nvSpPr>
        <p:spPr>
          <a:xfrm>
            <a:off x="749300" y="4035065"/>
            <a:ext cx="10693400" cy="1808480"/>
          </a:xfrm>
          <a:prstGeom prst="roundRect">
            <a:avLst>
              <a:gd name="adj" fmla="val 19139"/>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dirty="0">
                <a:solidFill>
                  <a:srgbClr val="4B69C6"/>
                </a:solidFill>
                <a:latin typeface="+mj-lt"/>
              </a:rPr>
              <a:t>import</a:t>
            </a:r>
            <a:r>
              <a:rPr lang="en-US" altLang="zh-CN" dirty="0">
                <a:solidFill>
                  <a:srgbClr val="333333"/>
                </a:solidFill>
                <a:latin typeface="+mj-lt"/>
              </a:rPr>
              <a:t> </a:t>
            </a:r>
            <a:r>
              <a:rPr lang="en-US" altLang="zh-CN" b="1" dirty="0" err="1">
                <a:solidFill>
                  <a:srgbClr val="7A3E9D"/>
                </a:solidFill>
                <a:latin typeface="+mj-lt"/>
              </a:rPr>
              <a:t>numpy</a:t>
            </a:r>
            <a:r>
              <a:rPr lang="en-US" altLang="zh-CN" dirty="0">
                <a:solidFill>
                  <a:srgbClr val="333333"/>
                </a:solidFill>
                <a:latin typeface="+mj-lt"/>
              </a:rPr>
              <a:t> </a:t>
            </a:r>
            <a:r>
              <a:rPr lang="en-US" altLang="zh-CN" dirty="0">
                <a:solidFill>
                  <a:srgbClr val="4B69C6"/>
                </a:solidFill>
                <a:latin typeface="+mj-lt"/>
              </a:rPr>
              <a:t>as</a:t>
            </a:r>
            <a:r>
              <a:rPr lang="en-US" altLang="zh-CN" dirty="0">
                <a:solidFill>
                  <a:srgbClr val="333333"/>
                </a:solidFill>
                <a:latin typeface="+mj-lt"/>
              </a:rPr>
              <a:t> </a:t>
            </a:r>
            <a:r>
              <a:rPr lang="en-US" altLang="zh-CN" b="1" dirty="0">
                <a:solidFill>
                  <a:srgbClr val="7A3E9D"/>
                </a:solidFill>
                <a:latin typeface="+mj-lt"/>
              </a:rPr>
              <a:t>np</a:t>
            </a:r>
            <a:endParaRPr lang="en-US" altLang="zh-CN" dirty="0">
              <a:solidFill>
                <a:srgbClr val="333333"/>
              </a:solidFill>
              <a:latin typeface="+mj-lt"/>
            </a:endParaRPr>
          </a:p>
          <a:p>
            <a:br>
              <a:rPr lang="en-US" altLang="zh-CN" dirty="0">
                <a:solidFill>
                  <a:srgbClr val="333333"/>
                </a:solidFill>
                <a:latin typeface="+mj-lt"/>
              </a:rPr>
            </a:br>
            <a:r>
              <a:rPr lang="en-US" altLang="zh-CN" b="1" dirty="0">
                <a:solidFill>
                  <a:srgbClr val="AA3731"/>
                </a:solidFill>
                <a:latin typeface="+mj-lt"/>
              </a:rPr>
              <a:t>print</a:t>
            </a:r>
            <a:r>
              <a:rPr lang="en-US" altLang="zh-CN" dirty="0">
                <a:solidFill>
                  <a:srgbClr val="777777"/>
                </a:solidFill>
                <a:latin typeface="+mj-lt"/>
              </a:rPr>
              <a:t>(</a:t>
            </a:r>
            <a:r>
              <a:rPr lang="en-US" altLang="zh-CN" b="1" dirty="0" err="1">
                <a:solidFill>
                  <a:srgbClr val="7A3E9D"/>
                </a:solidFill>
                <a:latin typeface="+mj-lt"/>
              </a:rPr>
              <a:t>np</a:t>
            </a:r>
            <a:r>
              <a:rPr lang="en-US" altLang="zh-CN" dirty="0" err="1">
                <a:solidFill>
                  <a:srgbClr val="777777"/>
                </a:solidFill>
                <a:latin typeface="+mj-lt"/>
              </a:rPr>
              <a:t>.</a:t>
            </a:r>
            <a:r>
              <a:rPr lang="en-US" altLang="zh-CN" b="1" dirty="0" err="1">
                <a:solidFill>
                  <a:srgbClr val="7A3E9D"/>
                </a:solidFill>
                <a:latin typeface="+mj-lt"/>
              </a:rPr>
              <a:t>random</a:t>
            </a:r>
            <a:r>
              <a:rPr lang="en-US" altLang="zh-CN" dirty="0" err="1">
                <a:solidFill>
                  <a:srgbClr val="777777"/>
                </a:solidFill>
                <a:latin typeface="+mj-lt"/>
              </a:rPr>
              <a:t>.</a:t>
            </a:r>
            <a:r>
              <a:rPr lang="en-US" altLang="zh-CN" dirty="0" err="1">
                <a:solidFill>
                  <a:srgbClr val="7A3E9D"/>
                </a:solidFill>
                <a:latin typeface="+mj-lt"/>
              </a:rPr>
              <a:t>rand</a:t>
            </a:r>
            <a:r>
              <a:rPr lang="en-US" altLang="zh-CN" dirty="0">
                <a:solidFill>
                  <a:srgbClr val="777777"/>
                </a:solidFill>
                <a:latin typeface="+mj-lt"/>
              </a:rPr>
              <a:t>(</a:t>
            </a:r>
            <a:r>
              <a:rPr lang="en-US" altLang="zh-CN" dirty="0">
                <a:solidFill>
                  <a:srgbClr val="9C5D27"/>
                </a:solidFill>
                <a:latin typeface="+mj-lt"/>
              </a:rPr>
              <a:t>2</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9C5D27"/>
                </a:solidFill>
                <a:latin typeface="+mj-lt"/>
              </a:rPr>
              <a:t>3</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创建 </a:t>
            </a:r>
            <a:r>
              <a:rPr lang="en-US" altLang="zh-CN" dirty="0">
                <a:solidFill>
                  <a:srgbClr val="AAAAAA"/>
                </a:solidFill>
                <a:latin typeface="+mj-lt"/>
              </a:rPr>
              <a:t>2*3 </a:t>
            </a:r>
            <a:r>
              <a:rPr lang="zh-CN" altLang="en-US" dirty="0">
                <a:solidFill>
                  <a:srgbClr val="AAAAAA"/>
                </a:solidFill>
                <a:latin typeface="+mj-lt"/>
              </a:rPr>
              <a:t>随机数组</a:t>
            </a:r>
            <a:endParaRPr lang="zh-CN" altLang="en-US" dirty="0">
              <a:solidFill>
                <a:srgbClr val="333333"/>
              </a:solidFill>
              <a:latin typeface="+mj-lt"/>
            </a:endParaRPr>
          </a:p>
          <a:p>
            <a:r>
              <a:rPr lang="en-US" altLang="zh-CN" b="1" dirty="0">
                <a:solidFill>
                  <a:srgbClr val="AA3731"/>
                </a:solidFill>
                <a:latin typeface="+mj-lt"/>
              </a:rPr>
              <a:t>print</a:t>
            </a:r>
            <a:r>
              <a:rPr lang="en-US" altLang="zh-CN" dirty="0">
                <a:solidFill>
                  <a:srgbClr val="777777"/>
                </a:solidFill>
                <a:latin typeface="+mj-lt"/>
              </a:rPr>
              <a:t>(</a:t>
            </a:r>
            <a:r>
              <a:rPr lang="en-US" altLang="zh-CN" b="1" dirty="0" err="1">
                <a:solidFill>
                  <a:srgbClr val="7A3E9D"/>
                </a:solidFill>
                <a:latin typeface="+mj-lt"/>
              </a:rPr>
              <a:t>np</a:t>
            </a:r>
            <a:r>
              <a:rPr lang="en-US" altLang="zh-CN" dirty="0" err="1">
                <a:solidFill>
                  <a:srgbClr val="777777"/>
                </a:solidFill>
                <a:latin typeface="+mj-lt"/>
              </a:rPr>
              <a:t>.</a:t>
            </a:r>
            <a:r>
              <a:rPr lang="en-US" altLang="zh-CN" b="1" dirty="0" err="1">
                <a:solidFill>
                  <a:srgbClr val="AA3731"/>
                </a:solidFill>
                <a:latin typeface="+mj-lt"/>
              </a:rPr>
              <a:t>ones</a:t>
            </a:r>
            <a:r>
              <a:rPr lang="en-US" altLang="zh-CN" dirty="0">
                <a:solidFill>
                  <a:srgbClr val="777777"/>
                </a:solidFill>
                <a:latin typeface="+mj-lt"/>
              </a:rPr>
              <a:t>((</a:t>
            </a:r>
            <a:r>
              <a:rPr lang="en-US" altLang="zh-CN" dirty="0">
                <a:solidFill>
                  <a:srgbClr val="9C5D27"/>
                </a:solidFill>
                <a:latin typeface="+mj-lt"/>
              </a:rPr>
              <a:t>2</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9C5D27"/>
                </a:solidFill>
                <a:latin typeface="+mj-lt"/>
              </a:rPr>
              <a:t>3</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创建全</a:t>
            </a:r>
            <a:r>
              <a:rPr lang="en-US" altLang="zh-CN" dirty="0">
                <a:solidFill>
                  <a:srgbClr val="AAAAAA"/>
                </a:solidFill>
                <a:latin typeface="+mj-lt"/>
              </a:rPr>
              <a:t>1</a:t>
            </a:r>
            <a:r>
              <a:rPr lang="zh-CN" altLang="en-US" dirty="0">
                <a:solidFill>
                  <a:srgbClr val="AAAAAA"/>
                </a:solidFill>
                <a:latin typeface="+mj-lt"/>
              </a:rPr>
              <a:t>数组</a:t>
            </a:r>
            <a:endParaRPr lang="zh-CN" altLang="en-US" dirty="0">
              <a:solidFill>
                <a:srgbClr val="333333"/>
              </a:solidFill>
              <a:latin typeface="+mj-lt"/>
            </a:endParaRPr>
          </a:p>
        </p:txBody>
      </p:sp>
      <p:sp>
        <p:nvSpPr>
          <p:cNvPr id="6" name="文本框 5"/>
          <p:cNvSpPr txBox="1"/>
          <p:nvPr/>
        </p:nvSpPr>
        <p:spPr>
          <a:xfrm>
            <a:off x="6776721" y="4683760"/>
            <a:ext cx="5222239" cy="2024610"/>
          </a:xfrm>
          <a:prstGeom prst="roundRect">
            <a:avLst>
              <a:gd name="adj" fmla="val 5518"/>
            </a:avLst>
          </a:prstGeom>
          <a:solidFill>
            <a:srgbClr val="0070C0"/>
          </a:solidFill>
          <a:ln>
            <a:solidFill>
              <a:schemeClr val="bg1"/>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nchorCtr="0"/>
          <a:lstStyle>
            <a:defPPr>
              <a:defRPr lang="zh-CN"/>
            </a:defPPr>
            <a:lvl1pPr>
              <a:defRPr sz="24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输出：</a:t>
            </a:r>
            <a:endParaRPr kumimoji="0" lang="en-US" altLang="zh-CN"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lvl="0">
              <a:lnSpc>
                <a:spcPct val="120000"/>
              </a:lnSpc>
              <a:defRPr/>
            </a:pPr>
            <a:r>
              <a:rPr lang="en-US" altLang="zh-CN" sz="2000" b="1" dirty="0">
                <a:solidFill>
                  <a:prstClr val="white"/>
                </a:solidFill>
                <a:latin typeface="微软雅黑" panose="020B0503020204020204" pitchFamily="34" charset="-122"/>
                <a:ea typeface="微软雅黑" panose="020B0503020204020204" pitchFamily="34" charset="-122"/>
              </a:rPr>
              <a:t>[[0.75007965 0.14243965 0.69269401]</a:t>
            </a:r>
            <a:endParaRPr lang="en-US" altLang="zh-CN" sz="2000" b="1" dirty="0">
              <a:solidFill>
                <a:prstClr val="white"/>
              </a:solidFill>
              <a:latin typeface="微软雅黑" panose="020B0503020204020204" pitchFamily="34" charset="-122"/>
              <a:ea typeface="微软雅黑" panose="020B0503020204020204" pitchFamily="34" charset="-122"/>
            </a:endParaRPr>
          </a:p>
          <a:p>
            <a:pPr lvl="0">
              <a:lnSpc>
                <a:spcPct val="120000"/>
              </a:lnSpc>
              <a:defRPr/>
            </a:pPr>
            <a:r>
              <a:rPr lang="en-US" altLang="zh-CN" sz="2000" b="1" dirty="0">
                <a:solidFill>
                  <a:prstClr val="white"/>
                </a:solidFill>
                <a:latin typeface="微软雅黑" panose="020B0503020204020204" pitchFamily="34" charset="-122"/>
                <a:ea typeface="微软雅黑" panose="020B0503020204020204" pitchFamily="34" charset="-122"/>
              </a:rPr>
              <a:t> [0.07423011 0.70577674 0.31417101]]</a:t>
            </a:r>
            <a:endParaRPr lang="en-US" altLang="zh-CN" sz="2000" b="1" dirty="0">
              <a:solidFill>
                <a:prstClr val="white"/>
              </a:solidFill>
              <a:latin typeface="微软雅黑" panose="020B0503020204020204" pitchFamily="34" charset="-122"/>
              <a:ea typeface="微软雅黑" panose="020B0503020204020204" pitchFamily="34" charset="-122"/>
            </a:endParaRPr>
          </a:p>
          <a:p>
            <a:pPr lvl="0">
              <a:lnSpc>
                <a:spcPct val="120000"/>
              </a:lnSpc>
              <a:defRPr/>
            </a:pPr>
            <a:r>
              <a:rPr lang="en-US" altLang="zh-CN" sz="2000" b="1" dirty="0">
                <a:solidFill>
                  <a:prstClr val="white"/>
                </a:solidFill>
                <a:latin typeface="微软雅黑" panose="020B0503020204020204" pitchFamily="34" charset="-122"/>
                <a:ea typeface="微软雅黑" panose="020B0503020204020204" pitchFamily="34" charset="-122"/>
              </a:rPr>
              <a:t>[[1. 1. 1.]</a:t>
            </a:r>
            <a:endParaRPr lang="en-US" altLang="zh-CN" sz="2000" b="1" dirty="0">
              <a:solidFill>
                <a:prstClr val="white"/>
              </a:solidFill>
              <a:latin typeface="微软雅黑" panose="020B0503020204020204" pitchFamily="34" charset="-122"/>
              <a:ea typeface="微软雅黑" panose="020B0503020204020204" pitchFamily="34" charset="-122"/>
            </a:endParaRPr>
          </a:p>
          <a:p>
            <a:pPr lvl="0">
              <a:lnSpc>
                <a:spcPct val="120000"/>
              </a:lnSpc>
              <a:defRPr/>
            </a:pPr>
            <a:r>
              <a:rPr lang="en-US" altLang="zh-CN" sz="2000" b="1" dirty="0">
                <a:solidFill>
                  <a:prstClr val="white"/>
                </a:solidFill>
                <a:latin typeface="微软雅黑" panose="020B0503020204020204" pitchFamily="34" charset="-122"/>
                <a:ea typeface="微软雅黑" panose="020B0503020204020204" pitchFamily="34" charset="-122"/>
              </a:rPr>
              <a:t> [1. 1. 1.]]</a:t>
            </a:r>
            <a:endParaRPr lang="en-US" altLang="zh-CN" sz="2000" b="1" dirty="0">
              <a:solidFill>
                <a:prstClr val="white"/>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2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7.5.2</a:t>
            </a:r>
            <a:endParaRPr lang="zh-CN" altLang="en-US" dirty="0"/>
          </a:p>
        </p:txBody>
      </p:sp>
      <p:sp>
        <p:nvSpPr>
          <p:cNvPr id="3" name="标题 2"/>
          <p:cNvSpPr>
            <a:spLocks noGrp="1"/>
          </p:cNvSpPr>
          <p:nvPr>
            <p:ph type="title"/>
          </p:nvPr>
        </p:nvSpPr>
        <p:spPr/>
        <p:txBody>
          <a:bodyPr/>
          <a:lstStyle/>
          <a:p>
            <a:r>
              <a:rPr lang="zh-CN" altLang="en-US" dirty="0"/>
              <a:t>读文件</a:t>
            </a:r>
            <a:endParaRPr lang="zh-CN" altLang="en-US" dirty="0"/>
          </a:p>
        </p:txBody>
      </p:sp>
      <p:sp>
        <p:nvSpPr>
          <p:cNvPr id="2" name="内容占位符 1"/>
          <p:cNvSpPr txBox="1"/>
          <p:nvPr/>
        </p:nvSpPr>
        <p:spPr>
          <a:xfrm>
            <a:off x="655074" y="1243318"/>
            <a:ext cx="10881852" cy="3023881"/>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457200" algn="l" defTabSz="914400" rtl="0" eaLnBrk="1" fontAlgn="auto" latinLnBrk="0" hangingPunct="1">
              <a:lnSpc>
                <a:spcPct val="150000"/>
              </a:lnSpc>
              <a:spcAft>
                <a:spcPts val="0"/>
              </a:spcAft>
              <a:buClrTx/>
              <a:buSzTx/>
              <a:buFont typeface="Arial" panose="020B0604020202090204" pitchFamily="34" charset="0"/>
              <a:buNone/>
              <a:defRPr/>
            </a:pPr>
            <a:r>
              <a:rPr kumimoji="0" lang="en-US" altLang="zh-CN"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Python </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并没有提供数组功能，虽然列表可以完成基本的数组功能，但在数据量较大时，使用列表的效率就会很低。</a:t>
            </a:r>
            <a:endParaRPr kumimoji="0" lang="en-US" altLang="zh-CN"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a:p>
            <a:pPr marL="0" marR="0" lvl="0" indent="457200" algn="l" defTabSz="914400" rtl="0" eaLnBrk="1" fontAlgn="auto" latinLnBrk="0" hangingPunct="1">
              <a:lnSpc>
                <a:spcPct val="150000"/>
              </a:lnSpc>
              <a:spcAft>
                <a:spcPts val="0"/>
              </a:spcAft>
              <a:buClrTx/>
              <a:buSzTx/>
              <a:buFont typeface="Arial" panose="020B0604020202090204" pitchFamily="34" charset="0"/>
              <a:buNone/>
              <a:defRPr/>
            </a:pP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为此，</a:t>
            </a:r>
            <a:r>
              <a:rPr kumimoji="0" lang="en-US" altLang="zh-CN"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NumPy </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库提供了数组以及对数据</a:t>
            </a:r>
            <a:r>
              <a:rPr kumimoji="0" lang="zh-CN" altLang="en-US" sz="24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快速处理</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的函数。</a:t>
            </a:r>
            <a:r>
              <a:rPr kumimoji="0" lang="en-US" altLang="zh-CN"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NumPy </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库内置函数处理数据的速度是 </a:t>
            </a:r>
            <a:r>
              <a:rPr kumimoji="0" lang="en-US" altLang="zh-CN"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C </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语言级别的，编写程序时，应尽量使用内置函数，避免出现效率瓶颈的现象。</a:t>
            </a:r>
            <a:endPar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7.5.2</a:t>
            </a:r>
            <a:endParaRPr lang="zh-CN" altLang="en-US" dirty="0"/>
          </a:p>
        </p:txBody>
      </p:sp>
      <p:sp>
        <p:nvSpPr>
          <p:cNvPr id="3" name="标题 2"/>
          <p:cNvSpPr>
            <a:spLocks noGrp="1"/>
          </p:cNvSpPr>
          <p:nvPr>
            <p:ph type="title"/>
          </p:nvPr>
        </p:nvSpPr>
        <p:spPr/>
        <p:txBody>
          <a:bodyPr/>
          <a:lstStyle/>
          <a:p>
            <a:r>
              <a:rPr lang="zh-CN" altLang="en-US" dirty="0"/>
              <a:t>读文件</a:t>
            </a:r>
            <a:endParaRPr lang="zh-CN" altLang="en-US" dirty="0"/>
          </a:p>
        </p:txBody>
      </p:sp>
      <p:sp>
        <p:nvSpPr>
          <p:cNvPr id="2" name="内容占位符 5"/>
          <p:cNvSpPr txBox="1"/>
          <p:nvPr/>
        </p:nvSpPr>
        <p:spPr>
          <a:xfrm>
            <a:off x="780061" y="3881119"/>
            <a:ext cx="10631877" cy="2341881"/>
          </a:xfrm>
          <a:prstGeom prst="roundRect">
            <a:avLst>
              <a:gd name="adj" fmla="val 18448"/>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0" eaLnBrk="0" fontAlgn="base" hangingPunct="0">
              <a:lnSpc>
                <a:spcPct val="125000"/>
              </a:lnSpc>
              <a:spcBef>
                <a:spcPct val="0"/>
              </a:spcBef>
              <a:spcAft>
                <a:spcPct val="0"/>
              </a:spcAft>
              <a:defRPr/>
            </a:pPr>
            <a:r>
              <a:rPr lang="en-US" altLang="zh-CN" sz="2400" b="1" dirty="0" err="1">
                <a:solidFill>
                  <a:prstClr val="black"/>
                </a:solidFill>
                <a:latin typeface="微软雅黑"/>
                <a:ea typeface="微软雅黑"/>
              </a:rPr>
              <a:t>numpy.</a:t>
            </a:r>
            <a:r>
              <a:rPr lang="en-US" altLang="zh-CN" sz="2400" b="1" dirty="0" err="1">
                <a:solidFill>
                  <a:srgbClr val="FF6A02"/>
                </a:solidFill>
                <a:latin typeface="微软雅黑"/>
                <a:ea typeface="微软雅黑"/>
              </a:rPr>
              <a:t>genfromtxt</a:t>
            </a:r>
            <a:r>
              <a:rPr lang="en-US" altLang="zh-CN" sz="2400" b="1" dirty="0">
                <a:solidFill>
                  <a:prstClr val="black"/>
                </a:solidFill>
                <a:latin typeface="微软雅黑"/>
                <a:ea typeface="微软雅黑"/>
              </a:rPr>
              <a:t>(fname, </a:t>
            </a:r>
            <a:r>
              <a:rPr lang="en-US" altLang="zh-CN" sz="2400" b="1" dirty="0" err="1">
                <a:solidFill>
                  <a:srgbClr val="660099"/>
                </a:solidFill>
                <a:latin typeface="微软雅黑"/>
                <a:ea typeface="微软雅黑"/>
              </a:rPr>
              <a:t>dtype</a:t>
            </a:r>
            <a:r>
              <a:rPr lang="en-US" altLang="zh-CN" sz="2400" b="1" dirty="0">
                <a:solidFill>
                  <a:srgbClr val="171BEB"/>
                </a:solidFill>
                <a:latin typeface="微软雅黑"/>
                <a:ea typeface="微软雅黑"/>
              </a:rPr>
              <a:t>=&lt;class 'float'&gt;</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comments</a:t>
            </a:r>
            <a:r>
              <a:rPr lang="en-US" altLang="zh-CN" sz="2400" b="1" dirty="0">
                <a:solidFill>
                  <a:prstClr val="black"/>
                </a:solidFill>
                <a:latin typeface="微软雅黑"/>
                <a:ea typeface="微软雅黑"/>
              </a:rPr>
              <a:t>=</a:t>
            </a:r>
            <a:r>
              <a:rPr lang="en-US" altLang="zh-CN" sz="2400" b="1" dirty="0">
                <a:solidFill>
                  <a:srgbClr val="171BEB"/>
                </a:solidFill>
                <a:latin typeface="微软雅黑"/>
                <a:ea typeface="微软雅黑"/>
              </a:rPr>
              <a:t>'#'</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delimiter</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None</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skip_header</a:t>
            </a:r>
            <a:r>
              <a:rPr lang="en-US" altLang="zh-CN" sz="2400" b="1" dirty="0">
                <a:solidFill>
                  <a:prstClr val="black"/>
                </a:solidFill>
                <a:latin typeface="微软雅黑"/>
                <a:ea typeface="微软雅黑"/>
              </a:rPr>
              <a:t>=</a:t>
            </a:r>
            <a:r>
              <a:rPr lang="en-US" altLang="zh-CN" sz="2400" b="1" dirty="0">
                <a:solidFill>
                  <a:srgbClr val="171BEB"/>
                </a:solidFill>
                <a:latin typeface="微软雅黑"/>
                <a:ea typeface="微软雅黑"/>
              </a:rPr>
              <a:t>0</a:t>
            </a:r>
            <a:r>
              <a:rPr lang="en-US" altLang="zh-CN" sz="2400" b="1" dirty="0">
                <a:solidFill>
                  <a:prstClr val="black"/>
                </a:solidFill>
                <a:latin typeface="微软雅黑"/>
                <a:ea typeface="微软雅黑"/>
              </a:rPr>
              <a:t>,</a:t>
            </a:r>
            <a:r>
              <a:rPr lang="en-US" altLang="zh-CN" sz="2400" b="1" dirty="0">
                <a:solidFill>
                  <a:srgbClr val="660099"/>
                </a:solidFill>
                <a:latin typeface="微软雅黑"/>
                <a:ea typeface="微软雅黑"/>
              </a:rPr>
              <a:t>skip_footer</a:t>
            </a:r>
            <a:r>
              <a:rPr lang="en-US" altLang="zh-CN" sz="2400" b="1" dirty="0">
                <a:solidFill>
                  <a:prstClr val="black"/>
                </a:solidFill>
                <a:latin typeface="微软雅黑"/>
                <a:ea typeface="微软雅黑"/>
              </a:rPr>
              <a:t>=</a:t>
            </a:r>
            <a:r>
              <a:rPr lang="en-US" altLang="zh-CN" sz="2400" b="1" dirty="0">
                <a:solidFill>
                  <a:srgbClr val="171BEB"/>
                </a:solidFill>
                <a:latin typeface="微软雅黑"/>
                <a:ea typeface="微软雅黑"/>
              </a:rPr>
              <a:t>0</a:t>
            </a:r>
            <a:r>
              <a:rPr lang="en-US" altLang="zh-CN" sz="2400" b="1" dirty="0">
                <a:solidFill>
                  <a:prstClr val="black"/>
                </a:solidFill>
                <a:latin typeface="微软雅黑"/>
                <a:ea typeface="微软雅黑"/>
              </a:rPr>
              <a:t>, </a:t>
            </a:r>
            <a:r>
              <a:rPr lang="en-US" altLang="zh-CN" sz="2400" b="1" dirty="0" err="1">
                <a:solidFill>
                  <a:srgbClr val="660099"/>
                </a:solidFill>
                <a:latin typeface="微软雅黑"/>
                <a:ea typeface="微软雅黑"/>
              </a:rPr>
              <a:t>missing_values</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None</a:t>
            </a:r>
            <a:r>
              <a:rPr lang="en-US" altLang="zh-CN" sz="2400" b="1" dirty="0">
                <a:solidFill>
                  <a:prstClr val="black"/>
                </a:solidFill>
                <a:latin typeface="微软雅黑"/>
                <a:ea typeface="微软雅黑"/>
              </a:rPr>
              <a:t>, </a:t>
            </a:r>
            <a:r>
              <a:rPr lang="en-US" altLang="zh-CN" sz="2400" b="1" dirty="0" err="1">
                <a:solidFill>
                  <a:srgbClr val="660099"/>
                </a:solidFill>
                <a:latin typeface="微软雅黑"/>
                <a:ea typeface="微软雅黑"/>
              </a:rPr>
              <a:t>filling_values</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None</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usecols</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None</a:t>
            </a:r>
            <a:r>
              <a:rPr lang="en-US" altLang="zh-CN" sz="2400" b="1" dirty="0">
                <a:solidFill>
                  <a:prstClr val="black"/>
                </a:solidFill>
                <a:latin typeface="微软雅黑"/>
                <a:ea typeface="微软雅黑"/>
              </a:rPr>
              <a:t>, </a:t>
            </a:r>
            <a:r>
              <a:rPr lang="en-US" altLang="zh-CN" sz="2400" b="1" dirty="0" err="1">
                <a:solidFill>
                  <a:srgbClr val="660099"/>
                </a:solidFill>
                <a:latin typeface="微软雅黑"/>
                <a:ea typeface="微软雅黑"/>
              </a:rPr>
              <a:t>autostrip</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False</a:t>
            </a:r>
            <a:r>
              <a:rPr lang="en-US" altLang="zh-CN" sz="2400" b="1" dirty="0">
                <a:solidFill>
                  <a:prstClr val="black"/>
                </a:solidFill>
                <a:latin typeface="微软雅黑"/>
                <a:ea typeface="微软雅黑"/>
              </a:rPr>
              <a:t>, </a:t>
            </a:r>
            <a:r>
              <a:rPr lang="en-US" altLang="zh-CN" sz="2400" b="1" dirty="0" err="1">
                <a:solidFill>
                  <a:srgbClr val="660099"/>
                </a:solidFill>
                <a:latin typeface="微软雅黑"/>
                <a:ea typeface="微软雅黑"/>
              </a:rPr>
              <a:t>max_rows</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None</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encoding</a:t>
            </a:r>
            <a:r>
              <a:rPr lang="en-US" altLang="zh-CN" sz="2400" b="1" dirty="0">
                <a:solidFill>
                  <a:prstClr val="black"/>
                </a:solidFill>
                <a:latin typeface="微软雅黑"/>
                <a:ea typeface="微软雅黑"/>
              </a:rPr>
              <a:t>=</a:t>
            </a:r>
            <a:r>
              <a:rPr lang="en-US" altLang="zh-CN" sz="2400" b="1" dirty="0">
                <a:solidFill>
                  <a:srgbClr val="171BEB"/>
                </a:solidFill>
                <a:latin typeface="微软雅黑"/>
                <a:ea typeface="微软雅黑"/>
              </a:rPr>
              <a:t>'bytes'</a:t>
            </a:r>
            <a:r>
              <a:rPr lang="en-US" altLang="zh-CN" sz="2400" b="1" dirty="0">
                <a:solidFill>
                  <a:prstClr val="black"/>
                </a:solidFill>
                <a:latin typeface="微软雅黑"/>
                <a:ea typeface="微软雅黑"/>
              </a:rPr>
              <a:t>…)</a:t>
            </a:r>
            <a:endParaRPr lang="zh-CN" altLang="zh-CN" sz="2400" b="1" dirty="0">
              <a:solidFill>
                <a:prstClr val="black"/>
              </a:solidFill>
              <a:latin typeface="微软雅黑"/>
              <a:ea typeface="微软雅黑"/>
            </a:endParaRPr>
          </a:p>
        </p:txBody>
      </p:sp>
      <p:sp>
        <p:nvSpPr>
          <p:cNvPr id="5" name="内容占位符 4"/>
          <p:cNvSpPr txBox="1"/>
          <p:nvPr/>
        </p:nvSpPr>
        <p:spPr>
          <a:xfrm>
            <a:off x="838200" y="1029125"/>
            <a:ext cx="10515600" cy="2751625"/>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457200" indent="-457200">
              <a:lnSpc>
                <a:spcPct val="150000"/>
              </a:lnSpc>
              <a:buFont typeface="+mj-lt"/>
              <a:buAutoNum type="arabicPeriod"/>
            </a:pPr>
            <a:r>
              <a:rPr lang="en-US" altLang="zh-CN" sz="2400" b="1" dirty="0" err="1">
                <a:solidFill>
                  <a:srgbClr val="0070C0"/>
                </a:solidFill>
                <a:latin typeface="微软雅黑" panose="020B0503020204020204" pitchFamily="34" charset="-122"/>
                <a:ea typeface="微软雅黑" panose="020B0503020204020204" pitchFamily="34" charset="-122"/>
              </a:rPr>
              <a:t>genfromtxt</a:t>
            </a:r>
            <a:r>
              <a:rPr lang="en-US" altLang="zh-CN" sz="2400" b="1" dirty="0">
                <a:solidFill>
                  <a:srgbClr val="0070C0"/>
                </a:solidFill>
                <a:latin typeface="微软雅黑" panose="020B0503020204020204" pitchFamily="34" charset="-122"/>
                <a:ea typeface="微软雅黑" panose="020B0503020204020204" pitchFamily="34" charset="-122"/>
              </a:rPr>
              <a:t>() </a:t>
            </a:r>
            <a:r>
              <a:rPr lang="zh-CN" altLang="en-US" sz="2400" b="1" dirty="0">
                <a:solidFill>
                  <a:srgbClr val="0070C0"/>
                </a:solidFill>
                <a:latin typeface="微软雅黑" panose="020B0503020204020204" pitchFamily="34" charset="-122"/>
                <a:ea typeface="微软雅黑" panose="020B0503020204020204" pitchFamily="34" charset="-122"/>
              </a:rPr>
              <a:t>函数</a:t>
            </a:r>
            <a:endParaRPr lang="en-US" altLang="zh-CN" sz="2400" b="1" dirty="0">
              <a:solidFill>
                <a:srgbClr val="0070C0"/>
              </a:solidFill>
              <a:latin typeface="微软雅黑" panose="020B0503020204020204" pitchFamily="34" charset="-122"/>
              <a:ea typeface="微软雅黑" panose="020B0503020204020204" pitchFamily="34" charset="-122"/>
            </a:endParaRPr>
          </a:p>
          <a:p>
            <a:pPr>
              <a:lnSpc>
                <a:spcPct val="150000"/>
              </a:lnSpc>
            </a:pPr>
            <a:r>
              <a:rPr lang="zh-CN" altLang="en-US" sz="2400" dirty="0">
                <a:solidFill>
                  <a:sysClr val="windowText" lastClr="000000">
                    <a:lumMod val="85000"/>
                    <a:lumOff val="15000"/>
                  </a:sysClr>
                </a:solidFill>
                <a:latin typeface="微软雅黑" panose="020B0503020204020204" pitchFamily="34" charset="-122"/>
                <a:ea typeface="微软雅黑" panose="020B0503020204020204" pitchFamily="34" charset="-122"/>
              </a:rPr>
              <a:t>从</a:t>
            </a:r>
            <a:r>
              <a:rPr lang="zh-CN" altLang="en-US" sz="2400" b="1" dirty="0">
                <a:solidFill>
                  <a:schemeClr val="accent2"/>
                </a:solidFill>
                <a:latin typeface="微软雅黑" panose="020B0503020204020204" pitchFamily="34" charset="-122"/>
                <a:ea typeface="微软雅黑" panose="020B0503020204020204" pitchFamily="34" charset="-122"/>
              </a:rPr>
              <a:t>文本</a:t>
            </a:r>
            <a:r>
              <a:rPr lang="zh-CN" altLang="en-US" sz="2400" dirty="0">
                <a:solidFill>
                  <a:sysClr val="windowText" lastClr="000000">
                    <a:lumMod val="85000"/>
                    <a:lumOff val="15000"/>
                  </a:sysClr>
                </a:solidFill>
                <a:latin typeface="微软雅黑" panose="020B0503020204020204" pitchFamily="34" charset="-122"/>
                <a:ea typeface="微软雅黑" panose="020B0503020204020204" pitchFamily="34" charset="-122"/>
              </a:rPr>
              <a:t>文件中获取数据</a:t>
            </a:r>
            <a:endParaRPr lang="en-US" altLang="zh-CN" sz="2400" dirty="0">
              <a:solidFill>
                <a:sysClr val="windowText" lastClr="000000">
                  <a:lumMod val="85000"/>
                  <a:lumOff val="15000"/>
                </a:sysClr>
              </a:solidFill>
              <a:latin typeface="微软雅黑" panose="020B0503020204020204" pitchFamily="34" charset="-122"/>
              <a:ea typeface="微软雅黑" panose="020B0503020204020204" pitchFamily="34" charset="-122"/>
            </a:endParaRPr>
          </a:p>
          <a:p>
            <a:pPr>
              <a:lnSpc>
                <a:spcPct val="150000"/>
              </a:lnSpc>
            </a:pPr>
            <a:r>
              <a:rPr lang="zh-CN" altLang="en-US" sz="2400" dirty="0">
                <a:solidFill>
                  <a:sysClr val="windowText" lastClr="000000">
                    <a:lumMod val="85000"/>
                    <a:lumOff val="15000"/>
                  </a:sysClr>
                </a:solidFill>
                <a:latin typeface="微软雅黑" panose="020B0503020204020204" pitchFamily="34" charset="-122"/>
                <a:ea typeface="微软雅黑" panose="020B0503020204020204" pitchFamily="34" charset="-122"/>
              </a:rPr>
              <a:t>提供</a:t>
            </a:r>
            <a:r>
              <a:rPr lang="zh-CN" altLang="en-US" sz="2400" b="1" dirty="0">
                <a:solidFill>
                  <a:schemeClr val="accent2"/>
                </a:solidFill>
                <a:latin typeface="微软雅黑" panose="020B0503020204020204" pitchFamily="34" charset="-122"/>
                <a:ea typeface="微软雅黑" panose="020B0503020204020204" pitchFamily="34" charset="-122"/>
              </a:rPr>
              <a:t>缺失值处理</a:t>
            </a:r>
            <a:r>
              <a:rPr lang="zh-CN" altLang="en-US" sz="2400" dirty="0">
                <a:solidFill>
                  <a:sysClr val="windowText" lastClr="000000">
                    <a:lumMod val="85000"/>
                    <a:lumOff val="15000"/>
                  </a:sysClr>
                </a:solidFill>
                <a:latin typeface="微软雅黑" panose="020B0503020204020204" pitchFamily="34" charset="-122"/>
                <a:ea typeface="微软雅黑" panose="020B0503020204020204" pitchFamily="34" charset="-122"/>
              </a:rPr>
              <a:t>等更复杂的操作</a:t>
            </a:r>
            <a:endParaRPr lang="en-US" altLang="zh-CN" sz="2400" dirty="0">
              <a:solidFill>
                <a:sysClr val="windowText" lastClr="000000">
                  <a:lumMod val="85000"/>
                  <a:lumOff val="15000"/>
                </a:sysClr>
              </a:solidFill>
              <a:latin typeface="微软雅黑" panose="020B0503020204020204" pitchFamily="34" charset="-122"/>
              <a:ea typeface="微软雅黑" panose="020B0503020204020204" pitchFamily="34" charset="-122"/>
            </a:endParaRPr>
          </a:p>
          <a:p>
            <a:pPr>
              <a:lnSpc>
                <a:spcPct val="150000"/>
              </a:lnSpc>
            </a:pPr>
            <a:r>
              <a:rPr lang="zh-CN" altLang="en-US" sz="2400" dirty="0">
                <a:solidFill>
                  <a:sysClr val="windowText" lastClr="000000">
                    <a:lumMod val="85000"/>
                    <a:lumOff val="15000"/>
                  </a:sysClr>
                </a:solidFill>
                <a:latin typeface="微软雅黑" panose="020B0503020204020204" pitchFamily="34" charset="-122"/>
                <a:ea typeface="微软雅黑" panose="020B0503020204020204" pitchFamily="34" charset="-122"/>
              </a:rPr>
              <a:t>可以</a:t>
            </a:r>
            <a:r>
              <a:rPr lang="zh-CN" altLang="en-US" sz="2400" b="1" dirty="0">
                <a:solidFill>
                  <a:schemeClr val="accent2"/>
                </a:solidFill>
                <a:latin typeface="微软雅黑" panose="020B0503020204020204" pitchFamily="34" charset="-122"/>
                <a:ea typeface="微软雅黑" panose="020B0503020204020204" pitchFamily="34" charset="-122"/>
              </a:rPr>
              <a:t>跳过</a:t>
            </a:r>
            <a:r>
              <a:rPr lang="zh-CN" altLang="en-US" sz="2400" dirty="0">
                <a:solidFill>
                  <a:sysClr val="windowText" lastClr="000000">
                    <a:lumMod val="85000"/>
                    <a:lumOff val="15000"/>
                  </a:sysClr>
                </a:solidFill>
                <a:latin typeface="微软雅黑" panose="020B0503020204020204" pitchFamily="34" charset="-122"/>
                <a:ea typeface="微软雅黑" panose="020B0503020204020204" pitchFamily="34" charset="-122"/>
              </a:rPr>
              <a:t>开头指定的行和注释行，根据指定的字符对每一行进行</a:t>
            </a:r>
            <a:r>
              <a:rPr lang="zh-CN" altLang="en-US" sz="2400" b="1" dirty="0">
                <a:solidFill>
                  <a:schemeClr val="accent2"/>
                </a:solidFill>
                <a:latin typeface="微软雅黑" panose="020B0503020204020204" pitchFamily="34" charset="-122"/>
                <a:ea typeface="微软雅黑" panose="020B0503020204020204" pitchFamily="34" charset="-122"/>
              </a:rPr>
              <a:t>切分</a:t>
            </a:r>
            <a:r>
              <a:rPr lang="zh-CN" altLang="en-US" sz="2400" dirty="0">
                <a:solidFill>
                  <a:sysClr val="windowText" lastClr="000000">
                    <a:lumMod val="85000"/>
                    <a:lumOff val="15000"/>
                  </a:sysClr>
                </a:solidFill>
                <a:latin typeface="微软雅黑" panose="020B0503020204020204" pitchFamily="34" charset="-122"/>
                <a:ea typeface="微软雅黑" panose="020B0503020204020204" pitchFamily="34" charset="-122"/>
              </a:rPr>
              <a:t>。</a:t>
            </a:r>
            <a:endParaRPr kumimoji="0" lang="zh-CN" altLang="en-US"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25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fade">
                                      <p:cBhvr>
                                        <p:cTn id="17" dur="25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fade">
                                      <p:cBhvr>
                                        <p:cTn id="22" dur="250"/>
                                        <p:tgtEl>
                                          <p:spTgt spid="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Effect transition="in" filter="fade">
                                      <p:cBhvr>
                                        <p:cTn id="27" dur="25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7.5.2</a:t>
            </a:r>
            <a:endParaRPr lang="zh-CN" altLang="en-US" dirty="0"/>
          </a:p>
        </p:txBody>
      </p:sp>
      <p:sp>
        <p:nvSpPr>
          <p:cNvPr id="3" name="标题 2"/>
          <p:cNvSpPr>
            <a:spLocks noGrp="1"/>
          </p:cNvSpPr>
          <p:nvPr>
            <p:ph type="title"/>
          </p:nvPr>
        </p:nvSpPr>
        <p:spPr/>
        <p:txBody>
          <a:bodyPr/>
          <a:lstStyle/>
          <a:p>
            <a:r>
              <a:rPr lang="zh-CN" altLang="en-US" dirty="0"/>
              <a:t>读文件</a:t>
            </a:r>
            <a:endParaRPr lang="zh-CN" altLang="en-US" dirty="0"/>
          </a:p>
        </p:txBody>
      </p:sp>
      <p:sp>
        <p:nvSpPr>
          <p:cNvPr id="2" name="内容占位符 1"/>
          <p:cNvSpPr txBox="1"/>
          <p:nvPr/>
        </p:nvSpPr>
        <p:spPr>
          <a:xfrm>
            <a:off x="688044" y="1199558"/>
            <a:ext cx="10815912" cy="5287584"/>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25000"/>
              </a:lnSpc>
              <a:buClr>
                <a:sysClr val="windowText" lastClr="000000"/>
              </a:buClr>
            </a:pPr>
            <a:r>
              <a:rPr lang="zh-CN" altLang="en-US" sz="2400" dirty="0">
                <a:solidFill>
                  <a:sysClr val="windowText" lastClr="000000"/>
                </a:solidFill>
                <a:latin typeface="微软雅黑" panose="020B0503020204020204" pitchFamily="34" charset="-122"/>
                <a:ea typeface="微软雅黑" panose="020B0503020204020204" pitchFamily="34" charset="-122"/>
              </a:rPr>
              <a:t>文件“</a:t>
            </a:r>
            <a:r>
              <a:rPr lang="en-US" altLang="zh-CN" sz="2400" dirty="0">
                <a:solidFill>
                  <a:sysClr val="windowText" lastClr="000000"/>
                </a:solidFill>
                <a:latin typeface="微软雅黑" panose="020B0503020204020204" pitchFamily="34" charset="-122"/>
                <a:ea typeface="微软雅黑" panose="020B0503020204020204" pitchFamily="34" charset="-122"/>
              </a:rPr>
              <a:t>score_nan.csv”</a:t>
            </a:r>
            <a:r>
              <a:rPr lang="zh-CN" altLang="en-US" sz="2400" dirty="0">
                <a:solidFill>
                  <a:sysClr val="windowText" lastClr="000000"/>
                </a:solidFill>
                <a:latin typeface="微软雅黑" panose="020B0503020204020204" pitchFamily="34" charset="-122"/>
                <a:ea typeface="微软雅黑" panose="020B0503020204020204" pitchFamily="34" charset="-122"/>
              </a:rPr>
              <a:t>保存学生成绩数据，其数据部分包括整数、浮点数和</a:t>
            </a:r>
            <a:r>
              <a:rPr lang="zh-CN" altLang="en-US" sz="2400" b="1" dirty="0">
                <a:solidFill>
                  <a:schemeClr val="accent2"/>
                </a:solidFill>
                <a:latin typeface="微软雅黑" panose="020B0503020204020204" pitchFamily="34" charset="-122"/>
                <a:ea typeface="微软雅黑" panose="020B0503020204020204" pitchFamily="34" charset="-122"/>
              </a:rPr>
              <a:t>缺失数据</a:t>
            </a:r>
            <a:r>
              <a:rPr lang="zh-CN" altLang="en-US" sz="2400" dirty="0">
                <a:solidFill>
                  <a:sysClr val="windowText" lastClr="000000"/>
                </a:solidFill>
                <a:latin typeface="微软雅黑" panose="020B0503020204020204" pitchFamily="34" charset="-122"/>
                <a:ea typeface="微软雅黑" panose="020B0503020204020204" pitchFamily="34" charset="-122"/>
              </a:rPr>
              <a:t>（郑君 </a:t>
            </a:r>
            <a:r>
              <a:rPr lang="en-US" altLang="zh-CN" sz="2400" dirty="0">
                <a:solidFill>
                  <a:sysClr val="windowText" lastClr="000000"/>
                </a:solidFill>
                <a:latin typeface="微软雅黑" panose="020B0503020204020204" pitchFamily="34" charset="-122"/>
                <a:ea typeface="微软雅黑" panose="020B0503020204020204" pitchFamily="34" charset="-122"/>
              </a:rPr>
              <a:t>C </a:t>
            </a:r>
            <a:r>
              <a:rPr lang="zh-CN" altLang="en-US" sz="2400" dirty="0">
                <a:solidFill>
                  <a:sysClr val="windowText" lastClr="000000"/>
                </a:solidFill>
                <a:latin typeface="微软雅黑" panose="020B0503020204020204" pitchFamily="34" charset="-122"/>
                <a:ea typeface="微软雅黑" panose="020B0503020204020204" pitchFamily="34" charset="-122"/>
              </a:rPr>
              <a:t>语言和 </a:t>
            </a:r>
            <a:r>
              <a:rPr lang="en-US" altLang="zh-CN" sz="2400" dirty="0">
                <a:solidFill>
                  <a:sysClr val="windowText" lastClr="000000"/>
                </a:solidFill>
                <a:latin typeface="微软雅黑" panose="020B0503020204020204" pitchFamily="34" charset="-122"/>
                <a:ea typeface="微软雅黑" panose="020B0503020204020204" pitchFamily="34" charset="-122"/>
              </a:rPr>
              <a:t>VB </a:t>
            </a:r>
            <a:r>
              <a:rPr lang="zh-CN" altLang="en-US" sz="2400" dirty="0">
                <a:solidFill>
                  <a:sysClr val="windowText" lastClr="000000"/>
                </a:solidFill>
                <a:latin typeface="微软雅黑" panose="020B0503020204020204" pitchFamily="34" charset="-122"/>
                <a:ea typeface="微软雅黑" panose="020B0503020204020204" pitchFamily="34" charset="-122"/>
              </a:rPr>
              <a:t>成绩缺失），下面以读取这个文件为例介绍几个主要参数的含义。</a:t>
            </a:r>
            <a:endParaRPr lang="en-US" altLang="zh-CN" sz="2400" dirty="0">
              <a:solidFill>
                <a:sysClr val="windowText" lastClr="000000"/>
              </a:solidFill>
              <a:latin typeface="微软雅黑" panose="020B0503020204020204" pitchFamily="34" charset="-122"/>
              <a:ea typeface="微软雅黑" panose="020B0503020204020204" pitchFamily="34" charset="-122"/>
            </a:endParaRPr>
          </a:p>
          <a:p>
            <a:pPr marL="457200" lvl="1" indent="0">
              <a:lnSpc>
                <a:spcPct val="150000"/>
              </a:lnSpc>
              <a:buClr>
                <a:sysClr val="windowText" lastClr="000000"/>
              </a:buClr>
              <a:buNone/>
            </a:pPr>
            <a:r>
              <a:rPr lang="zh-CN" altLang="en-US" dirty="0">
                <a:solidFill>
                  <a:srgbClr val="448C27"/>
                </a:solidFill>
                <a:latin typeface="+mj-lt"/>
                <a:ea typeface="微软雅黑" panose="020B0503020204020204" pitchFamily="34" charset="-122"/>
                <a:cs typeface="Cascadia Code" panose="020B0609020000020004" pitchFamily="49" charset="0"/>
              </a:rPr>
              <a:t>姓名</a:t>
            </a:r>
            <a:r>
              <a:rPr lang="en-US" altLang="zh-CN" dirty="0">
                <a:solidFill>
                  <a:srgbClr val="448C27"/>
                </a:solidFill>
                <a:latin typeface="+mj-lt"/>
                <a:ea typeface="微软雅黑" panose="020B0503020204020204" pitchFamily="34" charset="-122"/>
                <a:cs typeface="Cascadia Code" panose="020B0609020000020004" pitchFamily="49" charset="0"/>
              </a:rPr>
              <a:t>,</a:t>
            </a:r>
            <a:r>
              <a:rPr lang="zh-CN" altLang="en-US" dirty="0">
                <a:solidFill>
                  <a:srgbClr val="448C27"/>
                </a:solidFill>
                <a:latin typeface="+mj-lt"/>
                <a:ea typeface="微软雅黑" panose="020B0503020204020204" pitchFamily="34" charset="-122"/>
                <a:cs typeface="Cascadia Code" panose="020B0609020000020004" pitchFamily="49" charset="0"/>
              </a:rPr>
              <a:t>学号</a:t>
            </a:r>
            <a:r>
              <a:rPr lang="en-US" altLang="zh-CN" dirty="0">
                <a:solidFill>
                  <a:srgbClr val="448C27"/>
                </a:solidFill>
                <a:latin typeface="+mj-lt"/>
                <a:ea typeface="微软雅黑" panose="020B0503020204020204" pitchFamily="34" charset="-122"/>
                <a:cs typeface="Cascadia Code" panose="020B0609020000020004" pitchFamily="49" charset="0"/>
              </a:rPr>
              <a:t>,C</a:t>
            </a:r>
            <a:r>
              <a:rPr lang="zh-CN" altLang="en-US" dirty="0">
                <a:solidFill>
                  <a:srgbClr val="448C27"/>
                </a:solidFill>
                <a:latin typeface="+mj-lt"/>
                <a:ea typeface="微软雅黑" panose="020B0503020204020204" pitchFamily="34" charset="-122"/>
                <a:cs typeface="Cascadia Code" panose="020B0609020000020004" pitchFamily="49" charset="0"/>
              </a:rPr>
              <a:t>语言</a:t>
            </a:r>
            <a:r>
              <a:rPr lang="en-US" altLang="zh-CN" dirty="0">
                <a:solidFill>
                  <a:srgbClr val="448C27"/>
                </a:solidFill>
                <a:latin typeface="+mj-lt"/>
                <a:ea typeface="微软雅黑" panose="020B0503020204020204" pitchFamily="34" charset="-122"/>
                <a:cs typeface="Cascadia Code" panose="020B0609020000020004" pitchFamily="49" charset="0"/>
              </a:rPr>
              <a:t>,</a:t>
            </a:r>
            <a:r>
              <a:rPr lang="en-US" altLang="zh-CN" dirty="0" err="1">
                <a:solidFill>
                  <a:srgbClr val="448C27"/>
                </a:solidFill>
                <a:latin typeface="+mj-lt"/>
                <a:ea typeface="微软雅黑" panose="020B0503020204020204" pitchFamily="34" charset="-122"/>
                <a:cs typeface="Cascadia Code" panose="020B0609020000020004" pitchFamily="49" charset="0"/>
              </a:rPr>
              <a:t>Java,Python,VB,C</a:t>
            </a:r>
            <a:r>
              <a:rPr lang="en-US" altLang="zh-CN" dirty="0">
                <a:solidFill>
                  <a:srgbClr val="448C27"/>
                </a:solidFill>
                <a:latin typeface="+mj-lt"/>
                <a:ea typeface="微软雅黑" panose="020B0503020204020204" pitchFamily="34" charset="-122"/>
                <a:cs typeface="Cascadia Code" panose="020B0609020000020004" pitchFamily="49" charset="0"/>
              </a:rPr>
              <a:t>++,</a:t>
            </a:r>
            <a:r>
              <a:rPr lang="zh-CN" altLang="en-US" dirty="0">
                <a:solidFill>
                  <a:srgbClr val="448C27"/>
                </a:solidFill>
                <a:latin typeface="+mj-lt"/>
                <a:ea typeface="微软雅黑" panose="020B0503020204020204" pitchFamily="34" charset="-122"/>
                <a:cs typeface="Cascadia Code" panose="020B0609020000020004" pitchFamily="49" charset="0"/>
              </a:rPr>
              <a:t>总分</a:t>
            </a:r>
            <a:endParaRPr lang="zh-CN" altLang="en-US" dirty="0">
              <a:solidFill>
                <a:srgbClr val="448C27"/>
              </a:solidFill>
              <a:latin typeface="+mj-lt"/>
              <a:ea typeface="微软雅黑" panose="020B0503020204020204" pitchFamily="34" charset="-122"/>
              <a:cs typeface="Cascadia Code" panose="020B0609020000020004" pitchFamily="49" charset="0"/>
            </a:endParaRPr>
          </a:p>
          <a:p>
            <a:pPr marL="457200" lvl="1" indent="0">
              <a:lnSpc>
                <a:spcPct val="125000"/>
              </a:lnSpc>
              <a:buClr>
                <a:sysClr val="windowText" lastClr="000000"/>
              </a:buClr>
              <a:buNone/>
            </a:pPr>
            <a:r>
              <a:rPr lang="zh-CN" altLang="en-US" dirty="0">
                <a:solidFill>
                  <a:srgbClr val="448C27"/>
                </a:solidFill>
                <a:latin typeface="+mj-lt"/>
                <a:ea typeface="微软雅黑" panose="020B0503020204020204" pitchFamily="34" charset="-122"/>
                <a:cs typeface="Cascadia Code" panose="020B0609020000020004" pitchFamily="49" charset="0"/>
              </a:rPr>
              <a:t>朱佳</a:t>
            </a:r>
            <a:r>
              <a:rPr lang="en-US" altLang="zh-CN" dirty="0">
                <a:solidFill>
                  <a:srgbClr val="448C27"/>
                </a:solidFill>
                <a:latin typeface="+mj-lt"/>
                <a:ea typeface="微软雅黑" panose="020B0503020204020204" pitchFamily="34" charset="-122"/>
                <a:cs typeface="Cascadia Code" panose="020B0609020000020004" pitchFamily="49" charset="0"/>
              </a:rPr>
              <a:t>,0121701100511,75.2,93,66,85,88,407</a:t>
            </a:r>
            <a:endParaRPr lang="en-US" altLang="zh-CN" dirty="0">
              <a:solidFill>
                <a:srgbClr val="448C27"/>
              </a:solidFill>
              <a:latin typeface="+mj-lt"/>
              <a:ea typeface="微软雅黑" panose="020B0503020204020204" pitchFamily="34" charset="-122"/>
              <a:cs typeface="Cascadia Code" panose="020B0609020000020004" pitchFamily="49" charset="0"/>
            </a:endParaRPr>
          </a:p>
          <a:p>
            <a:pPr marL="457200" lvl="1" indent="0">
              <a:lnSpc>
                <a:spcPct val="125000"/>
              </a:lnSpc>
              <a:buClr>
                <a:sysClr val="windowText" lastClr="000000"/>
              </a:buClr>
              <a:buNone/>
            </a:pPr>
            <a:r>
              <a:rPr lang="zh-CN" altLang="en-US" dirty="0">
                <a:solidFill>
                  <a:srgbClr val="448C27"/>
                </a:solidFill>
                <a:latin typeface="+mj-lt"/>
                <a:ea typeface="微软雅黑" panose="020B0503020204020204" pitchFamily="34" charset="-122"/>
                <a:cs typeface="Cascadia Code" panose="020B0609020000020004" pitchFamily="49" charset="0"/>
              </a:rPr>
              <a:t>李思</a:t>
            </a:r>
            <a:r>
              <a:rPr lang="en-US" altLang="zh-CN" dirty="0">
                <a:solidFill>
                  <a:srgbClr val="448C27"/>
                </a:solidFill>
                <a:latin typeface="+mj-lt"/>
                <a:ea typeface="微软雅黑" panose="020B0503020204020204" pitchFamily="34" charset="-122"/>
                <a:cs typeface="Cascadia Code" panose="020B0609020000020004" pitchFamily="49" charset="0"/>
              </a:rPr>
              <a:t>,0121701100513,86, 76,96,93,67,418</a:t>
            </a:r>
            <a:endParaRPr lang="en-US" altLang="zh-CN" dirty="0">
              <a:solidFill>
                <a:srgbClr val="448C27"/>
              </a:solidFill>
              <a:latin typeface="+mj-lt"/>
              <a:ea typeface="微软雅黑" panose="020B0503020204020204" pitchFamily="34" charset="-122"/>
              <a:cs typeface="Cascadia Code" panose="020B0609020000020004" pitchFamily="49" charset="0"/>
            </a:endParaRPr>
          </a:p>
          <a:p>
            <a:pPr marL="457200" lvl="1" indent="0">
              <a:lnSpc>
                <a:spcPct val="125000"/>
              </a:lnSpc>
              <a:buClr>
                <a:sysClr val="windowText" lastClr="000000"/>
              </a:buClr>
              <a:buNone/>
            </a:pPr>
            <a:r>
              <a:rPr lang="zh-CN" altLang="en-US" dirty="0">
                <a:solidFill>
                  <a:srgbClr val="448C27"/>
                </a:solidFill>
                <a:latin typeface="+mj-lt"/>
                <a:ea typeface="微软雅黑" panose="020B0503020204020204" pitchFamily="34" charset="-122"/>
                <a:cs typeface="Cascadia Code" panose="020B0609020000020004" pitchFamily="49" charset="0"/>
              </a:rPr>
              <a:t>郑君</a:t>
            </a:r>
            <a:r>
              <a:rPr lang="en-US" altLang="zh-CN" dirty="0">
                <a:solidFill>
                  <a:srgbClr val="448C27"/>
                </a:solidFill>
                <a:latin typeface="+mj-lt"/>
                <a:ea typeface="微软雅黑" panose="020B0503020204020204" pitchFamily="34" charset="-122"/>
                <a:cs typeface="Cascadia Code" panose="020B0609020000020004" pitchFamily="49" charset="0"/>
              </a:rPr>
              <a:t>,0121701100514, </a:t>
            </a:r>
            <a:r>
              <a:rPr lang="en-US" altLang="zh-CN" dirty="0">
                <a:solidFill>
                  <a:srgbClr val="C00000"/>
                </a:solidFill>
                <a:latin typeface="+mj-lt"/>
                <a:ea typeface="微软雅黑" panose="020B0503020204020204" pitchFamily="34" charset="-122"/>
                <a:cs typeface="Cascadia Code" panose="020B0609020000020004" pitchFamily="49" charset="0"/>
              </a:rPr>
              <a:t> , </a:t>
            </a:r>
            <a:r>
              <a:rPr lang="en-US" altLang="zh-CN" dirty="0">
                <a:solidFill>
                  <a:srgbClr val="448C27"/>
                </a:solidFill>
                <a:latin typeface="+mj-lt"/>
                <a:ea typeface="微软雅黑" panose="020B0503020204020204" pitchFamily="34" charset="-122"/>
                <a:cs typeface="Cascadia Code" panose="020B0609020000020004" pitchFamily="49" charset="0"/>
              </a:rPr>
              <a:t>98,76, </a:t>
            </a:r>
            <a:r>
              <a:rPr lang="en-US" altLang="zh-CN" dirty="0">
                <a:solidFill>
                  <a:srgbClr val="C00000"/>
                </a:solidFill>
                <a:latin typeface="+mj-lt"/>
                <a:ea typeface="微软雅黑" panose="020B0503020204020204" pitchFamily="34" charset="-122"/>
                <a:cs typeface="Cascadia Code" panose="020B0609020000020004" pitchFamily="49" charset="0"/>
              </a:rPr>
              <a:t> ,</a:t>
            </a:r>
            <a:r>
              <a:rPr lang="en-US" altLang="zh-CN" dirty="0">
                <a:solidFill>
                  <a:srgbClr val="448C27"/>
                </a:solidFill>
                <a:latin typeface="+mj-lt"/>
                <a:ea typeface="微软雅黑" panose="020B0503020204020204" pitchFamily="34" charset="-122"/>
                <a:cs typeface="Cascadia Code" panose="020B0609020000020004" pitchFamily="49" charset="0"/>
              </a:rPr>
              <a:t>89,263</a:t>
            </a:r>
            <a:endParaRPr lang="en-US" altLang="zh-CN" dirty="0">
              <a:solidFill>
                <a:srgbClr val="448C27"/>
              </a:solidFill>
              <a:latin typeface="+mj-lt"/>
              <a:ea typeface="微软雅黑" panose="020B0503020204020204" pitchFamily="34" charset="-122"/>
              <a:cs typeface="Cascadia Code" panose="020B0609020000020004" pitchFamily="49" charset="0"/>
            </a:endParaRPr>
          </a:p>
          <a:p>
            <a:pPr marL="457200" lvl="1" indent="0">
              <a:lnSpc>
                <a:spcPct val="125000"/>
              </a:lnSpc>
              <a:buClr>
                <a:sysClr val="windowText" lastClr="000000"/>
              </a:buClr>
              <a:buNone/>
            </a:pPr>
            <a:r>
              <a:rPr lang="zh-CN" altLang="en-US" dirty="0">
                <a:solidFill>
                  <a:srgbClr val="448C27"/>
                </a:solidFill>
                <a:latin typeface="+mj-lt"/>
                <a:ea typeface="微软雅黑" panose="020B0503020204020204" pitchFamily="34" charset="-122"/>
                <a:cs typeface="Cascadia Code" panose="020B0609020000020004" pitchFamily="49" charset="0"/>
              </a:rPr>
              <a:t>王雪</a:t>
            </a:r>
            <a:r>
              <a:rPr lang="en-US" altLang="zh-CN" dirty="0">
                <a:solidFill>
                  <a:srgbClr val="448C27"/>
                </a:solidFill>
                <a:latin typeface="+mj-lt"/>
                <a:ea typeface="微软雅黑" panose="020B0503020204020204" pitchFamily="34" charset="-122"/>
                <a:cs typeface="Cascadia Code" panose="020B0609020000020004" pitchFamily="49" charset="0"/>
              </a:rPr>
              <a:t>,0121701100515,99, 96,91,88,86,460</a:t>
            </a:r>
            <a:endParaRPr lang="en-US" altLang="zh-CN" dirty="0">
              <a:solidFill>
                <a:srgbClr val="448C27"/>
              </a:solidFill>
              <a:latin typeface="+mj-lt"/>
              <a:ea typeface="微软雅黑" panose="020B0503020204020204" pitchFamily="34" charset="-122"/>
              <a:cs typeface="Cascadia Code" panose="020B0609020000020004" pitchFamily="49" charset="0"/>
            </a:endParaRPr>
          </a:p>
          <a:p>
            <a:pPr marL="457200" lvl="1" indent="0">
              <a:lnSpc>
                <a:spcPct val="125000"/>
              </a:lnSpc>
              <a:buClr>
                <a:sysClr val="windowText" lastClr="000000"/>
              </a:buClr>
              <a:buNone/>
            </a:pPr>
            <a:r>
              <a:rPr lang="zh-CN" altLang="en-US" dirty="0">
                <a:solidFill>
                  <a:srgbClr val="448C27"/>
                </a:solidFill>
                <a:latin typeface="+mj-lt"/>
                <a:ea typeface="微软雅黑" panose="020B0503020204020204" pitchFamily="34" charset="-122"/>
                <a:cs typeface="Cascadia Code" panose="020B0609020000020004" pitchFamily="49" charset="0"/>
              </a:rPr>
              <a:t>罗明</a:t>
            </a:r>
            <a:r>
              <a:rPr lang="en-US" altLang="zh-CN" dirty="0">
                <a:solidFill>
                  <a:srgbClr val="448C27"/>
                </a:solidFill>
                <a:latin typeface="+mj-lt"/>
                <a:ea typeface="微软雅黑" panose="020B0503020204020204" pitchFamily="34" charset="-122"/>
                <a:cs typeface="Cascadia Code" panose="020B0609020000020004" pitchFamily="49" charset="0"/>
              </a:rPr>
              <a:t>,0121701100510,95,96,85,63,91,430</a:t>
            </a:r>
            <a:endParaRPr lang="en-US" altLang="zh-CN" dirty="0">
              <a:solidFill>
                <a:srgbClr val="448C27"/>
              </a:solidFill>
              <a:latin typeface="+mj-lt"/>
              <a:ea typeface="微软雅黑" panose="020B0503020204020204" pitchFamily="34" charset="-122"/>
              <a:cs typeface="Cascadia Code" panose="020B0609020000020004" pitchFamily="49" charset="0"/>
            </a:endParaRPr>
          </a:p>
          <a:p>
            <a:pPr>
              <a:lnSpc>
                <a:spcPct val="125000"/>
              </a:lnSpc>
              <a:buClr>
                <a:sysClr val="windowText" lastClr="000000"/>
              </a:buClr>
            </a:pPr>
            <a:endParaRPr lang="en-US" altLang="zh-CN" sz="2400" dirty="0">
              <a:solidFill>
                <a:srgbClr val="448C27"/>
              </a:solidFill>
              <a:latin typeface="+mj-lt"/>
              <a:ea typeface="微软雅黑" panose="020B0503020204020204" pitchFamily="34" charset="-122"/>
              <a:cs typeface="Cascadia Code" panose="020B0609020000020004" pitchFamily="49" charset="0"/>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7.5.2</a:t>
            </a:r>
            <a:endParaRPr lang="zh-CN" altLang="en-US" dirty="0"/>
          </a:p>
        </p:txBody>
      </p:sp>
      <p:sp>
        <p:nvSpPr>
          <p:cNvPr id="3" name="标题 2"/>
          <p:cNvSpPr>
            <a:spLocks noGrp="1"/>
          </p:cNvSpPr>
          <p:nvPr>
            <p:ph type="title"/>
          </p:nvPr>
        </p:nvSpPr>
        <p:spPr/>
        <p:txBody>
          <a:bodyPr/>
          <a:lstStyle/>
          <a:p>
            <a:r>
              <a:rPr lang="zh-CN" altLang="en-US" dirty="0"/>
              <a:t>读文件</a:t>
            </a:r>
            <a:endParaRPr lang="zh-CN" altLang="en-US" dirty="0"/>
          </a:p>
        </p:txBody>
      </p:sp>
      <p:sp>
        <p:nvSpPr>
          <p:cNvPr id="2" name="内容占位符 5"/>
          <p:cNvSpPr txBox="1"/>
          <p:nvPr/>
        </p:nvSpPr>
        <p:spPr>
          <a:xfrm>
            <a:off x="780061" y="1005839"/>
            <a:ext cx="10631877" cy="2341881"/>
          </a:xfrm>
          <a:prstGeom prst="roundRect">
            <a:avLst>
              <a:gd name="adj" fmla="val 18448"/>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0" eaLnBrk="0" fontAlgn="base" hangingPunct="0">
              <a:lnSpc>
                <a:spcPct val="125000"/>
              </a:lnSpc>
              <a:spcBef>
                <a:spcPct val="0"/>
              </a:spcBef>
              <a:spcAft>
                <a:spcPct val="0"/>
              </a:spcAft>
              <a:defRPr/>
            </a:pPr>
            <a:r>
              <a:rPr lang="en-US" altLang="zh-CN" sz="2400" b="1" dirty="0" err="1">
                <a:solidFill>
                  <a:prstClr val="black"/>
                </a:solidFill>
                <a:latin typeface="微软雅黑"/>
                <a:ea typeface="微软雅黑"/>
              </a:rPr>
              <a:t>numpy.</a:t>
            </a:r>
            <a:r>
              <a:rPr lang="en-US" altLang="zh-CN" sz="2400" b="1" dirty="0" err="1">
                <a:solidFill>
                  <a:srgbClr val="FF6A02"/>
                </a:solidFill>
                <a:latin typeface="微软雅黑"/>
                <a:ea typeface="微软雅黑"/>
              </a:rPr>
              <a:t>genfromtxt</a:t>
            </a:r>
            <a:r>
              <a:rPr lang="en-US" altLang="zh-CN" sz="2400" b="1" dirty="0">
                <a:solidFill>
                  <a:prstClr val="black"/>
                </a:solidFill>
                <a:latin typeface="微软雅黑"/>
                <a:ea typeface="微软雅黑"/>
              </a:rPr>
              <a:t>(fname, </a:t>
            </a:r>
            <a:r>
              <a:rPr lang="en-US" altLang="zh-CN" sz="2400" b="1" dirty="0" err="1">
                <a:solidFill>
                  <a:srgbClr val="660099"/>
                </a:solidFill>
                <a:latin typeface="微软雅黑"/>
                <a:ea typeface="微软雅黑"/>
              </a:rPr>
              <a:t>dtype</a:t>
            </a:r>
            <a:r>
              <a:rPr lang="en-US" altLang="zh-CN" sz="2400" b="1" dirty="0">
                <a:solidFill>
                  <a:srgbClr val="171BEB"/>
                </a:solidFill>
                <a:latin typeface="微软雅黑"/>
                <a:ea typeface="微软雅黑"/>
              </a:rPr>
              <a:t>=&lt;class 'float'&gt;</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comments</a:t>
            </a:r>
            <a:r>
              <a:rPr lang="en-US" altLang="zh-CN" sz="2400" b="1" dirty="0">
                <a:solidFill>
                  <a:prstClr val="black"/>
                </a:solidFill>
                <a:latin typeface="微软雅黑"/>
                <a:ea typeface="微软雅黑"/>
              </a:rPr>
              <a:t>=</a:t>
            </a:r>
            <a:r>
              <a:rPr lang="en-US" altLang="zh-CN" sz="2400" b="1" dirty="0">
                <a:solidFill>
                  <a:srgbClr val="171BEB"/>
                </a:solidFill>
                <a:latin typeface="微软雅黑"/>
                <a:ea typeface="微软雅黑"/>
              </a:rPr>
              <a:t>'#'</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delimiter</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None</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skip_header</a:t>
            </a:r>
            <a:r>
              <a:rPr lang="en-US" altLang="zh-CN" sz="2400" b="1" dirty="0">
                <a:solidFill>
                  <a:prstClr val="black"/>
                </a:solidFill>
                <a:latin typeface="微软雅黑"/>
                <a:ea typeface="微软雅黑"/>
              </a:rPr>
              <a:t>=</a:t>
            </a:r>
            <a:r>
              <a:rPr lang="en-US" altLang="zh-CN" sz="2400" b="1" dirty="0">
                <a:solidFill>
                  <a:srgbClr val="171BEB"/>
                </a:solidFill>
                <a:latin typeface="微软雅黑"/>
                <a:ea typeface="微软雅黑"/>
              </a:rPr>
              <a:t>0</a:t>
            </a:r>
            <a:r>
              <a:rPr lang="en-US" altLang="zh-CN" sz="2400" b="1" dirty="0">
                <a:solidFill>
                  <a:prstClr val="black"/>
                </a:solidFill>
                <a:latin typeface="微软雅黑"/>
                <a:ea typeface="微软雅黑"/>
              </a:rPr>
              <a:t>,</a:t>
            </a:r>
            <a:r>
              <a:rPr lang="en-US" altLang="zh-CN" sz="2400" b="1" dirty="0">
                <a:solidFill>
                  <a:srgbClr val="660099"/>
                </a:solidFill>
                <a:latin typeface="微软雅黑"/>
                <a:ea typeface="微软雅黑"/>
              </a:rPr>
              <a:t>skip_footer</a:t>
            </a:r>
            <a:r>
              <a:rPr lang="en-US" altLang="zh-CN" sz="2400" b="1" dirty="0">
                <a:solidFill>
                  <a:prstClr val="black"/>
                </a:solidFill>
                <a:latin typeface="微软雅黑"/>
                <a:ea typeface="微软雅黑"/>
              </a:rPr>
              <a:t>=</a:t>
            </a:r>
            <a:r>
              <a:rPr lang="en-US" altLang="zh-CN" sz="2400" b="1" dirty="0">
                <a:solidFill>
                  <a:srgbClr val="171BEB"/>
                </a:solidFill>
                <a:latin typeface="微软雅黑"/>
                <a:ea typeface="微软雅黑"/>
              </a:rPr>
              <a:t>0</a:t>
            </a:r>
            <a:r>
              <a:rPr lang="en-US" altLang="zh-CN" sz="2400" b="1" dirty="0">
                <a:solidFill>
                  <a:prstClr val="black"/>
                </a:solidFill>
                <a:latin typeface="微软雅黑"/>
                <a:ea typeface="微软雅黑"/>
              </a:rPr>
              <a:t>, </a:t>
            </a:r>
            <a:r>
              <a:rPr lang="en-US" altLang="zh-CN" sz="2400" b="1" dirty="0" err="1">
                <a:solidFill>
                  <a:srgbClr val="660099"/>
                </a:solidFill>
                <a:latin typeface="微软雅黑"/>
                <a:ea typeface="微软雅黑"/>
              </a:rPr>
              <a:t>missing_values</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None</a:t>
            </a:r>
            <a:r>
              <a:rPr lang="en-US" altLang="zh-CN" sz="2400" b="1" dirty="0">
                <a:solidFill>
                  <a:prstClr val="black"/>
                </a:solidFill>
                <a:latin typeface="微软雅黑"/>
                <a:ea typeface="微软雅黑"/>
              </a:rPr>
              <a:t>, </a:t>
            </a:r>
            <a:r>
              <a:rPr lang="en-US" altLang="zh-CN" sz="2400" b="1" dirty="0" err="1">
                <a:solidFill>
                  <a:srgbClr val="660099"/>
                </a:solidFill>
                <a:latin typeface="微软雅黑"/>
                <a:ea typeface="微软雅黑"/>
              </a:rPr>
              <a:t>filling_values</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None</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usecols</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None</a:t>
            </a:r>
            <a:r>
              <a:rPr lang="en-US" altLang="zh-CN" sz="2400" b="1" dirty="0">
                <a:solidFill>
                  <a:prstClr val="black"/>
                </a:solidFill>
                <a:latin typeface="微软雅黑"/>
                <a:ea typeface="微软雅黑"/>
              </a:rPr>
              <a:t>, </a:t>
            </a:r>
            <a:r>
              <a:rPr lang="en-US" altLang="zh-CN" sz="2400" b="1" dirty="0" err="1">
                <a:solidFill>
                  <a:srgbClr val="660099"/>
                </a:solidFill>
                <a:latin typeface="微软雅黑"/>
                <a:ea typeface="微软雅黑"/>
              </a:rPr>
              <a:t>autostrip</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False</a:t>
            </a:r>
            <a:r>
              <a:rPr lang="en-US" altLang="zh-CN" sz="2400" b="1" dirty="0">
                <a:solidFill>
                  <a:prstClr val="black"/>
                </a:solidFill>
                <a:latin typeface="微软雅黑"/>
                <a:ea typeface="微软雅黑"/>
              </a:rPr>
              <a:t>, </a:t>
            </a:r>
            <a:r>
              <a:rPr lang="en-US" altLang="zh-CN" sz="2400" b="1" dirty="0" err="1">
                <a:solidFill>
                  <a:srgbClr val="660099"/>
                </a:solidFill>
                <a:latin typeface="微软雅黑"/>
                <a:ea typeface="微软雅黑"/>
              </a:rPr>
              <a:t>max_rows</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None</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encoding</a:t>
            </a:r>
            <a:r>
              <a:rPr lang="en-US" altLang="zh-CN" sz="2400" b="1" dirty="0">
                <a:solidFill>
                  <a:prstClr val="black"/>
                </a:solidFill>
                <a:latin typeface="微软雅黑"/>
                <a:ea typeface="微软雅黑"/>
              </a:rPr>
              <a:t>=</a:t>
            </a:r>
            <a:r>
              <a:rPr lang="en-US" altLang="zh-CN" sz="2400" b="1" dirty="0">
                <a:solidFill>
                  <a:srgbClr val="171BEB"/>
                </a:solidFill>
                <a:latin typeface="微软雅黑"/>
                <a:ea typeface="微软雅黑"/>
              </a:rPr>
              <a:t>'bytes'</a:t>
            </a:r>
            <a:r>
              <a:rPr lang="en-US" altLang="zh-CN" sz="2400" b="1" dirty="0">
                <a:solidFill>
                  <a:prstClr val="black"/>
                </a:solidFill>
                <a:latin typeface="微软雅黑"/>
                <a:ea typeface="微软雅黑"/>
              </a:rPr>
              <a:t>…)</a:t>
            </a:r>
            <a:endParaRPr lang="zh-CN" altLang="zh-CN" sz="2400" b="1" dirty="0">
              <a:solidFill>
                <a:prstClr val="black"/>
              </a:solidFill>
              <a:latin typeface="微软雅黑"/>
              <a:ea typeface="微软雅黑"/>
            </a:endParaRPr>
          </a:p>
        </p:txBody>
      </p:sp>
      <p:sp>
        <p:nvSpPr>
          <p:cNvPr id="5" name="内容占位符 4"/>
          <p:cNvSpPr txBox="1"/>
          <p:nvPr/>
        </p:nvSpPr>
        <p:spPr>
          <a:xfrm>
            <a:off x="838200" y="3548770"/>
            <a:ext cx="10515600" cy="993733"/>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457200" indent="-457200">
              <a:lnSpc>
                <a:spcPct val="150000"/>
              </a:lnSpc>
              <a:buFont typeface="+mj-lt"/>
              <a:buAutoNum type="arabicPeriod"/>
            </a:pPr>
            <a:r>
              <a:rPr lang="en-US" altLang="zh-CN" sz="2000" b="1" dirty="0">
                <a:solidFill>
                  <a:schemeClr val="accent2"/>
                </a:solidFill>
                <a:latin typeface="微软雅黑" panose="020B0503020204020204" pitchFamily="34" charset="-122"/>
                <a:ea typeface="微软雅黑" panose="020B0503020204020204" pitchFamily="34" charset="-122"/>
              </a:rPr>
              <a:t>fname</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：文件、字符串、字符序列或生成器。生成器要求能返回字节字符类型。列表或生成器中的字符串被当成行来处理。</a:t>
            </a:r>
            <a:endPar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endParaRPr>
          </a:p>
        </p:txBody>
      </p:sp>
      <p:sp>
        <p:nvSpPr>
          <p:cNvPr id="6" name="矩形 5"/>
          <p:cNvSpPr/>
          <p:nvPr/>
        </p:nvSpPr>
        <p:spPr>
          <a:xfrm>
            <a:off x="4003040" y="1248696"/>
            <a:ext cx="1080236" cy="521109"/>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250"/>
                                        <p:tgtEl>
                                          <p:spTgt spid="5">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2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7.5.2</a:t>
            </a:r>
            <a:endParaRPr lang="zh-CN" altLang="en-US" dirty="0"/>
          </a:p>
        </p:txBody>
      </p:sp>
      <p:sp>
        <p:nvSpPr>
          <p:cNvPr id="3" name="标题 2"/>
          <p:cNvSpPr>
            <a:spLocks noGrp="1"/>
          </p:cNvSpPr>
          <p:nvPr>
            <p:ph type="title"/>
          </p:nvPr>
        </p:nvSpPr>
        <p:spPr/>
        <p:txBody>
          <a:bodyPr/>
          <a:lstStyle/>
          <a:p>
            <a:r>
              <a:rPr lang="zh-CN" altLang="en-US" dirty="0"/>
              <a:t>读文件</a:t>
            </a:r>
            <a:endParaRPr lang="zh-CN" altLang="en-US" dirty="0"/>
          </a:p>
        </p:txBody>
      </p:sp>
      <p:sp>
        <p:nvSpPr>
          <p:cNvPr id="2" name="内容占位符 5"/>
          <p:cNvSpPr txBox="1"/>
          <p:nvPr/>
        </p:nvSpPr>
        <p:spPr>
          <a:xfrm>
            <a:off x="780061" y="1005839"/>
            <a:ext cx="10631877" cy="2341881"/>
          </a:xfrm>
          <a:prstGeom prst="roundRect">
            <a:avLst>
              <a:gd name="adj" fmla="val 18448"/>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0" eaLnBrk="0" fontAlgn="base" hangingPunct="0">
              <a:lnSpc>
                <a:spcPct val="125000"/>
              </a:lnSpc>
              <a:spcBef>
                <a:spcPct val="0"/>
              </a:spcBef>
              <a:spcAft>
                <a:spcPct val="0"/>
              </a:spcAft>
              <a:defRPr/>
            </a:pPr>
            <a:r>
              <a:rPr lang="en-US" altLang="zh-CN" sz="2400" b="1" dirty="0" err="1">
                <a:solidFill>
                  <a:prstClr val="black"/>
                </a:solidFill>
                <a:latin typeface="微软雅黑"/>
                <a:ea typeface="微软雅黑"/>
              </a:rPr>
              <a:t>numpy.</a:t>
            </a:r>
            <a:r>
              <a:rPr lang="en-US" altLang="zh-CN" sz="2400" b="1" dirty="0" err="1">
                <a:solidFill>
                  <a:srgbClr val="FF6A02"/>
                </a:solidFill>
                <a:latin typeface="微软雅黑"/>
                <a:ea typeface="微软雅黑"/>
              </a:rPr>
              <a:t>genfromtxt</a:t>
            </a:r>
            <a:r>
              <a:rPr lang="en-US" altLang="zh-CN" sz="2400" b="1" dirty="0">
                <a:solidFill>
                  <a:prstClr val="black"/>
                </a:solidFill>
                <a:latin typeface="微软雅黑"/>
                <a:ea typeface="微软雅黑"/>
              </a:rPr>
              <a:t>(fname, </a:t>
            </a:r>
            <a:r>
              <a:rPr lang="en-US" altLang="zh-CN" sz="2400" b="1" dirty="0" err="1">
                <a:solidFill>
                  <a:srgbClr val="660099"/>
                </a:solidFill>
                <a:latin typeface="微软雅黑"/>
                <a:ea typeface="微软雅黑"/>
              </a:rPr>
              <a:t>dtype</a:t>
            </a:r>
            <a:r>
              <a:rPr lang="en-US" altLang="zh-CN" sz="2400" b="1" dirty="0">
                <a:solidFill>
                  <a:srgbClr val="171BEB"/>
                </a:solidFill>
                <a:latin typeface="微软雅黑"/>
                <a:ea typeface="微软雅黑"/>
              </a:rPr>
              <a:t>=&lt;class 'float'&gt;</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comments</a:t>
            </a:r>
            <a:r>
              <a:rPr lang="en-US" altLang="zh-CN" sz="2400" b="1" dirty="0">
                <a:solidFill>
                  <a:prstClr val="black"/>
                </a:solidFill>
                <a:latin typeface="微软雅黑"/>
                <a:ea typeface="微软雅黑"/>
              </a:rPr>
              <a:t>=</a:t>
            </a:r>
            <a:r>
              <a:rPr lang="en-US" altLang="zh-CN" sz="2400" b="1" dirty="0">
                <a:solidFill>
                  <a:srgbClr val="171BEB"/>
                </a:solidFill>
                <a:latin typeface="微软雅黑"/>
                <a:ea typeface="微软雅黑"/>
              </a:rPr>
              <a:t>'#'</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delimiter</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None</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skip_header</a:t>
            </a:r>
            <a:r>
              <a:rPr lang="en-US" altLang="zh-CN" sz="2400" b="1" dirty="0">
                <a:solidFill>
                  <a:prstClr val="black"/>
                </a:solidFill>
                <a:latin typeface="微软雅黑"/>
                <a:ea typeface="微软雅黑"/>
              </a:rPr>
              <a:t>=</a:t>
            </a:r>
            <a:r>
              <a:rPr lang="en-US" altLang="zh-CN" sz="2400" b="1" dirty="0">
                <a:solidFill>
                  <a:srgbClr val="171BEB"/>
                </a:solidFill>
                <a:latin typeface="微软雅黑"/>
                <a:ea typeface="微软雅黑"/>
              </a:rPr>
              <a:t>0</a:t>
            </a:r>
            <a:r>
              <a:rPr lang="en-US" altLang="zh-CN" sz="2400" b="1" dirty="0">
                <a:solidFill>
                  <a:prstClr val="black"/>
                </a:solidFill>
                <a:latin typeface="微软雅黑"/>
                <a:ea typeface="微软雅黑"/>
              </a:rPr>
              <a:t>,</a:t>
            </a:r>
            <a:r>
              <a:rPr lang="en-US" altLang="zh-CN" sz="2400" b="1" dirty="0">
                <a:solidFill>
                  <a:srgbClr val="660099"/>
                </a:solidFill>
                <a:latin typeface="微软雅黑"/>
                <a:ea typeface="微软雅黑"/>
              </a:rPr>
              <a:t>skip_footer</a:t>
            </a:r>
            <a:r>
              <a:rPr lang="en-US" altLang="zh-CN" sz="2400" b="1" dirty="0">
                <a:solidFill>
                  <a:prstClr val="black"/>
                </a:solidFill>
                <a:latin typeface="微软雅黑"/>
                <a:ea typeface="微软雅黑"/>
              </a:rPr>
              <a:t>=</a:t>
            </a:r>
            <a:r>
              <a:rPr lang="en-US" altLang="zh-CN" sz="2400" b="1" dirty="0">
                <a:solidFill>
                  <a:srgbClr val="171BEB"/>
                </a:solidFill>
                <a:latin typeface="微软雅黑"/>
                <a:ea typeface="微软雅黑"/>
              </a:rPr>
              <a:t>0</a:t>
            </a:r>
            <a:r>
              <a:rPr lang="en-US" altLang="zh-CN" sz="2400" b="1" dirty="0">
                <a:solidFill>
                  <a:prstClr val="black"/>
                </a:solidFill>
                <a:latin typeface="微软雅黑"/>
                <a:ea typeface="微软雅黑"/>
              </a:rPr>
              <a:t>, </a:t>
            </a:r>
            <a:r>
              <a:rPr lang="en-US" altLang="zh-CN" sz="2400" b="1" dirty="0" err="1">
                <a:solidFill>
                  <a:srgbClr val="660099"/>
                </a:solidFill>
                <a:latin typeface="微软雅黑"/>
                <a:ea typeface="微软雅黑"/>
              </a:rPr>
              <a:t>missing_values</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None</a:t>
            </a:r>
            <a:r>
              <a:rPr lang="en-US" altLang="zh-CN" sz="2400" b="1" dirty="0">
                <a:solidFill>
                  <a:prstClr val="black"/>
                </a:solidFill>
                <a:latin typeface="微软雅黑"/>
                <a:ea typeface="微软雅黑"/>
              </a:rPr>
              <a:t>, </a:t>
            </a:r>
            <a:r>
              <a:rPr lang="en-US" altLang="zh-CN" sz="2400" b="1" dirty="0" err="1">
                <a:solidFill>
                  <a:srgbClr val="660099"/>
                </a:solidFill>
                <a:latin typeface="微软雅黑"/>
                <a:ea typeface="微软雅黑"/>
              </a:rPr>
              <a:t>filling_values</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None</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usecols</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None</a:t>
            </a:r>
            <a:r>
              <a:rPr lang="en-US" altLang="zh-CN" sz="2400" b="1" dirty="0">
                <a:solidFill>
                  <a:prstClr val="black"/>
                </a:solidFill>
                <a:latin typeface="微软雅黑"/>
                <a:ea typeface="微软雅黑"/>
              </a:rPr>
              <a:t>, </a:t>
            </a:r>
            <a:r>
              <a:rPr lang="en-US" altLang="zh-CN" sz="2400" b="1" dirty="0" err="1">
                <a:solidFill>
                  <a:srgbClr val="660099"/>
                </a:solidFill>
                <a:latin typeface="微软雅黑"/>
                <a:ea typeface="微软雅黑"/>
              </a:rPr>
              <a:t>autostrip</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False</a:t>
            </a:r>
            <a:r>
              <a:rPr lang="en-US" altLang="zh-CN" sz="2400" b="1" dirty="0">
                <a:solidFill>
                  <a:prstClr val="black"/>
                </a:solidFill>
                <a:latin typeface="微软雅黑"/>
                <a:ea typeface="微软雅黑"/>
              </a:rPr>
              <a:t>, </a:t>
            </a:r>
            <a:r>
              <a:rPr lang="en-US" altLang="zh-CN" sz="2400" b="1" dirty="0" err="1">
                <a:solidFill>
                  <a:srgbClr val="660099"/>
                </a:solidFill>
                <a:latin typeface="微软雅黑"/>
                <a:ea typeface="微软雅黑"/>
              </a:rPr>
              <a:t>max_rows</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None</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encoding</a:t>
            </a:r>
            <a:r>
              <a:rPr lang="en-US" altLang="zh-CN" sz="2400" b="1" dirty="0">
                <a:solidFill>
                  <a:prstClr val="black"/>
                </a:solidFill>
                <a:latin typeface="微软雅黑"/>
                <a:ea typeface="微软雅黑"/>
              </a:rPr>
              <a:t>=</a:t>
            </a:r>
            <a:r>
              <a:rPr lang="en-US" altLang="zh-CN" sz="2400" b="1" dirty="0">
                <a:solidFill>
                  <a:srgbClr val="171BEB"/>
                </a:solidFill>
                <a:latin typeface="微软雅黑"/>
                <a:ea typeface="微软雅黑"/>
              </a:rPr>
              <a:t>'bytes'</a:t>
            </a:r>
            <a:r>
              <a:rPr lang="en-US" altLang="zh-CN" sz="2400" b="1" dirty="0">
                <a:solidFill>
                  <a:prstClr val="black"/>
                </a:solidFill>
                <a:latin typeface="微软雅黑"/>
                <a:ea typeface="微软雅黑"/>
              </a:rPr>
              <a:t>…)</a:t>
            </a:r>
            <a:endParaRPr lang="zh-CN" altLang="zh-CN" sz="2400" b="1" dirty="0">
              <a:solidFill>
                <a:prstClr val="black"/>
              </a:solidFill>
              <a:latin typeface="微软雅黑"/>
              <a:ea typeface="微软雅黑"/>
            </a:endParaRPr>
          </a:p>
        </p:txBody>
      </p:sp>
      <p:sp>
        <p:nvSpPr>
          <p:cNvPr id="5" name="内容占位符 4"/>
          <p:cNvSpPr txBox="1"/>
          <p:nvPr/>
        </p:nvSpPr>
        <p:spPr>
          <a:xfrm>
            <a:off x="838200" y="4542502"/>
            <a:ext cx="10515600" cy="1947919"/>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457200" indent="-457200">
              <a:lnSpc>
                <a:spcPct val="150000"/>
              </a:lnSpc>
              <a:buFont typeface="+mj-lt"/>
              <a:buAutoNum type="arabicPeriod" startAt="2"/>
            </a:pPr>
            <a:r>
              <a:rPr lang="en-US" altLang="zh-CN" sz="2000" b="1" dirty="0" err="1">
                <a:solidFill>
                  <a:schemeClr val="accent2"/>
                </a:solidFill>
                <a:latin typeface="微软雅黑" panose="020B0503020204020204" pitchFamily="34" charset="-122"/>
                <a:ea typeface="微软雅黑" panose="020B0503020204020204" pitchFamily="34" charset="-122"/>
              </a:rPr>
              <a:t>dtype</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：生成数组的</a:t>
            </a:r>
            <a:r>
              <a:rPr lang="zh-CN" altLang="en-US" sz="2000" b="1" dirty="0">
                <a:solidFill>
                  <a:schemeClr val="accent2"/>
                </a:solidFill>
                <a:latin typeface="微软雅黑" panose="020B0503020204020204" pitchFamily="34" charset="-122"/>
                <a:ea typeface="微软雅黑" panose="020B0503020204020204" pitchFamily="34" charset="-122"/>
              </a:rPr>
              <a:t>数据类型</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，默认值是 </a:t>
            </a:r>
            <a:r>
              <a:rPr lang="en-US" altLang="zh-CN" sz="2000" dirty="0" err="1">
                <a:solidFill>
                  <a:sysClr val="windowText" lastClr="000000">
                    <a:lumMod val="85000"/>
                    <a:lumOff val="15000"/>
                  </a:sysClr>
                </a:solidFill>
                <a:latin typeface="微软雅黑" panose="020B0503020204020204" pitchFamily="34" charset="-122"/>
                <a:ea typeface="微软雅黑" panose="020B0503020204020204" pitchFamily="34" charset="-122"/>
              </a:rPr>
              <a:t>dtype</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=float</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。设置 </a:t>
            </a:r>
            <a:r>
              <a:rPr lang="en-US" altLang="zh-CN" sz="2000" dirty="0" err="1">
                <a:solidFill>
                  <a:sysClr val="windowText" lastClr="000000">
                    <a:lumMod val="85000"/>
                    <a:lumOff val="15000"/>
                  </a:sysClr>
                </a:solidFill>
                <a:latin typeface="微软雅黑" panose="020B0503020204020204" pitchFamily="34" charset="-122"/>
                <a:ea typeface="微软雅黑" panose="020B0503020204020204" pitchFamily="34" charset="-122"/>
              </a:rPr>
              <a:t>dtype</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=None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时，每个列的类型从每行的各列数据中迭代确定。函数依次检查各列数据是否可以转换为布尔值、整数、浮点数、复数和字符串，直到满足条件为止。但这种方法处理速度明显慢于明确设置 </a:t>
            </a:r>
            <a:r>
              <a:rPr lang="en-US" altLang="zh-CN" sz="2000" dirty="0" err="1">
                <a:solidFill>
                  <a:sysClr val="windowText" lastClr="000000">
                    <a:lumMod val="85000"/>
                    <a:lumOff val="15000"/>
                  </a:sysClr>
                </a:solidFill>
                <a:latin typeface="微软雅黑" panose="020B0503020204020204" pitchFamily="34" charset="-122"/>
                <a:ea typeface="微软雅黑" panose="020B0503020204020204" pitchFamily="34" charset="-122"/>
              </a:rPr>
              <a:t>dtype</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数据类型。</a:t>
            </a:r>
            <a:endPar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endParaRPr>
          </a:p>
        </p:txBody>
      </p:sp>
      <p:sp>
        <p:nvSpPr>
          <p:cNvPr id="6" name="矩形 5"/>
          <p:cNvSpPr/>
          <p:nvPr/>
        </p:nvSpPr>
        <p:spPr>
          <a:xfrm>
            <a:off x="5123915" y="1248696"/>
            <a:ext cx="972085" cy="521109"/>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内容占位符 4"/>
          <p:cNvSpPr txBox="1"/>
          <p:nvPr/>
        </p:nvSpPr>
        <p:spPr>
          <a:xfrm>
            <a:off x="838200" y="3548770"/>
            <a:ext cx="10515600" cy="993733"/>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457200" indent="-457200">
              <a:lnSpc>
                <a:spcPct val="150000"/>
              </a:lnSpc>
              <a:buFont typeface="+mj-lt"/>
              <a:buAutoNum type="arabicPeriod"/>
            </a:pPr>
            <a:r>
              <a:rPr lang="en-US" altLang="zh-CN" sz="2000" b="1" dirty="0">
                <a:solidFill>
                  <a:schemeClr val="accent2"/>
                </a:solidFill>
                <a:latin typeface="微软雅黑" panose="020B0503020204020204" pitchFamily="34" charset="-122"/>
                <a:ea typeface="微软雅黑" panose="020B0503020204020204" pitchFamily="34" charset="-122"/>
              </a:rPr>
              <a:t>fname</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：文件、字符串、字符序列或生成器。生成器要求能返回字节字符类型。列表或生成器中的字符串被当成行来处理。</a:t>
            </a:r>
            <a:endPar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59:morph option="byObject"/>
      </p:transition>
    </mc:Choice>
    <mc:Fallback>
      <p:transition spd="med">
        <p:fade/>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7.5.2</a:t>
            </a:r>
            <a:endParaRPr lang="zh-CN" altLang="en-US" dirty="0"/>
          </a:p>
        </p:txBody>
      </p:sp>
      <p:sp>
        <p:nvSpPr>
          <p:cNvPr id="3" name="标题 2"/>
          <p:cNvSpPr>
            <a:spLocks noGrp="1"/>
          </p:cNvSpPr>
          <p:nvPr>
            <p:ph type="title"/>
          </p:nvPr>
        </p:nvSpPr>
        <p:spPr/>
        <p:txBody>
          <a:bodyPr/>
          <a:lstStyle/>
          <a:p>
            <a:r>
              <a:rPr lang="zh-CN" altLang="en-US" dirty="0"/>
              <a:t>读文件</a:t>
            </a:r>
            <a:endParaRPr lang="zh-CN" altLang="en-US" dirty="0"/>
          </a:p>
        </p:txBody>
      </p:sp>
      <p:sp>
        <p:nvSpPr>
          <p:cNvPr id="5" name="内容占位符 5"/>
          <p:cNvSpPr txBox="1"/>
          <p:nvPr/>
        </p:nvSpPr>
        <p:spPr>
          <a:xfrm>
            <a:off x="780059" y="1227902"/>
            <a:ext cx="10631877" cy="2392680"/>
          </a:xfrm>
          <a:prstGeom prst="roundRect">
            <a:avLst>
              <a:gd name="adj" fmla="val 15509"/>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dirty="0">
                <a:solidFill>
                  <a:srgbClr val="4B69C6"/>
                </a:solidFill>
                <a:latin typeface="+mj-lt"/>
              </a:rPr>
              <a:t>import</a:t>
            </a:r>
            <a:r>
              <a:rPr lang="en-US" altLang="zh-CN" dirty="0">
                <a:solidFill>
                  <a:srgbClr val="333333"/>
                </a:solidFill>
                <a:latin typeface="+mj-lt"/>
              </a:rPr>
              <a:t> </a:t>
            </a:r>
            <a:r>
              <a:rPr lang="en-US" altLang="zh-CN" b="1" dirty="0" err="1">
                <a:solidFill>
                  <a:srgbClr val="7A3E9D"/>
                </a:solidFill>
                <a:latin typeface="+mj-lt"/>
              </a:rPr>
              <a:t>numpy</a:t>
            </a:r>
            <a:r>
              <a:rPr lang="en-US" altLang="zh-CN" dirty="0">
                <a:solidFill>
                  <a:srgbClr val="333333"/>
                </a:solidFill>
                <a:latin typeface="+mj-lt"/>
              </a:rPr>
              <a:t> </a:t>
            </a:r>
            <a:r>
              <a:rPr lang="en-US" altLang="zh-CN" dirty="0">
                <a:solidFill>
                  <a:srgbClr val="4B69C6"/>
                </a:solidFill>
                <a:latin typeface="+mj-lt"/>
              </a:rPr>
              <a:t>as</a:t>
            </a:r>
            <a:r>
              <a:rPr lang="en-US" altLang="zh-CN" dirty="0">
                <a:solidFill>
                  <a:srgbClr val="333333"/>
                </a:solidFill>
                <a:latin typeface="+mj-lt"/>
              </a:rPr>
              <a:t> </a:t>
            </a:r>
            <a:r>
              <a:rPr lang="en-US" altLang="zh-CN" b="1" dirty="0">
                <a:solidFill>
                  <a:srgbClr val="7A3E9D"/>
                </a:solidFill>
                <a:latin typeface="+mj-lt"/>
              </a:rPr>
              <a:t>np</a:t>
            </a:r>
            <a:endParaRPr lang="en-US" altLang="zh-CN" dirty="0">
              <a:solidFill>
                <a:srgbClr val="333333"/>
              </a:solidFill>
              <a:latin typeface="+mj-lt"/>
            </a:endParaRPr>
          </a:p>
          <a:p>
            <a:r>
              <a:rPr lang="en-US" altLang="zh-CN" dirty="0">
                <a:solidFill>
                  <a:srgbClr val="333333"/>
                </a:solidFill>
                <a:latin typeface="+mj-lt"/>
              </a:rPr>
              <a:t> </a:t>
            </a:r>
            <a:endParaRPr lang="en-US" altLang="zh-CN" dirty="0">
              <a:solidFill>
                <a:srgbClr val="333333"/>
              </a:solidFill>
              <a:latin typeface="+mj-lt"/>
            </a:endParaRPr>
          </a:p>
          <a:p>
            <a:r>
              <a:rPr lang="en-US" altLang="zh-CN" dirty="0">
                <a:solidFill>
                  <a:srgbClr val="7A3E9D"/>
                </a:solidFill>
                <a:latin typeface="+mj-lt"/>
              </a:rPr>
              <a:t>file</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448C27"/>
                </a:solidFill>
                <a:latin typeface="+mj-lt"/>
              </a:rPr>
              <a:t>score_nan.csv</a:t>
            </a:r>
            <a:r>
              <a:rPr lang="en-US" altLang="zh-CN" dirty="0">
                <a:solidFill>
                  <a:srgbClr val="777777"/>
                </a:solidFill>
                <a:latin typeface="+mj-lt"/>
              </a:rPr>
              <a:t>'</a:t>
            </a:r>
            <a:endParaRPr lang="en-US" altLang="zh-CN" dirty="0">
              <a:solidFill>
                <a:srgbClr val="333333"/>
              </a:solidFill>
              <a:latin typeface="+mj-lt"/>
            </a:endParaRPr>
          </a:p>
          <a:p>
            <a:r>
              <a:rPr lang="en-US" altLang="zh-CN" dirty="0">
                <a:solidFill>
                  <a:srgbClr val="7A3E9D"/>
                </a:solidFill>
                <a:latin typeface="+mj-lt"/>
              </a:rPr>
              <a:t>data</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b="1" dirty="0" err="1">
                <a:solidFill>
                  <a:srgbClr val="7A3E9D"/>
                </a:solidFill>
                <a:latin typeface="+mj-lt"/>
              </a:rPr>
              <a:t>np</a:t>
            </a:r>
            <a:r>
              <a:rPr lang="en-US" altLang="zh-CN" dirty="0" err="1">
                <a:solidFill>
                  <a:srgbClr val="777777"/>
                </a:solidFill>
                <a:latin typeface="+mj-lt"/>
              </a:rPr>
              <a:t>.</a:t>
            </a:r>
            <a:r>
              <a:rPr lang="en-US" altLang="zh-CN" b="1" dirty="0" err="1">
                <a:solidFill>
                  <a:srgbClr val="AA3731"/>
                </a:solidFill>
                <a:latin typeface="+mj-lt"/>
              </a:rPr>
              <a:t>genfromtxt</a:t>
            </a:r>
            <a:r>
              <a:rPr lang="en-US" altLang="zh-CN" dirty="0">
                <a:solidFill>
                  <a:srgbClr val="777777"/>
                </a:solidFill>
                <a:latin typeface="+mj-lt"/>
              </a:rPr>
              <a:t>(</a:t>
            </a:r>
            <a:r>
              <a:rPr lang="en-US" altLang="zh-CN" dirty="0">
                <a:solidFill>
                  <a:srgbClr val="7A3E9D"/>
                </a:solidFill>
                <a:latin typeface="+mj-lt"/>
              </a:rPr>
              <a:t>file</a:t>
            </a:r>
            <a:r>
              <a:rPr lang="en-US" altLang="zh-CN" dirty="0">
                <a:solidFill>
                  <a:srgbClr val="777777"/>
                </a:solidFill>
                <a:latin typeface="+mj-lt"/>
              </a:rPr>
              <a:t>,</a:t>
            </a:r>
            <a:r>
              <a:rPr lang="en-US" altLang="zh-CN" dirty="0">
                <a:solidFill>
                  <a:srgbClr val="333333"/>
                </a:solidFill>
                <a:latin typeface="+mj-lt"/>
              </a:rPr>
              <a:t> </a:t>
            </a:r>
            <a:r>
              <a:rPr lang="en-US" altLang="zh-CN" dirty="0" err="1">
                <a:solidFill>
                  <a:srgbClr val="7A3E9D"/>
                </a:solidFill>
                <a:latin typeface="+mj-lt"/>
              </a:rPr>
              <a:t>dtype</a:t>
            </a:r>
            <a:r>
              <a:rPr lang="en-US" altLang="zh-CN" dirty="0">
                <a:solidFill>
                  <a:srgbClr val="777777"/>
                </a:solidFill>
                <a:latin typeface="+mj-lt"/>
              </a:rPr>
              <a:t>=</a:t>
            </a:r>
            <a:r>
              <a:rPr lang="en-US" altLang="zh-CN" b="1" dirty="0">
                <a:solidFill>
                  <a:srgbClr val="7A3E9D"/>
                </a:solidFill>
                <a:latin typeface="+mj-lt"/>
              </a:rPr>
              <a:t>str</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delimiter</a:t>
            </a:r>
            <a:r>
              <a:rPr lang="en-US" altLang="zh-CN" dirty="0">
                <a:solidFill>
                  <a:srgbClr val="777777"/>
                </a:solidFill>
                <a:latin typeface="+mj-lt"/>
              </a:rPr>
              <a:t>='</a:t>
            </a:r>
            <a:r>
              <a:rPr lang="en-US" altLang="zh-CN" dirty="0">
                <a:solidFill>
                  <a:srgbClr val="448C27"/>
                </a:solidFill>
                <a:latin typeface="+mj-lt"/>
              </a:rPr>
              <a:t>,</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encoding</a:t>
            </a:r>
            <a:r>
              <a:rPr lang="en-US" altLang="zh-CN" dirty="0">
                <a:solidFill>
                  <a:srgbClr val="777777"/>
                </a:solidFill>
                <a:latin typeface="+mj-lt"/>
              </a:rPr>
              <a:t>='</a:t>
            </a:r>
            <a:r>
              <a:rPr lang="en-US" altLang="zh-CN" dirty="0">
                <a:solidFill>
                  <a:srgbClr val="448C27"/>
                </a:solidFill>
                <a:latin typeface="+mj-lt"/>
              </a:rPr>
              <a:t>utf-8</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字符串类型</a:t>
            </a:r>
            <a:endParaRPr lang="zh-CN" altLang="en-US" dirty="0">
              <a:solidFill>
                <a:srgbClr val="333333"/>
              </a:solidFill>
              <a:latin typeface="+mj-lt"/>
            </a:endParaRPr>
          </a:p>
          <a:p>
            <a:r>
              <a:rPr lang="en-US" altLang="zh-CN" b="1" dirty="0">
                <a:solidFill>
                  <a:srgbClr val="AA3731"/>
                </a:solidFill>
                <a:latin typeface="+mj-lt"/>
              </a:rPr>
              <a:t>print</a:t>
            </a:r>
            <a:r>
              <a:rPr lang="en-US" altLang="zh-CN" dirty="0">
                <a:solidFill>
                  <a:srgbClr val="777777"/>
                </a:solidFill>
                <a:latin typeface="+mj-lt"/>
              </a:rPr>
              <a:t>(</a:t>
            </a:r>
            <a:r>
              <a:rPr lang="en-US" altLang="zh-CN" dirty="0">
                <a:solidFill>
                  <a:srgbClr val="7A3E9D"/>
                </a:solidFill>
                <a:latin typeface="+mj-lt"/>
              </a:rPr>
              <a:t>data</a:t>
            </a:r>
            <a:r>
              <a:rPr lang="en-US" altLang="zh-CN" dirty="0">
                <a:solidFill>
                  <a:srgbClr val="777777"/>
                </a:solidFill>
                <a:latin typeface="+mj-lt"/>
              </a:rPr>
              <a:t>)</a:t>
            </a:r>
            <a:endParaRPr lang="en-US" altLang="zh-CN" dirty="0">
              <a:solidFill>
                <a:srgbClr val="333333"/>
              </a:solidFill>
              <a:latin typeface="+mj-lt"/>
            </a:endParaRPr>
          </a:p>
        </p:txBody>
      </p:sp>
      <p:sp>
        <p:nvSpPr>
          <p:cNvPr id="6" name="内容占位符 1"/>
          <p:cNvSpPr txBox="1"/>
          <p:nvPr/>
        </p:nvSpPr>
        <p:spPr>
          <a:xfrm>
            <a:off x="780061" y="3953698"/>
            <a:ext cx="10631877" cy="1676400"/>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457200" algn="l" defTabSz="914400" rtl="0" eaLnBrk="1" fontAlgn="auto" latinLnBrk="0" hangingPunct="1">
              <a:lnSpc>
                <a:spcPct val="150000"/>
              </a:lnSpc>
              <a:spcAft>
                <a:spcPts val="0"/>
              </a:spcAft>
              <a:buClrTx/>
              <a:buSzTx/>
              <a:buFont typeface="Arial" panose="020B0604020202090204" pitchFamily="34" charset="0"/>
              <a:buNone/>
              <a:defRPr/>
            </a:pP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因数据第一行是字符串，</a:t>
            </a:r>
            <a:r>
              <a:rPr kumimoji="0" lang="en-US" altLang="zh-CN" sz="2400" b="0" i="0" u="none" strike="noStrike" kern="1200" cap="none" spc="0" normalizeH="0" baseline="0" noProof="0" dirty="0" err="1">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dtype</a:t>
            </a:r>
            <a:r>
              <a:rPr kumimoji="0" lang="en-US" altLang="zh-CN"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 </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默认值是 </a:t>
            </a:r>
            <a:r>
              <a:rPr kumimoji="0" lang="en-US" altLang="zh-CN"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float</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，字符串无法转为浮点数，此处用 </a:t>
            </a:r>
            <a:r>
              <a:rPr kumimoji="0" lang="en-US" altLang="zh-CN" sz="2400" b="0" i="0" u="none" strike="noStrike" kern="1200" cap="none" spc="0" normalizeH="0" baseline="0" noProof="0" dirty="0" err="1">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dtype</a:t>
            </a:r>
            <a:r>
              <a:rPr kumimoji="0" lang="en-US" altLang="zh-CN"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=str </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将</a:t>
            </a:r>
            <a:r>
              <a:rPr kumimoji="0" lang="zh-CN" altLang="en-US" sz="24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所有数据</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转为字符串类型，从输出可以发现，郑君缺失的两门课的成绩被读取为</a:t>
            </a:r>
            <a:r>
              <a:rPr kumimoji="0" lang="zh-CN" altLang="en-US" sz="24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空字符串</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。全部数据为数组类型，数据间用空格分隔。</a:t>
            </a:r>
            <a:endParaRPr lang="en-US" altLang="zh-CN" sz="2400" kern="0" dirty="0">
              <a:solidFill>
                <a:srgbClr val="595959"/>
              </a:solidFill>
              <a:effectLst/>
              <a:latin typeface="Times New Roman" panose="02020603050405020304" pitchFamily="18" charset="0"/>
              <a:ea typeface="宋体" pitchFamily="2" charset="-122"/>
            </a:endParaRPr>
          </a:p>
        </p:txBody>
      </p:sp>
      <p:sp>
        <p:nvSpPr>
          <p:cNvPr id="7" name="文本框 6"/>
          <p:cNvSpPr txBox="1"/>
          <p:nvPr/>
        </p:nvSpPr>
        <p:spPr>
          <a:xfrm>
            <a:off x="838196" y="3830751"/>
            <a:ext cx="10515601" cy="2757991"/>
          </a:xfrm>
          <a:prstGeom prst="roundRect">
            <a:avLst>
              <a:gd name="adj" fmla="val 5518"/>
            </a:avLst>
          </a:prstGeom>
          <a:solidFill>
            <a:srgbClr val="0070C0"/>
          </a:solidFill>
          <a:ln>
            <a:solidFill>
              <a:schemeClr val="bg1"/>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nchorCtr="0"/>
          <a:lstStyle>
            <a:defPPr>
              <a:defRPr lang="zh-CN"/>
            </a:defPPr>
            <a:lvl1pPr>
              <a:defRPr sz="24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输出：</a:t>
            </a:r>
            <a:endParaRPr kumimoji="0" lang="en-US" altLang="zh-CN"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lvl="0">
              <a:lnSpc>
                <a:spcPct val="120000"/>
              </a:lnSpc>
              <a:defRPr/>
            </a:pPr>
            <a:r>
              <a:rPr lang="en-US" altLang="zh-CN" sz="2000" b="1" dirty="0">
                <a:solidFill>
                  <a:prstClr val="white"/>
                </a:solidFill>
                <a:latin typeface="微软雅黑" panose="020B0503020204020204" pitchFamily="34" charset="-122"/>
                <a:ea typeface="微软雅黑" panose="020B0503020204020204" pitchFamily="34" charset="-122"/>
              </a:rPr>
              <a:t>[['</a:t>
            </a:r>
            <a:r>
              <a:rPr lang="zh-CN" altLang="en-US" sz="2000" b="1" dirty="0">
                <a:solidFill>
                  <a:prstClr val="white"/>
                </a:solidFill>
                <a:latin typeface="微软雅黑" panose="020B0503020204020204" pitchFamily="34" charset="-122"/>
                <a:ea typeface="微软雅黑" panose="020B0503020204020204" pitchFamily="34" charset="-122"/>
              </a:rPr>
              <a:t>姓名</a:t>
            </a:r>
            <a:r>
              <a:rPr lang="en-US" altLang="zh-CN" sz="2000" b="1" dirty="0">
                <a:solidFill>
                  <a:prstClr val="white"/>
                </a:solidFill>
                <a:latin typeface="微软雅黑" panose="020B0503020204020204" pitchFamily="34" charset="-122"/>
                <a:ea typeface="微软雅黑" panose="020B0503020204020204" pitchFamily="34" charset="-122"/>
              </a:rPr>
              <a:t>' '</a:t>
            </a:r>
            <a:r>
              <a:rPr lang="zh-CN" altLang="en-US" sz="2000" b="1" dirty="0">
                <a:solidFill>
                  <a:prstClr val="white"/>
                </a:solidFill>
                <a:latin typeface="微软雅黑" panose="020B0503020204020204" pitchFamily="34" charset="-122"/>
                <a:ea typeface="微软雅黑" panose="020B0503020204020204" pitchFamily="34" charset="-122"/>
              </a:rPr>
              <a:t>学号</a:t>
            </a:r>
            <a:r>
              <a:rPr lang="en-US" altLang="zh-CN" sz="2000" b="1" dirty="0">
                <a:solidFill>
                  <a:prstClr val="white"/>
                </a:solidFill>
                <a:latin typeface="微软雅黑" panose="020B0503020204020204" pitchFamily="34" charset="-122"/>
                <a:ea typeface="微软雅黑" panose="020B0503020204020204" pitchFamily="34" charset="-122"/>
              </a:rPr>
              <a:t>' 'C</a:t>
            </a:r>
            <a:r>
              <a:rPr lang="zh-CN" altLang="en-US" sz="2000" b="1" dirty="0">
                <a:solidFill>
                  <a:prstClr val="white"/>
                </a:solidFill>
                <a:latin typeface="微软雅黑" panose="020B0503020204020204" pitchFamily="34" charset="-122"/>
                <a:ea typeface="微软雅黑" panose="020B0503020204020204" pitchFamily="34" charset="-122"/>
              </a:rPr>
              <a:t>语言</a:t>
            </a:r>
            <a:r>
              <a:rPr lang="en-US" altLang="zh-CN" sz="2000" b="1" dirty="0">
                <a:solidFill>
                  <a:prstClr val="white"/>
                </a:solidFill>
                <a:latin typeface="微软雅黑" panose="020B0503020204020204" pitchFamily="34" charset="-122"/>
                <a:ea typeface="微软雅黑" panose="020B0503020204020204" pitchFamily="34" charset="-122"/>
              </a:rPr>
              <a:t>' 'Java' 'Python' 'VB' 'C++' '</a:t>
            </a:r>
            <a:r>
              <a:rPr lang="zh-CN" altLang="en-US" sz="2000" b="1" dirty="0">
                <a:solidFill>
                  <a:prstClr val="white"/>
                </a:solidFill>
                <a:latin typeface="微软雅黑" panose="020B0503020204020204" pitchFamily="34" charset="-122"/>
                <a:ea typeface="微软雅黑" panose="020B0503020204020204" pitchFamily="34" charset="-122"/>
              </a:rPr>
              <a:t>总分</a:t>
            </a:r>
            <a:r>
              <a:rPr lang="en-US" altLang="zh-CN" sz="2000" b="1" dirty="0">
                <a:solidFill>
                  <a:prstClr val="white"/>
                </a:solidFill>
                <a:latin typeface="微软雅黑" panose="020B0503020204020204" pitchFamily="34" charset="-122"/>
                <a:ea typeface="微软雅黑" panose="020B0503020204020204" pitchFamily="34" charset="-122"/>
              </a:rPr>
              <a:t>'] </a:t>
            </a:r>
            <a:br>
              <a:rPr lang="en-US" altLang="zh-CN" sz="2000" b="1" dirty="0">
                <a:solidFill>
                  <a:prstClr val="white"/>
                </a:solidFill>
                <a:latin typeface="微软雅黑" panose="020B0503020204020204" pitchFamily="34" charset="-122"/>
                <a:ea typeface="微软雅黑" panose="020B0503020204020204" pitchFamily="34" charset="-122"/>
              </a:rPr>
            </a:br>
            <a:r>
              <a:rPr lang="en-US" altLang="zh-CN" sz="2000" b="1" dirty="0">
                <a:solidFill>
                  <a:prstClr val="white"/>
                </a:solidFill>
                <a:latin typeface="微软雅黑" panose="020B0503020204020204" pitchFamily="34" charset="-122"/>
                <a:ea typeface="微软雅黑" panose="020B0503020204020204" pitchFamily="34" charset="-122"/>
              </a:rPr>
              <a:t>…</a:t>
            </a:r>
            <a:br>
              <a:rPr lang="en-US" altLang="zh-CN" sz="2000" b="1" dirty="0">
                <a:solidFill>
                  <a:prstClr val="white"/>
                </a:solidFill>
                <a:latin typeface="微软雅黑" panose="020B0503020204020204" pitchFamily="34" charset="-122"/>
                <a:ea typeface="微软雅黑" panose="020B0503020204020204" pitchFamily="34" charset="-122"/>
              </a:rPr>
            </a:br>
            <a:r>
              <a:rPr lang="en-US" altLang="zh-CN" sz="2000" b="1" dirty="0">
                <a:solidFill>
                  <a:prstClr val="white"/>
                </a:solidFill>
                <a:latin typeface="微软雅黑" panose="020B0503020204020204" pitchFamily="34" charset="-122"/>
                <a:ea typeface="微软雅黑" panose="020B0503020204020204" pitchFamily="34" charset="-122"/>
              </a:rPr>
              <a:t> ['</a:t>
            </a:r>
            <a:r>
              <a:rPr lang="zh-CN" altLang="en-US" sz="2000" b="1" dirty="0">
                <a:solidFill>
                  <a:prstClr val="white"/>
                </a:solidFill>
                <a:latin typeface="微软雅黑" panose="020B0503020204020204" pitchFamily="34" charset="-122"/>
                <a:ea typeface="微软雅黑" panose="020B0503020204020204" pitchFamily="34" charset="-122"/>
              </a:rPr>
              <a:t>郑君</a:t>
            </a:r>
            <a:r>
              <a:rPr lang="en-US" altLang="zh-CN" sz="2000" b="1" dirty="0">
                <a:solidFill>
                  <a:prstClr val="white"/>
                </a:solidFill>
                <a:latin typeface="微软雅黑" panose="020B0503020204020204" pitchFamily="34" charset="-122"/>
                <a:ea typeface="微软雅黑" panose="020B0503020204020204" pitchFamily="34" charset="-122"/>
              </a:rPr>
              <a:t>' '0121701100514' ' ' '98' '76' ' ' '89' '263’] </a:t>
            </a:r>
            <a:br>
              <a:rPr lang="en-US" altLang="zh-CN" sz="2000" b="1" dirty="0">
                <a:solidFill>
                  <a:prstClr val="white"/>
                </a:solidFill>
                <a:latin typeface="微软雅黑" panose="020B0503020204020204" pitchFamily="34" charset="-122"/>
                <a:ea typeface="微软雅黑" panose="020B0503020204020204" pitchFamily="34" charset="-122"/>
              </a:rPr>
            </a:br>
            <a:r>
              <a:rPr lang="en-US" altLang="zh-CN" sz="2000" b="1" dirty="0">
                <a:solidFill>
                  <a:prstClr val="white"/>
                </a:solidFill>
                <a:latin typeface="微软雅黑" panose="020B0503020204020204" pitchFamily="34" charset="-122"/>
                <a:ea typeface="微软雅黑" panose="020B0503020204020204" pitchFamily="34" charset="-122"/>
              </a:rPr>
              <a:t>…</a:t>
            </a:r>
            <a:br>
              <a:rPr lang="en-US" altLang="zh-CN" sz="2000" b="1" dirty="0">
                <a:solidFill>
                  <a:prstClr val="white"/>
                </a:solidFill>
                <a:latin typeface="微软雅黑" panose="020B0503020204020204" pitchFamily="34" charset="-122"/>
                <a:ea typeface="微软雅黑" panose="020B0503020204020204" pitchFamily="34" charset="-122"/>
              </a:rPr>
            </a:br>
            <a:r>
              <a:rPr lang="en-US" altLang="zh-CN" sz="2000" b="1" dirty="0">
                <a:solidFill>
                  <a:prstClr val="white"/>
                </a:solidFill>
                <a:latin typeface="微软雅黑" panose="020B0503020204020204" pitchFamily="34" charset="-122"/>
                <a:ea typeface="微软雅黑" panose="020B0503020204020204" pitchFamily="34" charset="-122"/>
              </a:rPr>
              <a:t> ['</a:t>
            </a:r>
            <a:r>
              <a:rPr lang="zh-CN" altLang="en-US" sz="2000" b="1" dirty="0">
                <a:solidFill>
                  <a:prstClr val="white"/>
                </a:solidFill>
                <a:latin typeface="微软雅黑" panose="020B0503020204020204" pitchFamily="34" charset="-122"/>
                <a:ea typeface="微软雅黑" panose="020B0503020204020204" pitchFamily="34" charset="-122"/>
              </a:rPr>
              <a:t>罗明</a:t>
            </a:r>
            <a:r>
              <a:rPr lang="en-US" altLang="zh-CN" sz="2000" b="1" dirty="0">
                <a:solidFill>
                  <a:prstClr val="white"/>
                </a:solidFill>
                <a:latin typeface="微软雅黑" panose="020B0503020204020204" pitchFamily="34" charset="-122"/>
                <a:ea typeface="微软雅黑" panose="020B0503020204020204" pitchFamily="34" charset="-122"/>
              </a:rPr>
              <a:t>' '0121701100510' '95' '96' '85' '63' '91' '430']]</a:t>
            </a:r>
            <a:endParaRPr lang="en-US" altLang="zh-CN" sz="2000" b="1" dirty="0">
              <a:solidFill>
                <a:prstClr val="white"/>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25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2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animBg="1"/>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7.5.2</a:t>
            </a:r>
            <a:endParaRPr lang="zh-CN" altLang="en-US" dirty="0"/>
          </a:p>
        </p:txBody>
      </p:sp>
      <p:sp>
        <p:nvSpPr>
          <p:cNvPr id="3" name="标题 2"/>
          <p:cNvSpPr>
            <a:spLocks noGrp="1"/>
          </p:cNvSpPr>
          <p:nvPr>
            <p:ph type="title"/>
          </p:nvPr>
        </p:nvSpPr>
        <p:spPr/>
        <p:txBody>
          <a:bodyPr/>
          <a:lstStyle/>
          <a:p>
            <a:r>
              <a:rPr lang="zh-CN" altLang="en-US" dirty="0"/>
              <a:t>读文件</a:t>
            </a:r>
            <a:endParaRPr lang="zh-CN" altLang="en-US" dirty="0"/>
          </a:p>
        </p:txBody>
      </p:sp>
      <p:sp>
        <p:nvSpPr>
          <p:cNvPr id="2" name="内容占位符 5"/>
          <p:cNvSpPr txBox="1"/>
          <p:nvPr/>
        </p:nvSpPr>
        <p:spPr>
          <a:xfrm>
            <a:off x="780061" y="1005839"/>
            <a:ext cx="10631877" cy="2341881"/>
          </a:xfrm>
          <a:prstGeom prst="roundRect">
            <a:avLst>
              <a:gd name="adj" fmla="val 18448"/>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0" eaLnBrk="0" fontAlgn="base" hangingPunct="0">
              <a:lnSpc>
                <a:spcPct val="125000"/>
              </a:lnSpc>
              <a:spcBef>
                <a:spcPct val="0"/>
              </a:spcBef>
              <a:spcAft>
                <a:spcPct val="0"/>
              </a:spcAft>
              <a:defRPr/>
            </a:pPr>
            <a:r>
              <a:rPr lang="en-US" altLang="zh-CN" sz="2400" b="1" dirty="0" err="1">
                <a:solidFill>
                  <a:prstClr val="black"/>
                </a:solidFill>
                <a:latin typeface="微软雅黑"/>
                <a:ea typeface="微软雅黑"/>
              </a:rPr>
              <a:t>numpy.</a:t>
            </a:r>
            <a:r>
              <a:rPr lang="en-US" altLang="zh-CN" sz="2400" b="1" dirty="0" err="1">
                <a:solidFill>
                  <a:srgbClr val="FF6A02"/>
                </a:solidFill>
                <a:latin typeface="微软雅黑"/>
                <a:ea typeface="微软雅黑"/>
              </a:rPr>
              <a:t>genfromtxt</a:t>
            </a:r>
            <a:r>
              <a:rPr lang="en-US" altLang="zh-CN" sz="2400" b="1" dirty="0">
                <a:solidFill>
                  <a:prstClr val="black"/>
                </a:solidFill>
                <a:latin typeface="微软雅黑"/>
                <a:ea typeface="微软雅黑"/>
              </a:rPr>
              <a:t>(fname, </a:t>
            </a:r>
            <a:r>
              <a:rPr lang="en-US" altLang="zh-CN" sz="2400" b="1" dirty="0" err="1">
                <a:solidFill>
                  <a:srgbClr val="660099"/>
                </a:solidFill>
                <a:latin typeface="微软雅黑"/>
                <a:ea typeface="微软雅黑"/>
              </a:rPr>
              <a:t>dtype</a:t>
            </a:r>
            <a:r>
              <a:rPr lang="en-US" altLang="zh-CN" sz="2400" b="1" dirty="0">
                <a:solidFill>
                  <a:srgbClr val="171BEB"/>
                </a:solidFill>
                <a:latin typeface="微软雅黑"/>
                <a:ea typeface="微软雅黑"/>
              </a:rPr>
              <a:t>=&lt;class 'float'&gt;</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comments</a:t>
            </a:r>
            <a:r>
              <a:rPr lang="en-US" altLang="zh-CN" sz="2400" b="1" dirty="0">
                <a:solidFill>
                  <a:prstClr val="black"/>
                </a:solidFill>
                <a:latin typeface="微软雅黑"/>
                <a:ea typeface="微软雅黑"/>
              </a:rPr>
              <a:t>=</a:t>
            </a:r>
            <a:r>
              <a:rPr lang="en-US" altLang="zh-CN" sz="2400" b="1" dirty="0">
                <a:solidFill>
                  <a:srgbClr val="171BEB"/>
                </a:solidFill>
                <a:latin typeface="微软雅黑"/>
                <a:ea typeface="微软雅黑"/>
              </a:rPr>
              <a:t>'#'</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delimiter</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None</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skip_header</a:t>
            </a:r>
            <a:r>
              <a:rPr lang="en-US" altLang="zh-CN" sz="2400" b="1" dirty="0">
                <a:solidFill>
                  <a:prstClr val="black"/>
                </a:solidFill>
                <a:latin typeface="微软雅黑"/>
                <a:ea typeface="微软雅黑"/>
              </a:rPr>
              <a:t>=</a:t>
            </a:r>
            <a:r>
              <a:rPr lang="en-US" altLang="zh-CN" sz="2400" b="1" dirty="0">
                <a:solidFill>
                  <a:srgbClr val="171BEB"/>
                </a:solidFill>
                <a:latin typeface="微软雅黑"/>
                <a:ea typeface="微软雅黑"/>
              </a:rPr>
              <a:t>0</a:t>
            </a:r>
            <a:r>
              <a:rPr lang="en-US" altLang="zh-CN" sz="2400" b="1" dirty="0">
                <a:solidFill>
                  <a:prstClr val="black"/>
                </a:solidFill>
                <a:latin typeface="微软雅黑"/>
                <a:ea typeface="微软雅黑"/>
              </a:rPr>
              <a:t>,</a:t>
            </a:r>
            <a:r>
              <a:rPr lang="en-US" altLang="zh-CN" sz="2400" b="1" dirty="0">
                <a:solidFill>
                  <a:srgbClr val="660099"/>
                </a:solidFill>
                <a:latin typeface="微软雅黑"/>
                <a:ea typeface="微软雅黑"/>
              </a:rPr>
              <a:t>skip_footer</a:t>
            </a:r>
            <a:r>
              <a:rPr lang="en-US" altLang="zh-CN" sz="2400" b="1" dirty="0">
                <a:solidFill>
                  <a:prstClr val="black"/>
                </a:solidFill>
                <a:latin typeface="微软雅黑"/>
                <a:ea typeface="微软雅黑"/>
              </a:rPr>
              <a:t>=</a:t>
            </a:r>
            <a:r>
              <a:rPr lang="en-US" altLang="zh-CN" sz="2400" b="1" dirty="0">
                <a:solidFill>
                  <a:srgbClr val="171BEB"/>
                </a:solidFill>
                <a:latin typeface="微软雅黑"/>
                <a:ea typeface="微软雅黑"/>
              </a:rPr>
              <a:t>0</a:t>
            </a:r>
            <a:r>
              <a:rPr lang="en-US" altLang="zh-CN" sz="2400" b="1" dirty="0">
                <a:solidFill>
                  <a:prstClr val="black"/>
                </a:solidFill>
                <a:latin typeface="微软雅黑"/>
                <a:ea typeface="微软雅黑"/>
              </a:rPr>
              <a:t>, </a:t>
            </a:r>
            <a:r>
              <a:rPr lang="en-US" altLang="zh-CN" sz="2400" b="1" dirty="0" err="1">
                <a:solidFill>
                  <a:srgbClr val="660099"/>
                </a:solidFill>
                <a:latin typeface="微软雅黑"/>
                <a:ea typeface="微软雅黑"/>
              </a:rPr>
              <a:t>missing_values</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None</a:t>
            </a:r>
            <a:r>
              <a:rPr lang="en-US" altLang="zh-CN" sz="2400" b="1" dirty="0">
                <a:solidFill>
                  <a:prstClr val="black"/>
                </a:solidFill>
                <a:latin typeface="微软雅黑"/>
                <a:ea typeface="微软雅黑"/>
              </a:rPr>
              <a:t>, </a:t>
            </a:r>
            <a:r>
              <a:rPr lang="en-US" altLang="zh-CN" sz="2400" b="1" dirty="0" err="1">
                <a:solidFill>
                  <a:srgbClr val="660099"/>
                </a:solidFill>
                <a:latin typeface="微软雅黑"/>
                <a:ea typeface="微软雅黑"/>
              </a:rPr>
              <a:t>filling_values</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None</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usecols</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None</a:t>
            </a:r>
            <a:r>
              <a:rPr lang="en-US" altLang="zh-CN" sz="2400" b="1" dirty="0">
                <a:solidFill>
                  <a:prstClr val="black"/>
                </a:solidFill>
                <a:latin typeface="微软雅黑"/>
                <a:ea typeface="微软雅黑"/>
              </a:rPr>
              <a:t>, </a:t>
            </a:r>
            <a:r>
              <a:rPr lang="en-US" altLang="zh-CN" sz="2400" b="1" dirty="0" err="1">
                <a:solidFill>
                  <a:srgbClr val="660099"/>
                </a:solidFill>
                <a:latin typeface="微软雅黑"/>
                <a:ea typeface="微软雅黑"/>
              </a:rPr>
              <a:t>autostrip</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False</a:t>
            </a:r>
            <a:r>
              <a:rPr lang="en-US" altLang="zh-CN" sz="2400" b="1" dirty="0">
                <a:solidFill>
                  <a:prstClr val="black"/>
                </a:solidFill>
                <a:latin typeface="微软雅黑"/>
                <a:ea typeface="微软雅黑"/>
              </a:rPr>
              <a:t>, </a:t>
            </a:r>
            <a:r>
              <a:rPr lang="en-US" altLang="zh-CN" sz="2400" b="1" dirty="0" err="1">
                <a:solidFill>
                  <a:srgbClr val="660099"/>
                </a:solidFill>
                <a:latin typeface="微软雅黑"/>
                <a:ea typeface="微软雅黑"/>
              </a:rPr>
              <a:t>max_rows</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None</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encoding</a:t>
            </a:r>
            <a:r>
              <a:rPr lang="en-US" altLang="zh-CN" sz="2400" b="1" dirty="0">
                <a:solidFill>
                  <a:prstClr val="black"/>
                </a:solidFill>
                <a:latin typeface="微软雅黑"/>
                <a:ea typeface="微软雅黑"/>
              </a:rPr>
              <a:t>=</a:t>
            </a:r>
            <a:r>
              <a:rPr lang="en-US" altLang="zh-CN" sz="2400" b="1" dirty="0">
                <a:solidFill>
                  <a:srgbClr val="171BEB"/>
                </a:solidFill>
                <a:latin typeface="微软雅黑"/>
                <a:ea typeface="微软雅黑"/>
              </a:rPr>
              <a:t>'bytes'</a:t>
            </a:r>
            <a:r>
              <a:rPr lang="en-US" altLang="zh-CN" sz="2400" b="1" dirty="0">
                <a:solidFill>
                  <a:prstClr val="black"/>
                </a:solidFill>
                <a:latin typeface="微软雅黑"/>
                <a:ea typeface="微软雅黑"/>
              </a:rPr>
              <a:t>…)</a:t>
            </a:r>
            <a:endParaRPr lang="zh-CN" altLang="zh-CN" sz="2400" b="1" dirty="0">
              <a:solidFill>
                <a:prstClr val="black"/>
              </a:solidFill>
              <a:latin typeface="微软雅黑"/>
              <a:ea typeface="微软雅黑"/>
            </a:endParaRPr>
          </a:p>
        </p:txBody>
      </p:sp>
      <p:sp>
        <p:nvSpPr>
          <p:cNvPr id="5" name="内容占位符 4"/>
          <p:cNvSpPr txBox="1"/>
          <p:nvPr/>
        </p:nvSpPr>
        <p:spPr>
          <a:xfrm>
            <a:off x="838200" y="3725426"/>
            <a:ext cx="10515600" cy="2616384"/>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457200" indent="-457200">
              <a:lnSpc>
                <a:spcPct val="150000"/>
              </a:lnSpc>
              <a:buFont typeface="+mj-lt"/>
              <a:buAutoNum type="arabicPeriod" startAt="3"/>
            </a:pPr>
            <a:r>
              <a:rPr lang="en-US" altLang="zh-CN" sz="2000" b="1" dirty="0">
                <a:solidFill>
                  <a:schemeClr val="accent2"/>
                </a:solidFill>
                <a:latin typeface="微软雅黑" panose="020B0503020204020204" pitchFamily="34" charset="-122"/>
                <a:ea typeface="微软雅黑" panose="020B0503020204020204" pitchFamily="34" charset="-122"/>
              </a:rPr>
              <a:t>comments</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：字符串或字符串序列</a:t>
            </a:r>
            <a:endPar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endParaRPr>
          </a:p>
          <a:p>
            <a:pPr>
              <a:lnSpc>
                <a:spcPct val="150000"/>
              </a:lnSpc>
            </a:pP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用于指明</a:t>
            </a:r>
            <a:r>
              <a:rPr lang="zh-CN" altLang="en-US" sz="2000" b="1" dirty="0">
                <a:solidFill>
                  <a:schemeClr val="accent2"/>
                </a:solidFill>
                <a:latin typeface="微软雅黑" panose="020B0503020204020204" pitchFamily="34" charset="-122"/>
                <a:ea typeface="微软雅黑" panose="020B0503020204020204" pitchFamily="34" charset="-122"/>
              </a:rPr>
              <a:t>注释</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开始的字符。</a:t>
            </a:r>
            <a:endPar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endParaRPr>
          </a:p>
          <a:p>
            <a:pPr>
              <a:lnSpc>
                <a:spcPct val="150000"/>
              </a:lnSpc>
            </a:pP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默认情况下，</a:t>
            </a:r>
            <a:r>
              <a:rPr lang="en-US" altLang="zh-CN" sz="2000" dirty="0" err="1">
                <a:solidFill>
                  <a:sysClr val="windowText" lastClr="000000">
                    <a:lumMod val="85000"/>
                    <a:lumOff val="15000"/>
                  </a:sysClr>
                </a:solidFill>
                <a:latin typeface="微软雅黑" panose="020B0503020204020204" pitchFamily="34" charset="-122"/>
                <a:ea typeface="微软雅黑" panose="020B0503020204020204" pitchFamily="34" charset="-122"/>
              </a:rPr>
              <a:t>genfromtxt</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假设为 </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comments='#'</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a:t>
            </a:r>
            <a:endPar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endParaRPr>
          </a:p>
          <a:p>
            <a:pPr>
              <a:lnSpc>
                <a:spcPct val="150000"/>
              </a:lnSpc>
            </a:pP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注释标记可以出现在该行的任何地方，注释符号后面的</a:t>
            </a:r>
            <a:r>
              <a:rPr lang="zh-CN" altLang="en-US" sz="2000" b="1" dirty="0">
                <a:solidFill>
                  <a:schemeClr val="accent2"/>
                </a:solidFill>
                <a:latin typeface="微软雅黑" panose="020B0503020204020204" pitchFamily="34" charset="-122"/>
                <a:ea typeface="微软雅黑" panose="020B0503020204020204" pitchFamily="34" charset="-122"/>
              </a:rPr>
              <a:t>所有字符</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都会被</a:t>
            </a:r>
            <a:r>
              <a:rPr lang="zh-CN" altLang="en-US" sz="2000" b="1" dirty="0">
                <a:solidFill>
                  <a:schemeClr val="accent2"/>
                </a:solidFill>
                <a:latin typeface="微软雅黑" panose="020B0503020204020204" pitchFamily="34" charset="-122"/>
                <a:ea typeface="微软雅黑" panose="020B0503020204020204" pitchFamily="34" charset="-122"/>
              </a:rPr>
              <a:t>忽略</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a:t>
            </a:r>
            <a:endPar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endParaRPr>
          </a:p>
        </p:txBody>
      </p:sp>
      <p:sp>
        <p:nvSpPr>
          <p:cNvPr id="6" name="矩形 5"/>
          <p:cNvSpPr/>
          <p:nvPr/>
        </p:nvSpPr>
        <p:spPr>
          <a:xfrm>
            <a:off x="8624198" y="1248696"/>
            <a:ext cx="1680008" cy="521109"/>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250"/>
                                        <p:tgtEl>
                                          <p:spTgt spid="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2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p:bldP spid="6" grpId="0" animBg="1"/>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7.5.2</a:t>
            </a:r>
            <a:endParaRPr lang="zh-CN" altLang="en-US" dirty="0"/>
          </a:p>
        </p:txBody>
      </p:sp>
      <p:sp>
        <p:nvSpPr>
          <p:cNvPr id="3" name="标题 2"/>
          <p:cNvSpPr>
            <a:spLocks noGrp="1"/>
          </p:cNvSpPr>
          <p:nvPr>
            <p:ph type="title"/>
          </p:nvPr>
        </p:nvSpPr>
        <p:spPr/>
        <p:txBody>
          <a:bodyPr/>
          <a:lstStyle/>
          <a:p>
            <a:r>
              <a:rPr lang="zh-CN" altLang="en-US" dirty="0"/>
              <a:t>读文件</a:t>
            </a:r>
            <a:endParaRPr lang="zh-CN" altLang="en-US" dirty="0"/>
          </a:p>
        </p:txBody>
      </p:sp>
      <p:sp>
        <p:nvSpPr>
          <p:cNvPr id="2" name="内容占位符 5"/>
          <p:cNvSpPr txBox="1"/>
          <p:nvPr/>
        </p:nvSpPr>
        <p:spPr>
          <a:xfrm>
            <a:off x="780061" y="1005839"/>
            <a:ext cx="10631877" cy="2341881"/>
          </a:xfrm>
          <a:prstGeom prst="roundRect">
            <a:avLst>
              <a:gd name="adj" fmla="val 18448"/>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0" eaLnBrk="0" fontAlgn="base" hangingPunct="0">
              <a:lnSpc>
                <a:spcPct val="125000"/>
              </a:lnSpc>
              <a:spcBef>
                <a:spcPct val="0"/>
              </a:spcBef>
              <a:spcAft>
                <a:spcPct val="0"/>
              </a:spcAft>
              <a:defRPr/>
            </a:pPr>
            <a:r>
              <a:rPr lang="en-US" altLang="zh-CN" sz="2400" b="1" dirty="0" err="1">
                <a:solidFill>
                  <a:prstClr val="black"/>
                </a:solidFill>
                <a:latin typeface="微软雅黑"/>
                <a:ea typeface="微软雅黑"/>
              </a:rPr>
              <a:t>numpy.</a:t>
            </a:r>
            <a:r>
              <a:rPr lang="en-US" altLang="zh-CN" sz="2400" b="1" dirty="0" err="1">
                <a:solidFill>
                  <a:srgbClr val="FF6A02"/>
                </a:solidFill>
                <a:latin typeface="微软雅黑"/>
                <a:ea typeface="微软雅黑"/>
              </a:rPr>
              <a:t>genfromtxt</a:t>
            </a:r>
            <a:r>
              <a:rPr lang="en-US" altLang="zh-CN" sz="2400" b="1" dirty="0">
                <a:solidFill>
                  <a:prstClr val="black"/>
                </a:solidFill>
                <a:latin typeface="微软雅黑"/>
                <a:ea typeface="微软雅黑"/>
              </a:rPr>
              <a:t>(fname, </a:t>
            </a:r>
            <a:r>
              <a:rPr lang="en-US" altLang="zh-CN" sz="2400" b="1" dirty="0" err="1">
                <a:solidFill>
                  <a:srgbClr val="660099"/>
                </a:solidFill>
                <a:latin typeface="微软雅黑"/>
                <a:ea typeface="微软雅黑"/>
              </a:rPr>
              <a:t>dtype</a:t>
            </a:r>
            <a:r>
              <a:rPr lang="en-US" altLang="zh-CN" sz="2400" b="1" dirty="0">
                <a:solidFill>
                  <a:srgbClr val="171BEB"/>
                </a:solidFill>
                <a:latin typeface="微软雅黑"/>
                <a:ea typeface="微软雅黑"/>
              </a:rPr>
              <a:t>=&lt;class 'float'&gt;</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comments</a:t>
            </a:r>
            <a:r>
              <a:rPr lang="en-US" altLang="zh-CN" sz="2400" b="1" dirty="0">
                <a:solidFill>
                  <a:prstClr val="black"/>
                </a:solidFill>
                <a:latin typeface="微软雅黑"/>
                <a:ea typeface="微软雅黑"/>
              </a:rPr>
              <a:t>=</a:t>
            </a:r>
            <a:r>
              <a:rPr lang="en-US" altLang="zh-CN" sz="2400" b="1" dirty="0">
                <a:solidFill>
                  <a:srgbClr val="171BEB"/>
                </a:solidFill>
                <a:latin typeface="微软雅黑"/>
                <a:ea typeface="微软雅黑"/>
              </a:rPr>
              <a:t>'#'</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delimiter</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None</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skip_header</a:t>
            </a:r>
            <a:r>
              <a:rPr lang="en-US" altLang="zh-CN" sz="2400" b="1" dirty="0">
                <a:solidFill>
                  <a:prstClr val="black"/>
                </a:solidFill>
                <a:latin typeface="微软雅黑"/>
                <a:ea typeface="微软雅黑"/>
              </a:rPr>
              <a:t>=</a:t>
            </a:r>
            <a:r>
              <a:rPr lang="en-US" altLang="zh-CN" sz="2400" b="1" dirty="0">
                <a:solidFill>
                  <a:srgbClr val="171BEB"/>
                </a:solidFill>
                <a:latin typeface="微软雅黑"/>
                <a:ea typeface="微软雅黑"/>
              </a:rPr>
              <a:t>0</a:t>
            </a:r>
            <a:r>
              <a:rPr lang="en-US" altLang="zh-CN" sz="2400" b="1" dirty="0">
                <a:solidFill>
                  <a:prstClr val="black"/>
                </a:solidFill>
                <a:latin typeface="微软雅黑"/>
                <a:ea typeface="微软雅黑"/>
              </a:rPr>
              <a:t>,</a:t>
            </a:r>
            <a:r>
              <a:rPr lang="en-US" altLang="zh-CN" sz="2400" b="1" dirty="0">
                <a:solidFill>
                  <a:srgbClr val="660099"/>
                </a:solidFill>
                <a:latin typeface="微软雅黑"/>
                <a:ea typeface="微软雅黑"/>
              </a:rPr>
              <a:t>skip_footer</a:t>
            </a:r>
            <a:r>
              <a:rPr lang="en-US" altLang="zh-CN" sz="2400" b="1" dirty="0">
                <a:solidFill>
                  <a:prstClr val="black"/>
                </a:solidFill>
                <a:latin typeface="微软雅黑"/>
                <a:ea typeface="微软雅黑"/>
              </a:rPr>
              <a:t>=</a:t>
            </a:r>
            <a:r>
              <a:rPr lang="en-US" altLang="zh-CN" sz="2400" b="1" dirty="0">
                <a:solidFill>
                  <a:srgbClr val="171BEB"/>
                </a:solidFill>
                <a:latin typeface="微软雅黑"/>
                <a:ea typeface="微软雅黑"/>
              </a:rPr>
              <a:t>0</a:t>
            </a:r>
            <a:r>
              <a:rPr lang="en-US" altLang="zh-CN" sz="2400" b="1" dirty="0">
                <a:solidFill>
                  <a:prstClr val="black"/>
                </a:solidFill>
                <a:latin typeface="微软雅黑"/>
                <a:ea typeface="微软雅黑"/>
              </a:rPr>
              <a:t>, </a:t>
            </a:r>
            <a:r>
              <a:rPr lang="en-US" altLang="zh-CN" sz="2400" b="1" dirty="0" err="1">
                <a:solidFill>
                  <a:srgbClr val="660099"/>
                </a:solidFill>
                <a:latin typeface="微软雅黑"/>
                <a:ea typeface="微软雅黑"/>
              </a:rPr>
              <a:t>missing_values</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None</a:t>
            </a:r>
            <a:r>
              <a:rPr lang="en-US" altLang="zh-CN" sz="2400" b="1" dirty="0">
                <a:solidFill>
                  <a:prstClr val="black"/>
                </a:solidFill>
                <a:latin typeface="微软雅黑"/>
                <a:ea typeface="微软雅黑"/>
              </a:rPr>
              <a:t>, </a:t>
            </a:r>
            <a:r>
              <a:rPr lang="en-US" altLang="zh-CN" sz="2400" b="1" dirty="0" err="1">
                <a:solidFill>
                  <a:srgbClr val="660099"/>
                </a:solidFill>
                <a:latin typeface="微软雅黑"/>
                <a:ea typeface="微软雅黑"/>
              </a:rPr>
              <a:t>filling_values</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None</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usecols</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None</a:t>
            </a:r>
            <a:r>
              <a:rPr lang="en-US" altLang="zh-CN" sz="2400" b="1" dirty="0">
                <a:solidFill>
                  <a:prstClr val="black"/>
                </a:solidFill>
                <a:latin typeface="微软雅黑"/>
                <a:ea typeface="微软雅黑"/>
              </a:rPr>
              <a:t>, </a:t>
            </a:r>
            <a:r>
              <a:rPr lang="en-US" altLang="zh-CN" sz="2400" b="1" dirty="0" err="1">
                <a:solidFill>
                  <a:srgbClr val="660099"/>
                </a:solidFill>
                <a:latin typeface="微软雅黑"/>
                <a:ea typeface="微软雅黑"/>
              </a:rPr>
              <a:t>autostrip</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False</a:t>
            </a:r>
            <a:r>
              <a:rPr lang="en-US" altLang="zh-CN" sz="2400" b="1" dirty="0">
                <a:solidFill>
                  <a:prstClr val="black"/>
                </a:solidFill>
                <a:latin typeface="微软雅黑"/>
                <a:ea typeface="微软雅黑"/>
              </a:rPr>
              <a:t>, </a:t>
            </a:r>
            <a:r>
              <a:rPr lang="en-US" altLang="zh-CN" sz="2400" b="1" dirty="0" err="1">
                <a:solidFill>
                  <a:srgbClr val="660099"/>
                </a:solidFill>
                <a:latin typeface="微软雅黑"/>
                <a:ea typeface="微软雅黑"/>
              </a:rPr>
              <a:t>max_rows</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None</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encoding</a:t>
            </a:r>
            <a:r>
              <a:rPr lang="en-US" altLang="zh-CN" sz="2400" b="1" dirty="0">
                <a:solidFill>
                  <a:prstClr val="black"/>
                </a:solidFill>
                <a:latin typeface="微软雅黑"/>
                <a:ea typeface="微软雅黑"/>
              </a:rPr>
              <a:t>=</a:t>
            </a:r>
            <a:r>
              <a:rPr lang="en-US" altLang="zh-CN" sz="2400" b="1" dirty="0">
                <a:solidFill>
                  <a:srgbClr val="171BEB"/>
                </a:solidFill>
                <a:latin typeface="微软雅黑"/>
                <a:ea typeface="微软雅黑"/>
              </a:rPr>
              <a:t>'bytes'</a:t>
            </a:r>
            <a:r>
              <a:rPr lang="en-US" altLang="zh-CN" sz="2400" b="1" dirty="0">
                <a:solidFill>
                  <a:prstClr val="black"/>
                </a:solidFill>
                <a:latin typeface="微软雅黑"/>
                <a:ea typeface="微软雅黑"/>
              </a:rPr>
              <a:t>…)</a:t>
            </a:r>
            <a:endParaRPr lang="zh-CN" altLang="zh-CN" sz="2400" b="1" dirty="0">
              <a:solidFill>
                <a:prstClr val="black"/>
              </a:solidFill>
              <a:latin typeface="微软雅黑"/>
              <a:ea typeface="微软雅黑"/>
            </a:endParaRPr>
          </a:p>
        </p:txBody>
      </p:sp>
      <p:sp>
        <p:nvSpPr>
          <p:cNvPr id="7" name="内容占位符 4"/>
          <p:cNvSpPr txBox="1"/>
          <p:nvPr/>
        </p:nvSpPr>
        <p:spPr>
          <a:xfrm>
            <a:off x="838200" y="3548771"/>
            <a:ext cx="10515600" cy="3039972"/>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457200" indent="-457200">
              <a:lnSpc>
                <a:spcPct val="125000"/>
              </a:lnSpc>
              <a:buFont typeface="+mj-lt"/>
              <a:buAutoNum type="arabicPeriod" startAt="4"/>
            </a:pPr>
            <a:r>
              <a:rPr lang="en-US" altLang="zh-CN" sz="2000" b="1" dirty="0">
                <a:solidFill>
                  <a:schemeClr val="accent2"/>
                </a:solidFill>
                <a:latin typeface="微软雅黑" panose="020B0503020204020204" pitchFamily="34" charset="-122"/>
                <a:ea typeface="微软雅黑" panose="020B0503020204020204" pitchFamily="34" charset="-122"/>
              </a:rPr>
              <a:t>delimiter</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：值为字符串、整数或序列。</a:t>
            </a:r>
            <a:r>
              <a:rPr lang="en-US" altLang="zh-CN" sz="2000" dirty="0" err="1">
                <a:solidFill>
                  <a:sysClr val="windowText" lastClr="000000">
                    <a:lumMod val="85000"/>
                    <a:lumOff val="15000"/>
                  </a:sysClr>
                </a:solidFill>
                <a:latin typeface="微软雅黑" panose="020B0503020204020204" pitchFamily="34" charset="-122"/>
                <a:ea typeface="微软雅黑" panose="020B0503020204020204" pitchFamily="34" charset="-122"/>
              </a:rPr>
              <a:t>genfromtxt</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函数将每个非空行拆分为一个字符串序列，</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delimiter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参数用于定义</a:t>
            </a:r>
            <a:r>
              <a:rPr lang="zh-CN" altLang="en-US" sz="2000" b="1" dirty="0">
                <a:solidFill>
                  <a:schemeClr val="accent2"/>
                </a:solidFill>
                <a:latin typeface="微软雅黑" panose="020B0503020204020204" pitchFamily="34" charset="-122"/>
                <a:ea typeface="微软雅黑" panose="020B0503020204020204" pitchFamily="34" charset="-122"/>
              </a:rPr>
              <a:t>如何拆分数据行</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a:t>
            </a:r>
            <a:endPar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endParaRPr>
          </a:p>
          <a:p>
            <a:pPr>
              <a:lnSpc>
                <a:spcPct val="125000"/>
              </a:lnSpc>
            </a:pP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其值为字符串时，用这个字符串作为分隔符，默认为用</a:t>
            </a:r>
            <a:r>
              <a:rPr lang="zh-CN" altLang="en-US" sz="2000" b="1" dirty="0">
                <a:solidFill>
                  <a:schemeClr val="accent2"/>
                </a:solidFill>
                <a:latin typeface="微软雅黑" panose="020B0503020204020204" pitchFamily="34" charset="-122"/>
                <a:ea typeface="微软雅黑" panose="020B0503020204020204" pitchFamily="34" charset="-122"/>
              </a:rPr>
              <a:t>任何空白字符</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分隔，如空格、制表符等，连续多个空白字符视为一个。</a:t>
            </a:r>
            <a:endPar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endParaRPr>
          </a:p>
          <a:p>
            <a:pPr>
              <a:lnSpc>
                <a:spcPct val="125000"/>
              </a:lnSpc>
            </a:pP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处理具有固定宽度的数据文件时，可用整数或整数序列确定</a:t>
            </a:r>
            <a:r>
              <a:rPr lang="zh-CN" altLang="en-US" sz="2000" b="1" dirty="0">
                <a:solidFill>
                  <a:schemeClr val="accent2"/>
                </a:solidFill>
                <a:latin typeface="微软雅黑" panose="020B0503020204020204" pitchFamily="34" charset="-122"/>
                <a:ea typeface="微软雅黑" panose="020B0503020204020204" pitchFamily="34" charset="-122"/>
              </a:rPr>
              <a:t>每个字段的宽度</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。当所有列具有相同宽度时，值可设为单个整数；当各列宽度具有不同大小时，值可设为一个整数的序列。</a:t>
            </a:r>
            <a:endPar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endParaRPr>
          </a:p>
        </p:txBody>
      </p:sp>
      <p:sp>
        <p:nvSpPr>
          <p:cNvPr id="5" name="矩形 4"/>
          <p:cNvSpPr/>
          <p:nvPr/>
        </p:nvSpPr>
        <p:spPr>
          <a:xfrm>
            <a:off x="934065" y="1750142"/>
            <a:ext cx="1533832" cy="432620"/>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p:transition spd="slow">
        <p:fade/>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7.5.2</a:t>
            </a:r>
            <a:endParaRPr lang="zh-CN" altLang="en-US" dirty="0"/>
          </a:p>
        </p:txBody>
      </p:sp>
      <p:sp>
        <p:nvSpPr>
          <p:cNvPr id="3" name="标题 2"/>
          <p:cNvSpPr>
            <a:spLocks noGrp="1"/>
          </p:cNvSpPr>
          <p:nvPr>
            <p:ph type="title"/>
          </p:nvPr>
        </p:nvSpPr>
        <p:spPr/>
        <p:txBody>
          <a:bodyPr/>
          <a:lstStyle/>
          <a:p>
            <a:r>
              <a:rPr lang="zh-CN" altLang="en-US" dirty="0"/>
              <a:t>读文件</a:t>
            </a:r>
            <a:endParaRPr lang="zh-CN" altLang="en-US" dirty="0"/>
          </a:p>
        </p:txBody>
      </p:sp>
      <p:sp>
        <p:nvSpPr>
          <p:cNvPr id="2" name="内容占位符 5"/>
          <p:cNvSpPr txBox="1"/>
          <p:nvPr/>
        </p:nvSpPr>
        <p:spPr>
          <a:xfrm>
            <a:off x="780061" y="1005839"/>
            <a:ext cx="10631877" cy="2341881"/>
          </a:xfrm>
          <a:prstGeom prst="roundRect">
            <a:avLst>
              <a:gd name="adj" fmla="val 18448"/>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0" eaLnBrk="0" fontAlgn="base" hangingPunct="0">
              <a:lnSpc>
                <a:spcPct val="125000"/>
              </a:lnSpc>
              <a:spcBef>
                <a:spcPct val="0"/>
              </a:spcBef>
              <a:spcAft>
                <a:spcPct val="0"/>
              </a:spcAft>
              <a:defRPr/>
            </a:pPr>
            <a:r>
              <a:rPr lang="en-US" altLang="zh-CN" sz="2400" b="1" dirty="0" err="1">
                <a:solidFill>
                  <a:prstClr val="black"/>
                </a:solidFill>
                <a:latin typeface="微软雅黑"/>
                <a:ea typeface="微软雅黑"/>
              </a:rPr>
              <a:t>numpy.</a:t>
            </a:r>
            <a:r>
              <a:rPr lang="en-US" altLang="zh-CN" sz="2400" b="1" dirty="0" err="1">
                <a:solidFill>
                  <a:srgbClr val="FF6A02"/>
                </a:solidFill>
                <a:latin typeface="微软雅黑"/>
                <a:ea typeface="微软雅黑"/>
              </a:rPr>
              <a:t>genfromtxt</a:t>
            </a:r>
            <a:r>
              <a:rPr lang="en-US" altLang="zh-CN" sz="2400" b="1" dirty="0">
                <a:solidFill>
                  <a:prstClr val="black"/>
                </a:solidFill>
                <a:latin typeface="微软雅黑"/>
                <a:ea typeface="微软雅黑"/>
              </a:rPr>
              <a:t>(fname, </a:t>
            </a:r>
            <a:r>
              <a:rPr lang="en-US" altLang="zh-CN" sz="2400" b="1" dirty="0" err="1">
                <a:solidFill>
                  <a:srgbClr val="660099"/>
                </a:solidFill>
                <a:latin typeface="微软雅黑"/>
                <a:ea typeface="微软雅黑"/>
              </a:rPr>
              <a:t>dtype</a:t>
            </a:r>
            <a:r>
              <a:rPr lang="en-US" altLang="zh-CN" sz="2400" b="1" dirty="0">
                <a:solidFill>
                  <a:srgbClr val="171BEB"/>
                </a:solidFill>
                <a:latin typeface="微软雅黑"/>
                <a:ea typeface="微软雅黑"/>
              </a:rPr>
              <a:t>=&lt;class 'float'&gt;</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comments</a:t>
            </a:r>
            <a:r>
              <a:rPr lang="en-US" altLang="zh-CN" sz="2400" b="1" dirty="0">
                <a:solidFill>
                  <a:prstClr val="black"/>
                </a:solidFill>
                <a:latin typeface="微软雅黑"/>
                <a:ea typeface="微软雅黑"/>
              </a:rPr>
              <a:t>=</a:t>
            </a:r>
            <a:r>
              <a:rPr lang="en-US" altLang="zh-CN" sz="2400" b="1" dirty="0">
                <a:solidFill>
                  <a:srgbClr val="171BEB"/>
                </a:solidFill>
                <a:latin typeface="微软雅黑"/>
                <a:ea typeface="微软雅黑"/>
              </a:rPr>
              <a:t>'#'</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delimiter</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None</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skip_header</a:t>
            </a:r>
            <a:r>
              <a:rPr lang="en-US" altLang="zh-CN" sz="2400" b="1" dirty="0">
                <a:solidFill>
                  <a:prstClr val="black"/>
                </a:solidFill>
                <a:latin typeface="微软雅黑"/>
                <a:ea typeface="微软雅黑"/>
              </a:rPr>
              <a:t>=</a:t>
            </a:r>
            <a:r>
              <a:rPr lang="en-US" altLang="zh-CN" sz="2400" b="1" dirty="0">
                <a:solidFill>
                  <a:srgbClr val="171BEB"/>
                </a:solidFill>
                <a:latin typeface="微软雅黑"/>
                <a:ea typeface="微软雅黑"/>
              </a:rPr>
              <a:t>0</a:t>
            </a:r>
            <a:r>
              <a:rPr lang="en-US" altLang="zh-CN" sz="2400" b="1" dirty="0">
                <a:solidFill>
                  <a:prstClr val="black"/>
                </a:solidFill>
                <a:latin typeface="微软雅黑"/>
                <a:ea typeface="微软雅黑"/>
              </a:rPr>
              <a:t>, </a:t>
            </a:r>
            <a:r>
              <a:rPr lang="en-US" altLang="zh-CN" sz="2400" b="1" dirty="0" err="1">
                <a:solidFill>
                  <a:srgbClr val="660099"/>
                </a:solidFill>
                <a:latin typeface="微软雅黑"/>
                <a:ea typeface="微软雅黑"/>
              </a:rPr>
              <a:t>skip_footer</a:t>
            </a:r>
            <a:r>
              <a:rPr lang="en-US" altLang="zh-CN" sz="2400" b="1" dirty="0">
                <a:solidFill>
                  <a:prstClr val="black"/>
                </a:solidFill>
                <a:latin typeface="微软雅黑"/>
                <a:ea typeface="微软雅黑"/>
              </a:rPr>
              <a:t>=</a:t>
            </a:r>
            <a:r>
              <a:rPr lang="en-US" altLang="zh-CN" sz="2400" b="1" dirty="0">
                <a:solidFill>
                  <a:srgbClr val="171BEB"/>
                </a:solidFill>
                <a:latin typeface="微软雅黑"/>
                <a:ea typeface="微软雅黑"/>
              </a:rPr>
              <a:t>0</a:t>
            </a:r>
            <a:r>
              <a:rPr lang="en-US" altLang="zh-CN" sz="2400" b="1" dirty="0">
                <a:solidFill>
                  <a:prstClr val="black"/>
                </a:solidFill>
                <a:latin typeface="微软雅黑"/>
                <a:ea typeface="微软雅黑"/>
              </a:rPr>
              <a:t>, </a:t>
            </a:r>
            <a:r>
              <a:rPr lang="en-US" altLang="zh-CN" sz="2400" b="1" dirty="0" err="1">
                <a:solidFill>
                  <a:srgbClr val="660099"/>
                </a:solidFill>
                <a:latin typeface="微软雅黑"/>
                <a:ea typeface="微软雅黑"/>
              </a:rPr>
              <a:t>missing_values</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None</a:t>
            </a:r>
            <a:r>
              <a:rPr lang="en-US" altLang="zh-CN" sz="2400" b="1" dirty="0">
                <a:solidFill>
                  <a:prstClr val="black"/>
                </a:solidFill>
                <a:latin typeface="微软雅黑"/>
                <a:ea typeface="微软雅黑"/>
              </a:rPr>
              <a:t>, </a:t>
            </a:r>
            <a:r>
              <a:rPr lang="en-US" altLang="zh-CN" sz="2400" b="1" dirty="0" err="1">
                <a:solidFill>
                  <a:srgbClr val="660099"/>
                </a:solidFill>
                <a:latin typeface="微软雅黑"/>
                <a:ea typeface="微软雅黑"/>
              </a:rPr>
              <a:t>filling_values</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None</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usecols</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None</a:t>
            </a:r>
            <a:r>
              <a:rPr lang="en-US" altLang="zh-CN" sz="2400" b="1" dirty="0">
                <a:solidFill>
                  <a:prstClr val="black"/>
                </a:solidFill>
                <a:latin typeface="微软雅黑"/>
                <a:ea typeface="微软雅黑"/>
              </a:rPr>
              <a:t>, </a:t>
            </a:r>
            <a:r>
              <a:rPr lang="en-US" altLang="zh-CN" sz="2400" b="1" dirty="0" err="1">
                <a:solidFill>
                  <a:srgbClr val="660099"/>
                </a:solidFill>
                <a:latin typeface="微软雅黑"/>
                <a:ea typeface="微软雅黑"/>
              </a:rPr>
              <a:t>autostrip</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False</a:t>
            </a:r>
            <a:r>
              <a:rPr lang="en-US" altLang="zh-CN" sz="2400" b="1" dirty="0">
                <a:solidFill>
                  <a:prstClr val="black"/>
                </a:solidFill>
                <a:latin typeface="微软雅黑"/>
                <a:ea typeface="微软雅黑"/>
              </a:rPr>
              <a:t>, </a:t>
            </a:r>
            <a:r>
              <a:rPr lang="en-US" altLang="zh-CN" sz="2400" b="1" dirty="0" err="1">
                <a:solidFill>
                  <a:srgbClr val="660099"/>
                </a:solidFill>
                <a:latin typeface="微软雅黑"/>
                <a:ea typeface="微软雅黑"/>
              </a:rPr>
              <a:t>max_rows</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None</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encoding</a:t>
            </a:r>
            <a:r>
              <a:rPr lang="en-US" altLang="zh-CN" sz="2400" b="1" dirty="0">
                <a:solidFill>
                  <a:prstClr val="black"/>
                </a:solidFill>
                <a:latin typeface="微软雅黑"/>
                <a:ea typeface="微软雅黑"/>
              </a:rPr>
              <a:t>=</a:t>
            </a:r>
            <a:r>
              <a:rPr lang="en-US" altLang="zh-CN" sz="2400" b="1" dirty="0">
                <a:solidFill>
                  <a:srgbClr val="171BEB"/>
                </a:solidFill>
                <a:latin typeface="微软雅黑"/>
                <a:ea typeface="微软雅黑"/>
              </a:rPr>
              <a:t>'bytes'</a:t>
            </a:r>
            <a:r>
              <a:rPr lang="en-US" altLang="zh-CN" sz="2400" b="1" dirty="0">
                <a:solidFill>
                  <a:prstClr val="black"/>
                </a:solidFill>
                <a:latin typeface="微软雅黑"/>
                <a:ea typeface="微软雅黑"/>
              </a:rPr>
              <a:t>…)</a:t>
            </a:r>
            <a:endParaRPr lang="zh-CN" altLang="zh-CN" sz="2400" b="1" dirty="0">
              <a:solidFill>
                <a:prstClr val="black"/>
              </a:solidFill>
              <a:latin typeface="微软雅黑"/>
              <a:ea typeface="微软雅黑"/>
            </a:endParaRPr>
          </a:p>
        </p:txBody>
      </p:sp>
      <p:sp>
        <p:nvSpPr>
          <p:cNvPr id="5" name="内容占位符 4"/>
          <p:cNvSpPr txBox="1"/>
          <p:nvPr/>
        </p:nvSpPr>
        <p:spPr>
          <a:xfrm>
            <a:off x="838200" y="3548770"/>
            <a:ext cx="10515600" cy="2912990"/>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457200" indent="-457200">
              <a:lnSpc>
                <a:spcPct val="150000"/>
              </a:lnSpc>
              <a:buFont typeface="+mj-lt"/>
              <a:buAutoNum type="arabicPeriod" startAt="5"/>
            </a:pPr>
            <a:r>
              <a:rPr lang="en-US" altLang="zh-CN" sz="2000" b="1" dirty="0" err="1">
                <a:solidFill>
                  <a:schemeClr val="accent2"/>
                </a:solidFill>
                <a:latin typeface="微软雅黑" panose="020B0503020204020204" pitchFamily="34" charset="-122"/>
                <a:ea typeface="微软雅黑" panose="020B0503020204020204" pitchFamily="34" charset="-122"/>
              </a:rPr>
              <a:t>skip_header</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：值为整数。</a:t>
            </a:r>
            <a:endPar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endParaRPr>
          </a:p>
          <a:p>
            <a:pPr>
              <a:lnSpc>
                <a:spcPct val="150000"/>
              </a:lnSpc>
            </a:pP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文件开头数据描述的存在可能阻碍数据处理，使用 </a:t>
            </a:r>
            <a:r>
              <a:rPr lang="en-US" altLang="zh-CN" sz="2000" dirty="0" err="1">
                <a:solidFill>
                  <a:sysClr val="windowText" lastClr="000000">
                    <a:lumMod val="85000"/>
                    <a:lumOff val="15000"/>
                  </a:sysClr>
                </a:solidFill>
                <a:latin typeface="微软雅黑" panose="020B0503020204020204" pitchFamily="34" charset="-122"/>
                <a:ea typeface="微软雅黑" panose="020B0503020204020204" pitchFamily="34" charset="-122"/>
              </a:rPr>
              <a:t>skip_header</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参数在执行任何其他操作之前</a:t>
            </a:r>
            <a:r>
              <a:rPr lang="zh-CN" altLang="en-US" sz="2000" b="1" dirty="0">
                <a:solidFill>
                  <a:schemeClr val="accent2"/>
                </a:solidFill>
                <a:latin typeface="微软雅黑" panose="020B0503020204020204" pitchFamily="34" charset="-122"/>
                <a:ea typeface="微软雅黑" panose="020B0503020204020204" pitchFamily="34" charset="-122"/>
              </a:rPr>
              <a:t>略过</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文件</a:t>
            </a:r>
            <a:r>
              <a:rPr lang="zh-CN" altLang="en-US" sz="2000" b="1" dirty="0">
                <a:solidFill>
                  <a:schemeClr val="accent2"/>
                </a:solidFill>
                <a:latin typeface="微软雅黑" panose="020B0503020204020204" pitchFamily="34" charset="-122"/>
                <a:ea typeface="微软雅黑" panose="020B0503020204020204" pitchFamily="34" charset="-122"/>
              </a:rPr>
              <a:t>开头的 </a:t>
            </a:r>
            <a:r>
              <a:rPr lang="en-US" altLang="zh-CN" sz="2000" b="1" dirty="0">
                <a:solidFill>
                  <a:schemeClr val="accent2"/>
                </a:solidFill>
                <a:latin typeface="微软雅黑" panose="020B0503020204020204" pitchFamily="34" charset="-122"/>
                <a:ea typeface="微软雅黑" panose="020B0503020204020204" pitchFamily="34" charset="-122"/>
              </a:rPr>
              <a:t>n </a:t>
            </a:r>
            <a:r>
              <a:rPr lang="zh-CN" altLang="en-US" sz="2000" b="1" dirty="0">
                <a:solidFill>
                  <a:schemeClr val="accent2"/>
                </a:solidFill>
                <a:latin typeface="微软雅黑" panose="020B0503020204020204" pitchFamily="34" charset="-122"/>
                <a:ea typeface="微软雅黑" panose="020B0503020204020204" pitchFamily="34" charset="-122"/>
              </a:rPr>
              <a:t>行</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，缺省值为 </a:t>
            </a:r>
            <a:r>
              <a:rPr lang="en-US" altLang="zh-CN" sz="2000" dirty="0" err="1">
                <a:solidFill>
                  <a:sysClr val="windowText" lastClr="000000">
                    <a:lumMod val="85000"/>
                    <a:lumOff val="15000"/>
                  </a:sysClr>
                </a:solidFill>
                <a:latin typeface="微软雅黑" panose="020B0503020204020204" pitchFamily="34" charset="-122"/>
                <a:ea typeface="微软雅黑" panose="020B0503020204020204" pitchFamily="34" charset="-122"/>
              </a:rPr>
              <a:t>skip_header</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=0</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，表示不略过任何行。</a:t>
            </a:r>
            <a:endPar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endParaRPr>
          </a:p>
          <a:p>
            <a:pPr>
              <a:lnSpc>
                <a:spcPct val="150000"/>
              </a:lnSpc>
            </a:pP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类似地，可以使用 </a:t>
            </a:r>
            <a:r>
              <a:rPr lang="en-US" altLang="zh-CN" sz="2000" dirty="0" err="1">
                <a:solidFill>
                  <a:sysClr val="windowText" lastClr="000000">
                    <a:lumMod val="85000"/>
                    <a:lumOff val="15000"/>
                  </a:sysClr>
                </a:solidFill>
                <a:latin typeface="微软雅黑" panose="020B0503020204020204" pitchFamily="34" charset="-122"/>
                <a:ea typeface="微软雅黑" panose="020B0503020204020204" pitchFamily="34" charset="-122"/>
              </a:rPr>
              <a:t>skip_footer</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略过文件的</a:t>
            </a:r>
            <a:r>
              <a:rPr lang="zh-CN" altLang="en-US" sz="2000" b="1" dirty="0">
                <a:solidFill>
                  <a:schemeClr val="accent2"/>
                </a:solidFill>
                <a:latin typeface="微软雅黑" panose="020B0503020204020204" pitchFamily="34" charset="-122"/>
                <a:ea typeface="微软雅黑" panose="020B0503020204020204" pitchFamily="34" charset="-122"/>
              </a:rPr>
              <a:t>最后 </a:t>
            </a:r>
            <a:r>
              <a:rPr lang="en-US" altLang="zh-CN" sz="2000" b="1" dirty="0">
                <a:solidFill>
                  <a:schemeClr val="accent2"/>
                </a:solidFill>
                <a:latin typeface="微软雅黑" panose="020B0503020204020204" pitchFamily="34" charset="-122"/>
                <a:ea typeface="微软雅黑" panose="020B0503020204020204" pitchFamily="34" charset="-122"/>
              </a:rPr>
              <a:t>n </a:t>
            </a:r>
            <a:r>
              <a:rPr lang="zh-CN" altLang="en-US" sz="2000" b="1" dirty="0">
                <a:solidFill>
                  <a:schemeClr val="accent2"/>
                </a:solidFill>
                <a:latin typeface="微软雅黑" panose="020B0503020204020204" pitchFamily="34" charset="-122"/>
                <a:ea typeface="微软雅黑" panose="020B0503020204020204" pitchFamily="34" charset="-122"/>
              </a:rPr>
              <a:t>行</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，缺省值为 </a:t>
            </a:r>
            <a:r>
              <a:rPr lang="en-US" altLang="zh-CN" sz="2000" dirty="0" err="1">
                <a:solidFill>
                  <a:sysClr val="windowText" lastClr="000000">
                    <a:lumMod val="85000"/>
                    <a:lumOff val="15000"/>
                  </a:sysClr>
                </a:solidFill>
                <a:latin typeface="微软雅黑" panose="020B0503020204020204" pitchFamily="34" charset="-122"/>
                <a:ea typeface="微软雅黑" panose="020B0503020204020204" pitchFamily="34" charset="-122"/>
              </a:rPr>
              <a:t>skip_footer</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=0</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，表示不略过任何行。</a:t>
            </a:r>
            <a:endPar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endParaRPr>
          </a:p>
        </p:txBody>
      </p:sp>
      <p:sp>
        <p:nvSpPr>
          <p:cNvPr id="6" name="矩形 5"/>
          <p:cNvSpPr/>
          <p:nvPr/>
        </p:nvSpPr>
        <p:spPr>
          <a:xfrm>
            <a:off x="3569114" y="1750142"/>
            <a:ext cx="1907454" cy="432620"/>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59:morph option="byObject"/>
      </p:transition>
    </mc:Choice>
    <mc:Fallback>
      <p:transition spd="slow">
        <p:fade/>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7.5.2</a:t>
            </a:r>
            <a:endParaRPr lang="zh-CN" altLang="en-US" dirty="0"/>
          </a:p>
        </p:txBody>
      </p:sp>
      <p:sp>
        <p:nvSpPr>
          <p:cNvPr id="3" name="标题 2"/>
          <p:cNvSpPr>
            <a:spLocks noGrp="1"/>
          </p:cNvSpPr>
          <p:nvPr>
            <p:ph type="title"/>
          </p:nvPr>
        </p:nvSpPr>
        <p:spPr/>
        <p:txBody>
          <a:bodyPr/>
          <a:lstStyle/>
          <a:p>
            <a:r>
              <a:rPr lang="zh-CN" altLang="en-US" dirty="0"/>
              <a:t>读文件</a:t>
            </a:r>
            <a:endParaRPr lang="zh-CN" altLang="en-US" dirty="0"/>
          </a:p>
        </p:txBody>
      </p:sp>
      <p:sp>
        <p:nvSpPr>
          <p:cNvPr id="6" name="内容占位符 5"/>
          <p:cNvSpPr txBox="1"/>
          <p:nvPr/>
        </p:nvSpPr>
        <p:spPr>
          <a:xfrm>
            <a:off x="522109" y="994222"/>
            <a:ext cx="11147781" cy="2393805"/>
          </a:xfrm>
          <a:prstGeom prst="roundRect">
            <a:avLst>
              <a:gd name="adj" fmla="val 15509"/>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dirty="0">
                <a:solidFill>
                  <a:srgbClr val="4B69C6"/>
                </a:solidFill>
                <a:latin typeface="+mj-lt"/>
              </a:rPr>
              <a:t>import</a:t>
            </a:r>
            <a:r>
              <a:rPr lang="en-US" altLang="zh-CN" dirty="0">
                <a:solidFill>
                  <a:srgbClr val="333333"/>
                </a:solidFill>
                <a:latin typeface="+mj-lt"/>
              </a:rPr>
              <a:t> </a:t>
            </a:r>
            <a:r>
              <a:rPr lang="en-US" altLang="zh-CN" b="1" dirty="0" err="1">
                <a:solidFill>
                  <a:srgbClr val="7A3E9D"/>
                </a:solidFill>
                <a:latin typeface="+mj-lt"/>
              </a:rPr>
              <a:t>numpy</a:t>
            </a:r>
            <a:r>
              <a:rPr lang="en-US" altLang="zh-CN" dirty="0">
                <a:solidFill>
                  <a:srgbClr val="333333"/>
                </a:solidFill>
                <a:latin typeface="+mj-lt"/>
              </a:rPr>
              <a:t> </a:t>
            </a:r>
            <a:r>
              <a:rPr lang="en-US" altLang="zh-CN" dirty="0">
                <a:solidFill>
                  <a:srgbClr val="4B69C6"/>
                </a:solidFill>
                <a:latin typeface="+mj-lt"/>
              </a:rPr>
              <a:t>as</a:t>
            </a:r>
            <a:r>
              <a:rPr lang="en-US" altLang="zh-CN" dirty="0">
                <a:solidFill>
                  <a:srgbClr val="333333"/>
                </a:solidFill>
                <a:latin typeface="+mj-lt"/>
              </a:rPr>
              <a:t> </a:t>
            </a:r>
            <a:r>
              <a:rPr lang="en-US" altLang="zh-CN" b="1" dirty="0">
                <a:solidFill>
                  <a:srgbClr val="7A3E9D"/>
                </a:solidFill>
                <a:latin typeface="+mj-lt"/>
              </a:rPr>
              <a:t>np</a:t>
            </a:r>
            <a:endParaRPr lang="en-US" altLang="zh-CN" dirty="0">
              <a:solidFill>
                <a:srgbClr val="333333"/>
              </a:solidFill>
              <a:latin typeface="+mj-lt"/>
            </a:endParaRPr>
          </a:p>
          <a:p>
            <a:r>
              <a:rPr lang="en-US" altLang="zh-CN" dirty="0">
                <a:solidFill>
                  <a:srgbClr val="333333"/>
                </a:solidFill>
                <a:latin typeface="+mj-lt"/>
              </a:rPr>
              <a:t> </a:t>
            </a:r>
            <a:endParaRPr lang="en-US" altLang="zh-CN" dirty="0">
              <a:solidFill>
                <a:srgbClr val="333333"/>
              </a:solidFill>
              <a:latin typeface="+mj-lt"/>
            </a:endParaRPr>
          </a:p>
          <a:p>
            <a:r>
              <a:rPr lang="en-US" altLang="zh-CN" dirty="0">
                <a:solidFill>
                  <a:srgbClr val="7A3E9D"/>
                </a:solidFill>
                <a:latin typeface="+mj-lt"/>
              </a:rPr>
              <a:t>file</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448C27"/>
                </a:solidFill>
                <a:latin typeface="+mj-lt"/>
              </a:rPr>
              <a:t>score_nan.csv</a:t>
            </a:r>
            <a:r>
              <a:rPr lang="en-US" altLang="zh-CN" dirty="0">
                <a:solidFill>
                  <a:srgbClr val="777777"/>
                </a:solidFill>
                <a:latin typeface="+mj-lt"/>
              </a:rPr>
              <a:t>'</a:t>
            </a:r>
            <a:endParaRPr lang="en-US" altLang="zh-CN" dirty="0">
              <a:solidFill>
                <a:srgbClr val="333333"/>
              </a:solidFill>
              <a:latin typeface="+mj-lt"/>
            </a:endParaRPr>
          </a:p>
          <a:p>
            <a:r>
              <a:rPr lang="en-US" altLang="zh-CN" dirty="0">
                <a:solidFill>
                  <a:srgbClr val="7A3E9D"/>
                </a:solidFill>
                <a:latin typeface="+mj-lt"/>
              </a:rPr>
              <a:t>data</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b="1" dirty="0" err="1">
                <a:solidFill>
                  <a:srgbClr val="7A3E9D"/>
                </a:solidFill>
                <a:latin typeface="+mj-lt"/>
              </a:rPr>
              <a:t>np</a:t>
            </a:r>
            <a:r>
              <a:rPr lang="en-US" altLang="zh-CN" dirty="0" err="1">
                <a:solidFill>
                  <a:srgbClr val="777777"/>
                </a:solidFill>
                <a:latin typeface="+mj-lt"/>
              </a:rPr>
              <a:t>.</a:t>
            </a:r>
            <a:r>
              <a:rPr lang="en-US" altLang="zh-CN" b="1" dirty="0" err="1">
                <a:solidFill>
                  <a:srgbClr val="AA3731"/>
                </a:solidFill>
                <a:latin typeface="+mj-lt"/>
              </a:rPr>
              <a:t>genfromtxt</a:t>
            </a:r>
            <a:r>
              <a:rPr lang="en-US" altLang="zh-CN" dirty="0">
                <a:solidFill>
                  <a:srgbClr val="777777"/>
                </a:solidFill>
                <a:latin typeface="+mj-lt"/>
              </a:rPr>
              <a:t>(</a:t>
            </a:r>
            <a:r>
              <a:rPr lang="en-US" altLang="zh-CN" dirty="0">
                <a:solidFill>
                  <a:srgbClr val="7A3E9D"/>
                </a:solidFill>
                <a:latin typeface="+mj-lt"/>
              </a:rPr>
              <a:t>file</a:t>
            </a:r>
            <a:r>
              <a:rPr lang="en-US" altLang="zh-CN" dirty="0">
                <a:solidFill>
                  <a:srgbClr val="777777"/>
                </a:solidFill>
                <a:latin typeface="+mj-lt"/>
              </a:rPr>
              <a:t>,</a:t>
            </a:r>
            <a:r>
              <a:rPr lang="en-US" altLang="zh-CN" dirty="0">
                <a:solidFill>
                  <a:srgbClr val="333333"/>
                </a:solidFill>
                <a:latin typeface="+mj-lt"/>
              </a:rPr>
              <a:t> </a:t>
            </a:r>
            <a:r>
              <a:rPr lang="en-US" altLang="zh-CN" dirty="0" err="1">
                <a:solidFill>
                  <a:srgbClr val="7A3E9D"/>
                </a:solidFill>
                <a:latin typeface="+mj-lt"/>
              </a:rPr>
              <a:t>dtype</a:t>
            </a:r>
            <a:r>
              <a:rPr lang="en-US" altLang="zh-CN" dirty="0">
                <a:solidFill>
                  <a:srgbClr val="777777"/>
                </a:solidFill>
                <a:latin typeface="+mj-lt"/>
              </a:rPr>
              <a:t>=</a:t>
            </a:r>
            <a:r>
              <a:rPr lang="en-US" altLang="zh-CN" dirty="0">
                <a:solidFill>
                  <a:srgbClr val="9C5D27"/>
                </a:solidFill>
                <a:latin typeface="+mj-lt"/>
              </a:rPr>
              <a:t>None</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delimiter</a:t>
            </a:r>
            <a:r>
              <a:rPr lang="en-US" altLang="zh-CN" dirty="0">
                <a:solidFill>
                  <a:srgbClr val="777777"/>
                </a:solidFill>
                <a:latin typeface="+mj-lt"/>
              </a:rPr>
              <a:t>='</a:t>
            </a:r>
            <a:r>
              <a:rPr lang="en-US" altLang="zh-CN" dirty="0">
                <a:solidFill>
                  <a:srgbClr val="448C27"/>
                </a:solidFill>
                <a:latin typeface="+mj-lt"/>
              </a:rPr>
              <a:t>,</a:t>
            </a:r>
            <a:r>
              <a:rPr lang="en-US" altLang="zh-CN" dirty="0">
                <a:solidFill>
                  <a:srgbClr val="777777"/>
                </a:solidFill>
                <a:latin typeface="+mj-lt"/>
              </a:rPr>
              <a:t>',</a:t>
            </a:r>
            <a:r>
              <a:rPr lang="en-US" altLang="zh-CN" dirty="0">
                <a:solidFill>
                  <a:srgbClr val="333333"/>
                </a:solidFill>
                <a:latin typeface="+mj-lt"/>
              </a:rPr>
              <a:t> </a:t>
            </a:r>
            <a:r>
              <a:rPr lang="en-US" altLang="zh-CN" dirty="0" err="1">
                <a:solidFill>
                  <a:srgbClr val="7A3E9D"/>
                </a:solidFill>
                <a:latin typeface="+mj-lt"/>
              </a:rPr>
              <a:t>skip_header</a:t>
            </a:r>
            <a:r>
              <a:rPr lang="en-US" altLang="zh-CN" dirty="0">
                <a:solidFill>
                  <a:srgbClr val="777777"/>
                </a:solidFill>
                <a:latin typeface="+mj-lt"/>
              </a:rPr>
              <a:t>=</a:t>
            </a:r>
            <a:r>
              <a:rPr lang="en-US" altLang="zh-CN" dirty="0">
                <a:solidFill>
                  <a:srgbClr val="9C5D27"/>
                </a:solidFill>
                <a:latin typeface="+mj-lt"/>
              </a:rPr>
              <a:t>1</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encoding</a:t>
            </a:r>
            <a:r>
              <a:rPr lang="en-US" altLang="zh-CN" dirty="0">
                <a:solidFill>
                  <a:srgbClr val="777777"/>
                </a:solidFill>
                <a:latin typeface="+mj-lt"/>
              </a:rPr>
              <a:t>='</a:t>
            </a:r>
            <a:r>
              <a:rPr lang="en-US" altLang="zh-CN" dirty="0">
                <a:solidFill>
                  <a:srgbClr val="448C27"/>
                </a:solidFill>
                <a:latin typeface="+mj-lt"/>
              </a:rPr>
              <a:t>utf-8</a:t>
            </a:r>
            <a:r>
              <a:rPr lang="en-US" altLang="zh-CN" dirty="0">
                <a:solidFill>
                  <a:srgbClr val="777777"/>
                </a:solidFill>
                <a:latin typeface="+mj-lt"/>
              </a:rPr>
              <a:t>')</a:t>
            </a:r>
            <a:endParaRPr lang="en-US" altLang="zh-CN" dirty="0">
              <a:solidFill>
                <a:srgbClr val="333333"/>
              </a:solidFill>
              <a:latin typeface="+mj-lt"/>
            </a:endParaRPr>
          </a:p>
          <a:p>
            <a:r>
              <a:rPr lang="en-US" altLang="zh-CN" b="1" dirty="0">
                <a:solidFill>
                  <a:srgbClr val="AA3731"/>
                </a:solidFill>
                <a:latin typeface="+mj-lt"/>
              </a:rPr>
              <a:t>print</a:t>
            </a:r>
            <a:r>
              <a:rPr lang="en-US" altLang="zh-CN" dirty="0">
                <a:solidFill>
                  <a:srgbClr val="777777"/>
                </a:solidFill>
                <a:latin typeface="+mj-lt"/>
              </a:rPr>
              <a:t>(</a:t>
            </a:r>
            <a:r>
              <a:rPr lang="en-US" altLang="zh-CN" dirty="0">
                <a:solidFill>
                  <a:srgbClr val="7A3E9D"/>
                </a:solidFill>
                <a:latin typeface="+mj-lt"/>
              </a:rPr>
              <a:t>data</a:t>
            </a:r>
            <a:r>
              <a:rPr lang="en-US" altLang="zh-CN" dirty="0">
                <a:solidFill>
                  <a:srgbClr val="777777"/>
                </a:solidFill>
                <a:latin typeface="+mj-lt"/>
              </a:rPr>
              <a:t>)</a:t>
            </a:r>
            <a:endParaRPr lang="en-US" altLang="zh-CN" dirty="0">
              <a:solidFill>
                <a:srgbClr val="333333"/>
              </a:solidFill>
              <a:latin typeface="+mj-lt"/>
            </a:endParaRPr>
          </a:p>
        </p:txBody>
      </p:sp>
      <p:sp>
        <p:nvSpPr>
          <p:cNvPr id="7" name="内容占位符 1"/>
          <p:cNvSpPr txBox="1"/>
          <p:nvPr/>
        </p:nvSpPr>
        <p:spPr>
          <a:xfrm>
            <a:off x="780061" y="3745408"/>
            <a:ext cx="10631877" cy="2743884"/>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25000"/>
              </a:lnSpc>
              <a:defRPr/>
            </a:pPr>
            <a:r>
              <a:rPr lang="zh-CN" altLang="en-US" sz="2200" dirty="0">
                <a:solidFill>
                  <a:sysClr val="windowText" lastClr="000000"/>
                </a:solidFill>
                <a:latin typeface="微软雅黑" panose="020B0503020204020204" pitchFamily="34" charset="-122"/>
                <a:ea typeface="微软雅黑" panose="020B0503020204020204" pitchFamily="34" charset="-122"/>
              </a:rPr>
              <a:t>设置参数 </a:t>
            </a:r>
            <a:r>
              <a:rPr lang="en-US" altLang="zh-CN" sz="2200" dirty="0" err="1">
                <a:solidFill>
                  <a:sysClr val="windowText" lastClr="000000"/>
                </a:solidFill>
                <a:latin typeface="微软雅黑" panose="020B0503020204020204" pitchFamily="34" charset="-122"/>
                <a:ea typeface="微软雅黑" panose="020B0503020204020204" pitchFamily="34" charset="-122"/>
              </a:rPr>
              <a:t>skip_header</a:t>
            </a:r>
            <a:r>
              <a:rPr lang="en-US" altLang="zh-CN" sz="2200" dirty="0">
                <a:solidFill>
                  <a:sysClr val="windowText" lastClr="000000"/>
                </a:solidFill>
                <a:latin typeface="微软雅黑" panose="020B0503020204020204" pitchFamily="34" charset="-122"/>
                <a:ea typeface="微软雅黑" panose="020B0503020204020204" pitchFamily="34" charset="-122"/>
              </a:rPr>
              <a:t> =1 </a:t>
            </a:r>
            <a:r>
              <a:rPr lang="zh-CN" altLang="en-US" sz="2200" b="1" dirty="0">
                <a:solidFill>
                  <a:schemeClr val="accent2"/>
                </a:solidFill>
                <a:latin typeface="微软雅黑" panose="020B0503020204020204" pitchFamily="34" charset="-122"/>
                <a:ea typeface="微软雅黑" panose="020B0503020204020204" pitchFamily="34" charset="-122"/>
              </a:rPr>
              <a:t>略过</a:t>
            </a:r>
            <a:r>
              <a:rPr lang="zh-CN" altLang="en-US" sz="2200" dirty="0">
                <a:solidFill>
                  <a:sysClr val="windowText" lastClr="000000"/>
                </a:solidFill>
                <a:latin typeface="微软雅黑" panose="020B0503020204020204" pitchFamily="34" charset="-122"/>
                <a:ea typeface="微软雅黑" panose="020B0503020204020204" pitchFamily="34" charset="-122"/>
              </a:rPr>
              <a:t>文件</a:t>
            </a:r>
            <a:r>
              <a:rPr lang="zh-CN" altLang="en-US" sz="2200" b="1" dirty="0">
                <a:solidFill>
                  <a:schemeClr val="accent2"/>
                </a:solidFill>
                <a:latin typeface="微软雅黑" panose="020B0503020204020204" pitchFamily="34" charset="-122"/>
                <a:ea typeface="微软雅黑" panose="020B0503020204020204" pitchFamily="34" charset="-122"/>
              </a:rPr>
              <a:t>开头的 </a:t>
            </a:r>
            <a:r>
              <a:rPr lang="en-US" altLang="zh-CN" sz="2200" b="1" dirty="0">
                <a:solidFill>
                  <a:schemeClr val="accent2"/>
                </a:solidFill>
                <a:latin typeface="微软雅黑" panose="020B0503020204020204" pitchFamily="34" charset="-122"/>
                <a:ea typeface="微软雅黑" panose="020B0503020204020204" pitchFamily="34" charset="-122"/>
              </a:rPr>
              <a:t>1 </a:t>
            </a:r>
            <a:r>
              <a:rPr lang="zh-CN" altLang="en-US" sz="2200" b="1" dirty="0">
                <a:solidFill>
                  <a:schemeClr val="accent2"/>
                </a:solidFill>
                <a:latin typeface="微软雅黑" panose="020B0503020204020204" pitchFamily="34" charset="-122"/>
                <a:ea typeface="微软雅黑" panose="020B0503020204020204" pitchFamily="34" charset="-122"/>
              </a:rPr>
              <a:t>行数据</a:t>
            </a:r>
            <a:r>
              <a:rPr lang="zh-CN" altLang="en-US" sz="2200" dirty="0">
                <a:solidFill>
                  <a:sysClr val="windowText" lastClr="000000"/>
                </a:solidFill>
                <a:latin typeface="微软雅黑" panose="020B0503020204020204" pitchFamily="34" charset="-122"/>
                <a:ea typeface="微软雅黑" panose="020B0503020204020204" pitchFamily="34" charset="-122"/>
              </a:rPr>
              <a:t>。后面的每列数据的类型都是相同的，可设置参数 </a:t>
            </a:r>
            <a:r>
              <a:rPr lang="en-US" altLang="zh-CN" sz="2200" dirty="0" err="1">
                <a:solidFill>
                  <a:sysClr val="windowText" lastClr="000000"/>
                </a:solidFill>
                <a:latin typeface="微软雅黑" panose="020B0503020204020204" pitchFamily="34" charset="-122"/>
                <a:ea typeface="微软雅黑" panose="020B0503020204020204" pitchFamily="34" charset="-122"/>
              </a:rPr>
              <a:t>dtype</a:t>
            </a:r>
            <a:r>
              <a:rPr lang="en-US" altLang="zh-CN" sz="2200" dirty="0">
                <a:solidFill>
                  <a:sysClr val="windowText" lastClr="000000"/>
                </a:solidFill>
                <a:latin typeface="微软雅黑" panose="020B0503020204020204" pitchFamily="34" charset="-122"/>
                <a:ea typeface="微软雅黑" panose="020B0503020204020204" pitchFamily="34" charset="-122"/>
              </a:rPr>
              <a:t> =None </a:t>
            </a:r>
            <a:r>
              <a:rPr lang="zh-CN" altLang="en-US" sz="2200" dirty="0">
                <a:solidFill>
                  <a:sysClr val="windowText" lastClr="000000"/>
                </a:solidFill>
                <a:latin typeface="微软雅黑" panose="020B0503020204020204" pitchFamily="34" charset="-122"/>
                <a:ea typeface="微软雅黑" panose="020B0503020204020204" pitchFamily="34" charset="-122"/>
              </a:rPr>
              <a:t>由系统判定各列的数据类型为整数、浮点数或字符串。</a:t>
            </a:r>
            <a:endParaRPr lang="en-US" altLang="zh-CN" sz="2200" dirty="0">
              <a:solidFill>
                <a:sysClr val="windowText" lastClr="000000"/>
              </a:solidFill>
              <a:latin typeface="微软雅黑" panose="020B0503020204020204" pitchFamily="34" charset="-122"/>
              <a:ea typeface="微软雅黑" panose="020B0503020204020204" pitchFamily="34" charset="-122"/>
            </a:endParaRPr>
          </a:p>
          <a:p>
            <a:pPr>
              <a:lnSpc>
                <a:spcPct val="125000"/>
              </a:lnSpc>
              <a:defRPr/>
            </a:pPr>
            <a:r>
              <a:rPr lang="zh-CN" altLang="en-US" sz="2200" dirty="0">
                <a:solidFill>
                  <a:sysClr val="windowText" lastClr="000000"/>
                </a:solidFill>
                <a:latin typeface="微软雅黑" panose="020B0503020204020204" pitchFamily="34" charset="-122"/>
                <a:ea typeface="微软雅黑" panose="020B0503020204020204" pitchFamily="34" charset="-122"/>
              </a:rPr>
              <a:t>由输出可以看到“姓名”列被判定为字符串类型；“</a:t>
            </a:r>
            <a:r>
              <a:rPr lang="en-US" altLang="zh-CN" sz="2200" dirty="0">
                <a:solidFill>
                  <a:sysClr val="windowText" lastClr="000000"/>
                </a:solidFill>
                <a:latin typeface="微软雅黑" panose="020B0503020204020204" pitchFamily="34" charset="-122"/>
                <a:ea typeface="微软雅黑" panose="020B0503020204020204" pitchFamily="34" charset="-122"/>
              </a:rPr>
              <a:t>C</a:t>
            </a:r>
            <a:r>
              <a:rPr lang="zh-CN" altLang="en-US" sz="2200" dirty="0">
                <a:solidFill>
                  <a:sysClr val="windowText" lastClr="000000"/>
                </a:solidFill>
                <a:latin typeface="微软雅黑" panose="020B0503020204020204" pitchFamily="34" charset="-122"/>
                <a:ea typeface="微软雅黑" panose="020B0503020204020204" pitchFamily="34" charset="-122"/>
              </a:rPr>
              <a:t>语言”成绩列因包含浮点数，所以整列被判定为浮点数，缺失数据默认用非数值类型“</a:t>
            </a:r>
            <a:r>
              <a:rPr lang="en-US" altLang="zh-CN" sz="2200" dirty="0">
                <a:solidFill>
                  <a:sysClr val="windowText" lastClr="000000"/>
                </a:solidFill>
                <a:latin typeface="微软雅黑" panose="020B0503020204020204" pitchFamily="34" charset="-122"/>
                <a:ea typeface="微软雅黑" panose="020B0503020204020204" pitchFamily="34" charset="-122"/>
              </a:rPr>
              <a:t>nan”</a:t>
            </a:r>
            <a:r>
              <a:rPr lang="zh-CN" altLang="en-US" sz="2200" dirty="0">
                <a:solidFill>
                  <a:sysClr val="windowText" lastClr="000000"/>
                </a:solidFill>
                <a:latin typeface="微软雅黑" panose="020B0503020204020204" pitchFamily="34" charset="-122"/>
                <a:ea typeface="微软雅黑" panose="020B0503020204020204" pitchFamily="34" charset="-122"/>
              </a:rPr>
              <a:t>填充；其他列被判定为整数，缺失数据用“</a:t>
            </a:r>
            <a:r>
              <a:rPr lang="en-US" altLang="zh-CN" sz="2200" dirty="0">
                <a:solidFill>
                  <a:sysClr val="windowText" lastClr="000000"/>
                </a:solidFill>
                <a:latin typeface="微软雅黑" panose="020B0503020204020204" pitchFamily="34" charset="-122"/>
                <a:ea typeface="微软雅黑" panose="020B0503020204020204" pitchFamily="34" charset="-122"/>
              </a:rPr>
              <a:t>-1”</a:t>
            </a:r>
            <a:r>
              <a:rPr lang="zh-CN" altLang="en-US" sz="2200" dirty="0">
                <a:solidFill>
                  <a:sysClr val="windowText" lastClr="000000"/>
                </a:solidFill>
                <a:latin typeface="微软雅黑" panose="020B0503020204020204" pitchFamily="34" charset="-122"/>
                <a:ea typeface="微软雅黑" panose="020B0503020204020204" pitchFamily="34" charset="-122"/>
              </a:rPr>
              <a:t>进行填充。</a:t>
            </a:r>
            <a:endParaRPr lang="en-US" altLang="zh-CN" sz="2200" kern="0" dirty="0">
              <a:solidFill>
                <a:srgbClr val="595959"/>
              </a:solidFill>
              <a:effectLst/>
              <a:latin typeface="Times New Roman" panose="02020603050405020304" pitchFamily="18" charset="0"/>
              <a:ea typeface="宋体" pitchFamily="2" charset="-122"/>
            </a:endParaRPr>
          </a:p>
        </p:txBody>
      </p:sp>
      <p:sp>
        <p:nvSpPr>
          <p:cNvPr id="8" name="文本框 7"/>
          <p:cNvSpPr txBox="1"/>
          <p:nvPr/>
        </p:nvSpPr>
        <p:spPr>
          <a:xfrm>
            <a:off x="522109" y="3594908"/>
            <a:ext cx="11147781" cy="3044883"/>
          </a:xfrm>
          <a:prstGeom prst="roundRect">
            <a:avLst>
              <a:gd name="adj" fmla="val 5518"/>
            </a:avLst>
          </a:prstGeom>
          <a:solidFill>
            <a:srgbClr val="0070C0"/>
          </a:solidFill>
          <a:ln>
            <a:solidFill>
              <a:schemeClr val="bg1"/>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nchorCtr="0"/>
          <a:lstStyle>
            <a:defPPr>
              <a:defRPr lang="zh-CN"/>
            </a:defPPr>
            <a:lvl1pPr>
              <a:defRPr sz="24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25000"/>
              </a:lnSpc>
              <a:spcBef>
                <a:spcPts val="50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输出：</a:t>
            </a:r>
            <a:endParaRPr kumimoji="0" lang="en-US" altLang="zh-CN"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lvl="0">
              <a:lnSpc>
                <a:spcPct val="125000"/>
              </a:lnSpc>
              <a:spcBef>
                <a:spcPts val="500"/>
              </a:spcBef>
              <a:defRPr/>
            </a:pPr>
            <a:r>
              <a:rPr lang="en-US" altLang="zh-CN" sz="2000" b="1" dirty="0">
                <a:solidFill>
                  <a:prstClr val="white"/>
                </a:solidFill>
                <a:latin typeface="微软雅黑" panose="020B0503020204020204" pitchFamily="34" charset="-122"/>
                <a:ea typeface="微软雅黑" panose="020B0503020204020204" pitchFamily="34" charset="-122"/>
              </a:rPr>
              <a:t>[('</a:t>
            </a:r>
            <a:r>
              <a:rPr lang="zh-CN" altLang="en-US" sz="2000" b="1" dirty="0">
                <a:solidFill>
                  <a:prstClr val="white"/>
                </a:solidFill>
                <a:latin typeface="微软雅黑" panose="020B0503020204020204" pitchFamily="34" charset="-122"/>
                <a:ea typeface="微软雅黑" panose="020B0503020204020204" pitchFamily="34" charset="-122"/>
              </a:rPr>
              <a:t>朱佳</a:t>
            </a:r>
            <a:r>
              <a:rPr lang="en-US" altLang="zh-CN" sz="2000" b="1" dirty="0">
                <a:solidFill>
                  <a:prstClr val="white"/>
                </a:solidFill>
                <a:latin typeface="微软雅黑" panose="020B0503020204020204" pitchFamily="34" charset="-122"/>
                <a:ea typeface="微软雅黑" panose="020B0503020204020204" pitchFamily="34" charset="-122"/>
              </a:rPr>
              <a:t>', 121701100511, 75.2, 93, 66, 85, 88, 407) </a:t>
            </a:r>
            <a:endParaRPr lang="en-US" altLang="zh-CN" sz="2000" b="1" dirty="0">
              <a:solidFill>
                <a:prstClr val="white"/>
              </a:solidFill>
              <a:latin typeface="微软雅黑" panose="020B0503020204020204" pitchFamily="34" charset="-122"/>
              <a:ea typeface="微软雅黑" panose="020B0503020204020204" pitchFamily="34" charset="-122"/>
            </a:endParaRPr>
          </a:p>
          <a:p>
            <a:pPr lvl="0">
              <a:lnSpc>
                <a:spcPct val="125000"/>
              </a:lnSpc>
              <a:spcBef>
                <a:spcPts val="500"/>
              </a:spcBef>
              <a:defRPr/>
            </a:pPr>
            <a:r>
              <a:rPr lang="en-US" altLang="zh-CN" sz="2000" b="1" dirty="0">
                <a:solidFill>
                  <a:prstClr val="white"/>
                </a:solidFill>
                <a:latin typeface="微软雅黑" panose="020B0503020204020204" pitchFamily="34" charset="-122"/>
                <a:ea typeface="微软雅黑" panose="020B0503020204020204" pitchFamily="34" charset="-122"/>
              </a:rPr>
              <a:t> ('</a:t>
            </a:r>
            <a:r>
              <a:rPr lang="zh-CN" altLang="en-US" sz="2000" b="1" dirty="0">
                <a:solidFill>
                  <a:prstClr val="white"/>
                </a:solidFill>
                <a:latin typeface="微软雅黑" panose="020B0503020204020204" pitchFamily="34" charset="-122"/>
                <a:ea typeface="微软雅黑" panose="020B0503020204020204" pitchFamily="34" charset="-122"/>
              </a:rPr>
              <a:t>李思</a:t>
            </a:r>
            <a:r>
              <a:rPr lang="en-US" altLang="zh-CN" sz="2000" b="1" dirty="0">
                <a:solidFill>
                  <a:prstClr val="white"/>
                </a:solidFill>
                <a:latin typeface="微软雅黑" panose="020B0503020204020204" pitchFamily="34" charset="-122"/>
                <a:ea typeface="微软雅黑" panose="020B0503020204020204" pitchFamily="34" charset="-122"/>
              </a:rPr>
              <a:t>', 121701100513, 86. , 76, 96, 93, 67, 418) </a:t>
            </a:r>
            <a:endParaRPr lang="en-US" altLang="zh-CN" sz="2000" b="1" dirty="0">
              <a:solidFill>
                <a:prstClr val="white"/>
              </a:solidFill>
              <a:latin typeface="微软雅黑" panose="020B0503020204020204" pitchFamily="34" charset="-122"/>
              <a:ea typeface="微软雅黑" panose="020B0503020204020204" pitchFamily="34" charset="-122"/>
            </a:endParaRPr>
          </a:p>
          <a:p>
            <a:pPr lvl="0">
              <a:lnSpc>
                <a:spcPct val="125000"/>
              </a:lnSpc>
              <a:spcBef>
                <a:spcPts val="500"/>
              </a:spcBef>
              <a:defRPr/>
            </a:pPr>
            <a:r>
              <a:rPr lang="en-US" altLang="zh-CN" sz="2000" b="1" dirty="0">
                <a:solidFill>
                  <a:prstClr val="white"/>
                </a:solidFill>
                <a:latin typeface="微软雅黑" panose="020B0503020204020204" pitchFamily="34" charset="-122"/>
                <a:ea typeface="微软雅黑" panose="020B0503020204020204" pitchFamily="34" charset="-122"/>
              </a:rPr>
              <a:t> ('</a:t>
            </a:r>
            <a:r>
              <a:rPr lang="zh-CN" altLang="en-US" sz="2000" b="1" dirty="0">
                <a:solidFill>
                  <a:prstClr val="white"/>
                </a:solidFill>
                <a:latin typeface="微软雅黑" panose="020B0503020204020204" pitchFamily="34" charset="-122"/>
                <a:ea typeface="微软雅黑" panose="020B0503020204020204" pitchFamily="34" charset="-122"/>
              </a:rPr>
              <a:t>郑君</a:t>
            </a:r>
            <a:r>
              <a:rPr lang="en-US" altLang="zh-CN" sz="2000" b="1" dirty="0">
                <a:solidFill>
                  <a:prstClr val="white"/>
                </a:solidFill>
                <a:latin typeface="微软雅黑" panose="020B0503020204020204" pitchFamily="34" charset="-122"/>
                <a:ea typeface="微软雅黑" panose="020B0503020204020204" pitchFamily="34" charset="-122"/>
              </a:rPr>
              <a:t>', 121701100514,  nan, 98, 76, -1, 89, 263) </a:t>
            </a:r>
            <a:endParaRPr lang="en-US" altLang="zh-CN" sz="2000" b="1" dirty="0">
              <a:solidFill>
                <a:prstClr val="white"/>
              </a:solidFill>
              <a:latin typeface="微软雅黑" panose="020B0503020204020204" pitchFamily="34" charset="-122"/>
              <a:ea typeface="微软雅黑" panose="020B0503020204020204" pitchFamily="34" charset="-122"/>
            </a:endParaRPr>
          </a:p>
          <a:p>
            <a:pPr lvl="0">
              <a:lnSpc>
                <a:spcPct val="125000"/>
              </a:lnSpc>
              <a:spcBef>
                <a:spcPts val="500"/>
              </a:spcBef>
              <a:defRPr/>
            </a:pPr>
            <a:r>
              <a:rPr lang="en-US" altLang="zh-CN" sz="2000" b="1" dirty="0">
                <a:solidFill>
                  <a:prstClr val="white"/>
                </a:solidFill>
                <a:latin typeface="微软雅黑" panose="020B0503020204020204" pitchFamily="34" charset="-122"/>
                <a:ea typeface="微软雅黑" panose="020B0503020204020204" pitchFamily="34" charset="-122"/>
              </a:rPr>
              <a:t> ('</a:t>
            </a:r>
            <a:r>
              <a:rPr lang="zh-CN" altLang="en-US" sz="2000" b="1" dirty="0">
                <a:solidFill>
                  <a:prstClr val="white"/>
                </a:solidFill>
                <a:latin typeface="微软雅黑" panose="020B0503020204020204" pitchFamily="34" charset="-122"/>
                <a:ea typeface="微软雅黑" panose="020B0503020204020204" pitchFamily="34" charset="-122"/>
              </a:rPr>
              <a:t>王雪</a:t>
            </a:r>
            <a:r>
              <a:rPr lang="en-US" altLang="zh-CN" sz="2000" b="1" dirty="0">
                <a:solidFill>
                  <a:prstClr val="white"/>
                </a:solidFill>
                <a:latin typeface="微软雅黑" panose="020B0503020204020204" pitchFamily="34" charset="-122"/>
                <a:ea typeface="微软雅黑" panose="020B0503020204020204" pitchFamily="34" charset="-122"/>
              </a:rPr>
              <a:t>', 121701100515, 99. , 96, 91, 88, 86, 460) </a:t>
            </a:r>
            <a:endParaRPr lang="en-US" altLang="zh-CN" sz="2000" b="1" dirty="0">
              <a:solidFill>
                <a:prstClr val="white"/>
              </a:solidFill>
              <a:latin typeface="微软雅黑" panose="020B0503020204020204" pitchFamily="34" charset="-122"/>
              <a:ea typeface="微软雅黑" panose="020B0503020204020204" pitchFamily="34" charset="-122"/>
            </a:endParaRPr>
          </a:p>
          <a:p>
            <a:pPr lvl="0">
              <a:lnSpc>
                <a:spcPct val="125000"/>
              </a:lnSpc>
              <a:spcBef>
                <a:spcPts val="500"/>
              </a:spcBef>
              <a:defRPr/>
            </a:pPr>
            <a:r>
              <a:rPr lang="en-US" altLang="zh-CN" sz="2000" b="1" dirty="0">
                <a:solidFill>
                  <a:prstClr val="white"/>
                </a:solidFill>
                <a:latin typeface="微软雅黑" panose="020B0503020204020204" pitchFamily="34" charset="-122"/>
                <a:ea typeface="微软雅黑" panose="020B0503020204020204" pitchFamily="34" charset="-122"/>
              </a:rPr>
              <a:t> ('</a:t>
            </a:r>
            <a:r>
              <a:rPr lang="zh-CN" altLang="en-US" sz="2000" b="1" dirty="0">
                <a:solidFill>
                  <a:prstClr val="white"/>
                </a:solidFill>
                <a:latin typeface="微软雅黑" panose="020B0503020204020204" pitchFamily="34" charset="-122"/>
                <a:ea typeface="微软雅黑" panose="020B0503020204020204" pitchFamily="34" charset="-122"/>
              </a:rPr>
              <a:t>罗明</a:t>
            </a:r>
            <a:r>
              <a:rPr lang="en-US" altLang="zh-CN" sz="2000" b="1" dirty="0">
                <a:solidFill>
                  <a:prstClr val="white"/>
                </a:solidFill>
                <a:latin typeface="微软雅黑" panose="020B0503020204020204" pitchFamily="34" charset="-122"/>
                <a:ea typeface="微软雅黑" panose="020B0503020204020204" pitchFamily="34" charset="-122"/>
              </a:rPr>
              <a:t>', 121701100510, 95. , 96, 85, 63, 91, 430)]</a:t>
            </a:r>
            <a:endParaRPr lang="en-US" altLang="zh-CN" sz="2000" b="1" dirty="0">
              <a:solidFill>
                <a:prstClr val="white"/>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5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25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2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animBg="1"/>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7.5.2</a:t>
            </a:r>
            <a:endParaRPr lang="zh-CN" altLang="en-US" dirty="0"/>
          </a:p>
        </p:txBody>
      </p:sp>
      <p:sp>
        <p:nvSpPr>
          <p:cNvPr id="3" name="标题 2"/>
          <p:cNvSpPr>
            <a:spLocks noGrp="1"/>
          </p:cNvSpPr>
          <p:nvPr>
            <p:ph type="title"/>
          </p:nvPr>
        </p:nvSpPr>
        <p:spPr/>
        <p:txBody>
          <a:bodyPr/>
          <a:lstStyle/>
          <a:p>
            <a:r>
              <a:rPr lang="zh-CN" altLang="en-US" dirty="0"/>
              <a:t>读文件</a:t>
            </a:r>
            <a:endParaRPr lang="zh-CN" altLang="en-US" dirty="0"/>
          </a:p>
        </p:txBody>
      </p:sp>
      <p:sp>
        <p:nvSpPr>
          <p:cNvPr id="2" name="内容占位符 5"/>
          <p:cNvSpPr txBox="1"/>
          <p:nvPr/>
        </p:nvSpPr>
        <p:spPr>
          <a:xfrm>
            <a:off x="780061" y="1005839"/>
            <a:ext cx="10631877" cy="2341881"/>
          </a:xfrm>
          <a:prstGeom prst="roundRect">
            <a:avLst>
              <a:gd name="adj" fmla="val 18448"/>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0" eaLnBrk="0" fontAlgn="base" hangingPunct="0">
              <a:lnSpc>
                <a:spcPct val="125000"/>
              </a:lnSpc>
              <a:spcBef>
                <a:spcPct val="0"/>
              </a:spcBef>
              <a:spcAft>
                <a:spcPct val="0"/>
              </a:spcAft>
              <a:defRPr/>
            </a:pPr>
            <a:r>
              <a:rPr lang="en-US" altLang="zh-CN" sz="2400" b="1" dirty="0" err="1">
                <a:solidFill>
                  <a:prstClr val="black"/>
                </a:solidFill>
                <a:latin typeface="微软雅黑"/>
                <a:ea typeface="微软雅黑"/>
              </a:rPr>
              <a:t>numpy.</a:t>
            </a:r>
            <a:r>
              <a:rPr lang="en-US" altLang="zh-CN" sz="2400" b="1" dirty="0" err="1">
                <a:solidFill>
                  <a:srgbClr val="FF6A02"/>
                </a:solidFill>
                <a:latin typeface="微软雅黑"/>
                <a:ea typeface="微软雅黑"/>
              </a:rPr>
              <a:t>genfromtxt</a:t>
            </a:r>
            <a:r>
              <a:rPr lang="en-US" altLang="zh-CN" sz="2400" b="1" dirty="0">
                <a:solidFill>
                  <a:prstClr val="black"/>
                </a:solidFill>
                <a:latin typeface="微软雅黑"/>
                <a:ea typeface="微软雅黑"/>
              </a:rPr>
              <a:t>(fname, </a:t>
            </a:r>
            <a:r>
              <a:rPr lang="en-US" altLang="zh-CN" sz="2400" b="1" dirty="0" err="1">
                <a:solidFill>
                  <a:srgbClr val="660099"/>
                </a:solidFill>
                <a:latin typeface="微软雅黑"/>
                <a:ea typeface="微软雅黑"/>
              </a:rPr>
              <a:t>dtype</a:t>
            </a:r>
            <a:r>
              <a:rPr lang="en-US" altLang="zh-CN" sz="2400" b="1" dirty="0">
                <a:solidFill>
                  <a:srgbClr val="171BEB"/>
                </a:solidFill>
                <a:latin typeface="微软雅黑"/>
                <a:ea typeface="微软雅黑"/>
              </a:rPr>
              <a:t>=&lt;class 'float'&gt;</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comments</a:t>
            </a:r>
            <a:r>
              <a:rPr lang="en-US" altLang="zh-CN" sz="2400" b="1" dirty="0">
                <a:solidFill>
                  <a:prstClr val="black"/>
                </a:solidFill>
                <a:latin typeface="微软雅黑"/>
                <a:ea typeface="微软雅黑"/>
              </a:rPr>
              <a:t>=</a:t>
            </a:r>
            <a:r>
              <a:rPr lang="en-US" altLang="zh-CN" sz="2400" b="1" dirty="0">
                <a:solidFill>
                  <a:srgbClr val="171BEB"/>
                </a:solidFill>
                <a:latin typeface="微软雅黑"/>
                <a:ea typeface="微软雅黑"/>
              </a:rPr>
              <a:t>'#'</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delimiter</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None</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skip_header</a:t>
            </a:r>
            <a:r>
              <a:rPr lang="en-US" altLang="zh-CN" sz="2400" b="1" dirty="0">
                <a:solidFill>
                  <a:prstClr val="black"/>
                </a:solidFill>
                <a:latin typeface="微软雅黑"/>
                <a:ea typeface="微软雅黑"/>
              </a:rPr>
              <a:t>=</a:t>
            </a:r>
            <a:r>
              <a:rPr lang="en-US" altLang="zh-CN" sz="2400" b="1" dirty="0">
                <a:solidFill>
                  <a:srgbClr val="171BEB"/>
                </a:solidFill>
                <a:latin typeface="微软雅黑"/>
                <a:ea typeface="微软雅黑"/>
              </a:rPr>
              <a:t>0</a:t>
            </a:r>
            <a:r>
              <a:rPr lang="en-US" altLang="zh-CN" sz="2400" b="1" dirty="0">
                <a:solidFill>
                  <a:prstClr val="black"/>
                </a:solidFill>
                <a:latin typeface="微软雅黑"/>
                <a:ea typeface="微软雅黑"/>
              </a:rPr>
              <a:t>,</a:t>
            </a:r>
            <a:r>
              <a:rPr lang="en-US" altLang="zh-CN" sz="2400" b="1" dirty="0">
                <a:solidFill>
                  <a:srgbClr val="660099"/>
                </a:solidFill>
                <a:latin typeface="微软雅黑"/>
                <a:ea typeface="微软雅黑"/>
              </a:rPr>
              <a:t>skip_footer</a:t>
            </a:r>
            <a:r>
              <a:rPr lang="en-US" altLang="zh-CN" sz="2400" b="1" dirty="0">
                <a:solidFill>
                  <a:prstClr val="black"/>
                </a:solidFill>
                <a:latin typeface="微软雅黑"/>
                <a:ea typeface="微软雅黑"/>
              </a:rPr>
              <a:t>=</a:t>
            </a:r>
            <a:r>
              <a:rPr lang="en-US" altLang="zh-CN" sz="2400" b="1" dirty="0">
                <a:solidFill>
                  <a:srgbClr val="171BEB"/>
                </a:solidFill>
                <a:latin typeface="微软雅黑"/>
                <a:ea typeface="微软雅黑"/>
              </a:rPr>
              <a:t>0</a:t>
            </a:r>
            <a:r>
              <a:rPr lang="en-US" altLang="zh-CN" sz="2400" b="1" dirty="0">
                <a:solidFill>
                  <a:prstClr val="black"/>
                </a:solidFill>
                <a:latin typeface="微软雅黑"/>
                <a:ea typeface="微软雅黑"/>
              </a:rPr>
              <a:t>, </a:t>
            </a:r>
            <a:r>
              <a:rPr lang="en-US" altLang="zh-CN" sz="2400" b="1" dirty="0" err="1">
                <a:solidFill>
                  <a:srgbClr val="660099"/>
                </a:solidFill>
                <a:latin typeface="微软雅黑"/>
                <a:ea typeface="微软雅黑"/>
              </a:rPr>
              <a:t>missing_values</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None</a:t>
            </a:r>
            <a:r>
              <a:rPr lang="en-US" altLang="zh-CN" sz="2400" b="1" dirty="0">
                <a:solidFill>
                  <a:prstClr val="black"/>
                </a:solidFill>
                <a:latin typeface="微软雅黑"/>
                <a:ea typeface="微软雅黑"/>
              </a:rPr>
              <a:t>, </a:t>
            </a:r>
            <a:r>
              <a:rPr lang="en-US" altLang="zh-CN" sz="2400" b="1" dirty="0" err="1">
                <a:solidFill>
                  <a:srgbClr val="660099"/>
                </a:solidFill>
                <a:latin typeface="微软雅黑"/>
                <a:ea typeface="微软雅黑"/>
              </a:rPr>
              <a:t>filling_values</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None</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usecols</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None</a:t>
            </a:r>
            <a:r>
              <a:rPr lang="en-US" altLang="zh-CN" sz="2400" b="1" dirty="0">
                <a:solidFill>
                  <a:prstClr val="black"/>
                </a:solidFill>
                <a:latin typeface="微软雅黑"/>
                <a:ea typeface="微软雅黑"/>
              </a:rPr>
              <a:t>, </a:t>
            </a:r>
            <a:r>
              <a:rPr lang="en-US" altLang="zh-CN" sz="2400" b="1" dirty="0" err="1">
                <a:solidFill>
                  <a:srgbClr val="660099"/>
                </a:solidFill>
                <a:latin typeface="微软雅黑"/>
                <a:ea typeface="微软雅黑"/>
              </a:rPr>
              <a:t>autostrip</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False</a:t>
            </a:r>
            <a:r>
              <a:rPr lang="en-US" altLang="zh-CN" sz="2400" b="1" dirty="0">
                <a:solidFill>
                  <a:prstClr val="black"/>
                </a:solidFill>
                <a:latin typeface="微软雅黑"/>
                <a:ea typeface="微软雅黑"/>
              </a:rPr>
              <a:t>, </a:t>
            </a:r>
            <a:r>
              <a:rPr lang="en-US" altLang="zh-CN" sz="2400" b="1" dirty="0" err="1">
                <a:solidFill>
                  <a:srgbClr val="660099"/>
                </a:solidFill>
                <a:latin typeface="微软雅黑"/>
                <a:ea typeface="微软雅黑"/>
              </a:rPr>
              <a:t>max_rows</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None</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encoding</a:t>
            </a:r>
            <a:r>
              <a:rPr lang="en-US" altLang="zh-CN" sz="2400" b="1" dirty="0">
                <a:solidFill>
                  <a:prstClr val="black"/>
                </a:solidFill>
                <a:latin typeface="微软雅黑"/>
                <a:ea typeface="微软雅黑"/>
              </a:rPr>
              <a:t>=</a:t>
            </a:r>
            <a:r>
              <a:rPr lang="en-US" altLang="zh-CN" sz="2400" b="1" dirty="0">
                <a:solidFill>
                  <a:srgbClr val="171BEB"/>
                </a:solidFill>
                <a:latin typeface="微软雅黑"/>
                <a:ea typeface="微软雅黑"/>
              </a:rPr>
              <a:t>'bytes'</a:t>
            </a:r>
            <a:r>
              <a:rPr lang="en-US" altLang="zh-CN" sz="2400" b="1" dirty="0">
                <a:solidFill>
                  <a:prstClr val="black"/>
                </a:solidFill>
                <a:latin typeface="微软雅黑"/>
                <a:ea typeface="微软雅黑"/>
              </a:rPr>
              <a:t>…)</a:t>
            </a:r>
            <a:endParaRPr lang="zh-CN" altLang="zh-CN" sz="2400" b="1" dirty="0">
              <a:solidFill>
                <a:prstClr val="black"/>
              </a:solidFill>
              <a:latin typeface="微软雅黑"/>
              <a:ea typeface="微软雅黑"/>
            </a:endParaRPr>
          </a:p>
        </p:txBody>
      </p:sp>
      <p:sp>
        <p:nvSpPr>
          <p:cNvPr id="5" name="内容占位符 4"/>
          <p:cNvSpPr txBox="1"/>
          <p:nvPr/>
        </p:nvSpPr>
        <p:spPr>
          <a:xfrm>
            <a:off x="838200" y="3396370"/>
            <a:ext cx="10515600" cy="3441310"/>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457200" indent="-457200">
              <a:lnSpc>
                <a:spcPct val="150000"/>
              </a:lnSpc>
              <a:buFont typeface="+mj-lt"/>
              <a:buAutoNum type="arabicPeriod" startAt="6"/>
            </a:pPr>
            <a:r>
              <a:rPr lang="en-US" altLang="zh-CN" sz="2000" b="1" dirty="0">
                <a:solidFill>
                  <a:schemeClr val="accent2"/>
                </a:solidFill>
                <a:latin typeface="微软雅黑" panose="020B0503020204020204" pitchFamily="34" charset="-122"/>
                <a:ea typeface="微软雅黑" panose="020B0503020204020204" pitchFamily="34" charset="-122"/>
              </a:rPr>
              <a:t>usecols</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：整数序列，指明</a:t>
            </a:r>
            <a:r>
              <a:rPr lang="zh-CN" altLang="en-US" sz="2000" b="1" dirty="0">
                <a:solidFill>
                  <a:schemeClr val="accent2"/>
                </a:solidFill>
                <a:latin typeface="微软雅黑" panose="020B0503020204020204" pitchFamily="34" charset="-122"/>
                <a:ea typeface="微软雅黑" panose="020B0503020204020204" pitchFamily="34" charset="-122"/>
              </a:rPr>
              <a:t>哪些列将被读取</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，序号从 </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0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开始。在某些情况下，只希望返回其中的几个列的数据，可以使用 </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usecols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参数选择要导入哪些列。此参数接受单个整数或对应于要导入的列的索引的整数序列。例如：“</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usecols = (1, 4, 5)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将读取第 </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2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列、第 </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5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列和第 </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6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列数据。</a:t>
            </a:r>
            <a:endPar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endParaRPr>
          </a:p>
          <a:p>
            <a:pPr marL="457200" indent="-457200">
              <a:lnSpc>
                <a:spcPct val="150000"/>
              </a:lnSpc>
              <a:buFont typeface="+mj-lt"/>
              <a:buAutoNum type="arabicPeriod" startAt="6"/>
            </a:pPr>
            <a:r>
              <a:rPr lang="en-US" altLang="zh-CN" sz="2000" b="1" dirty="0">
                <a:solidFill>
                  <a:schemeClr val="accent2"/>
                </a:solidFill>
                <a:latin typeface="微软雅黑" panose="020B0503020204020204" pitchFamily="34" charset="-122"/>
                <a:ea typeface="微软雅黑" panose="020B0503020204020204" pitchFamily="34" charset="-122"/>
              </a:rPr>
              <a:t>unpack</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：布尔值，默认值为 </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False</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，当该值为 </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True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时，返回的数组将被</a:t>
            </a:r>
            <a:r>
              <a:rPr lang="zh-CN" altLang="en-US" sz="2000" b="1" dirty="0">
                <a:solidFill>
                  <a:schemeClr val="accent2"/>
                </a:solidFill>
                <a:latin typeface="微软雅黑" panose="020B0503020204020204" pitchFamily="34" charset="-122"/>
                <a:ea typeface="微软雅黑" panose="020B0503020204020204" pitchFamily="34" charset="-122"/>
              </a:rPr>
              <a:t>转置</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，以便可以使用 </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x, y, z = </a:t>
            </a:r>
            <a:r>
              <a:rPr lang="en-US" altLang="zh-CN" sz="2000" dirty="0" err="1">
                <a:solidFill>
                  <a:sysClr val="windowText" lastClr="000000">
                    <a:lumMod val="85000"/>
                    <a:lumOff val="15000"/>
                  </a:sysClr>
                </a:solidFill>
                <a:latin typeface="微软雅黑" panose="020B0503020204020204" pitchFamily="34" charset="-122"/>
                <a:ea typeface="微软雅黑" panose="020B0503020204020204" pitchFamily="34" charset="-122"/>
              </a:rPr>
              <a:t>genfromtxt</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解压参数。当 </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unpack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参数与记录数据类型一起使用时，每个字段都返回数组。</a:t>
            </a:r>
            <a:endPar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endParaRPr>
          </a:p>
        </p:txBody>
      </p:sp>
      <p:sp>
        <p:nvSpPr>
          <p:cNvPr id="6" name="矩形 5"/>
          <p:cNvSpPr/>
          <p:nvPr/>
        </p:nvSpPr>
        <p:spPr>
          <a:xfrm>
            <a:off x="7708505" y="2222092"/>
            <a:ext cx="1189689" cy="432620"/>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250"/>
                                        <p:tgtEl>
                                          <p:spTgt spid="5">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25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5">
                                            <p:txEl>
                                              <p:pRg st="1" end="1"/>
                                            </p:txEl>
                                          </p:spTgt>
                                        </p:tgtEl>
                                        <p:attrNameLst>
                                          <p:attrName>style.visibility</p:attrName>
                                        </p:attrNameLst>
                                      </p:cBhvr>
                                      <p:to>
                                        <p:strVal val="visible"/>
                                      </p:to>
                                    </p:set>
                                    <p:animEffect transition="in" filter="fade">
                                      <p:cBhvr>
                                        <p:cTn id="20" dur="25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7.5.2</a:t>
            </a:r>
            <a:endParaRPr lang="zh-CN" altLang="en-US" dirty="0"/>
          </a:p>
        </p:txBody>
      </p:sp>
      <p:sp>
        <p:nvSpPr>
          <p:cNvPr id="3" name="标题 2"/>
          <p:cNvSpPr>
            <a:spLocks noGrp="1"/>
          </p:cNvSpPr>
          <p:nvPr>
            <p:ph type="title"/>
          </p:nvPr>
        </p:nvSpPr>
        <p:spPr/>
        <p:txBody>
          <a:bodyPr/>
          <a:lstStyle/>
          <a:p>
            <a:r>
              <a:rPr lang="zh-CN" altLang="en-US" dirty="0"/>
              <a:t>读文件</a:t>
            </a:r>
            <a:endParaRPr lang="zh-CN" altLang="en-US" dirty="0"/>
          </a:p>
        </p:txBody>
      </p:sp>
      <p:sp>
        <p:nvSpPr>
          <p:cNvPr id="6" name="内容占位符 5"/>
          <p:cNvSpPr txBox="1"/>
          <p:nvPr/>
        </p:nvSpPr>
        <p:spPr>
          <a:xfrm>
            <a:off x="522109" y="1269271"/>
            <a:ext cx="11147781" cy="4797232"/>
          </a:xfrm>
          <a:prstGeom prst="roundRect">
            <a:avLst>
              <a:gd name="adj" fmla="val 10805"/>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dirty="0">
                <a:solidFill>
                  <a:srgbClr val="4B69C6"/>
                </a:solidFill>
                <a:latin typeface="+mj-lt"/>
              </a:rPr>
              <a:t>import</a:t>
            </a:r>
            <a:r>
              <a:rPr lang="en-US" altLang="zh-CN" dirty="0">
                <a:solidFill>
                  <a:srgbClr val="333333"/>
                </a:solidFill>
                <a:latin typeface="+mj-lt"/>
              </a:rPr>
              <a:t> </a:t>
            </a:r>
            <a:r>
              <a:rPr lang="en-US" altLang="zh-CN" b="1" dirty="0" err="1">
                <a:solidFill>
                  <a:srgbClr val="7A3E9D"/>
                </a:solidFill>
                <a:latin typeface="+mj-lt"/>
              </a:rPr>
              <a:t>numpy</a:t>
            </a:r>
            <a:r>
              <a:rPr lang="en-US" altLang="zh-CN" dirty="0">
                <a:solidFill>
                  <a:srgbClr val="333333"/>
                </a:solidFill>
                <a:latin typeface="+mj-lt"/>
              </a:rPr>
              <a:t> </a:t>
            </a:r>
            <a:r>
              <a:rPr lang="en-US" altLang="zh-CN" dirty="0">
                <a:solidFill>
                  <a:srgbClr val="4B69C6"/>
                </a:solidFill>
                <a:latin typeface="+mj-lt"/>
              </a:rPr>
              <a:t>as</a:t>
            </a:r>
            <a:r>
              <a:rPr lang="en-US" altLang="zh-CN" dirty="0">
                <a:solidFill>
                  <a:srgbClr val="333333"/>
                </a:solidFill>
                <a:latin typeface="+mj-lt"/>
              </a:rPr>
              <a:t> </a:t>
            </a:r>
            <a:r>
              <a:rPr lang="en-US" altLang="zh-CN" b="1" dirty="0">
                <a:solidFill>
                  <a:srgbClr val="7A3E9D"/>
                </a:solidFill>
                <a:latin typeface="+mj-lt"/>
              </a:rPr>
              <a:t>np</a:t>
            </a:r>
            <a:endParaRPr lang="en-US" altLang="zh-CN" dirty="0">
              <a:solidFill>
                <a:srgbClr val="333333"/>
              </a:solidFill>
              <a:latin typeface="+mj-lt"/>
            </a:endParaRPr>
          </a:p>
          <a:p>
            <a:r>
              <a:rPr lang="en-US" altLang="zh-CN" dirty="0">
                <a:solidFill>
                  <a:srgbClr val="333333"/>
                </a:solidFill>
                <a:latin typeface="+mj-lt"/>
              </a:rPr>
              <a:t> </a:t>
            </a:r>
            <a:endParaRPr lang="en-US" altLang="zh-CN" dirty="0">
              <a:solidFill>
                <a:srgbClr val="333333"/>
              </a:solidFill>
              <a:latin typeface="+mj-lt"/>
            </a:endParaRPr>
          </a:p>
          <a:p>
            <a:r>
              <a:rPr lang="en-US" altLang="zh-CN" dirty="0">
                <a:solidFill>
                  <a:srgbClr val="7A3E9D"/>
                </a:solidFill>
                <a:latin typeface="+mj-lt"/>
              </a:rPr>
              <a:t>file</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448C27"/>
                </a:solidFill>
                <a:latin typeface="+mj-lt"/>
              </a:rPr>
              <a:t>score_nan.csv</a:t>
            </a:r>
            <a:r>
              <a:rPr lang="en-US" altLang="zh-CN" dirty="0">
                <a:solidFill>
                  <a:srgbClr val="777777"/>
                </a:solidFill>
                <a:latin typeface="+mj-lt"/>
              </a:rPr>
              <a:t>'</a:t>
            </a:r>
            <a:endParaRPr lang="en-US" altLang="zh-CN" dirty="0">
              <a:solidFill>
                <a:srgbClr val="333333"/>
              </a:solidFill>
              <a:latin typeface="+mj-lt"/>
            </a:endParaRPr>
          </a:p>
          <a:p>
            <a:r>
              <a:rPr lang="en-US" altLang="zh-CN" dirty="0">
                <a:solidFill>
                  <a:srgbClr val="7A3E9D"/>
                </a:solidFill>
                <a:latin typeface="+mj-lt"/>
              </a:rPr>
              <a:t>data</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b="1" dirty="0" err="1">
                <a:solidFill>
                  <a:srgbClr val="7A3E9D"/>
                </a:solidFill>
                <a:latin typeface="+mj-lt"/>
              </a:rPr>
              <a:t>np</a:t>
            </a:r>
            <a:r>
              <a:rPr lang="en-US" altLang="zh-CN" dirty="0" err="1">
                <a:solidFill>
                  <a:srgbClr val="777777"/>
                </a:solidFill>
                <a:latin typeface="+mj-lt"/>
              </a:rPr>
              <a:t>.</a:t>
            </a:r>
            <a:r>
              <a:rPr lang="en-US" altLang="zh-CN" b="1" dirty="0" err="1">
                <a:solidFill>
                  <a:srgbClr val="AA3731"/>
                </a:solidFill>
                <a:latin typeface="+mj-lt"/>
              </a:rPr>
              <a:t>genfromtxt</a:t>
            </a:r>
            <a:r>
              <a:rPr lang="en-US" altLang="zh-CN" dirty="0">
                <a:solidFill>
                  <a:srgbClr val="777777"/>
                </a:solidFill>
                <a:latin typeface="+mj-lt"/>
              </a:rPr>
              <a:t>(</a:t>
            </a:r>
            <a:r>
              <a:rPr lang="en-US" altLang="zh-CN" dirty="0">
                <a:solidFill>
                  <a:srgbClr val="7A3E9D"/>
                </a:solidFill>
                <a:latin typeface="+mj-lt"/>
              </a:rPr>
              <a:t>file</a:t>
            </a:r>
            <a:r>
              <a:rPr lang="en-US" altLang="zh-CN" dirty="0">
                <a:solidFill>
                  <a:srgbClr val="777777"/>
                </a:solidFill>
                <a:latin typeface="+mj-lt"/>
              </a:rPr>
              <a:t>,</a:t>
            </a:r>
            <a:r>
              <a:rPr lang="en-US" altLang="zh-CN" dirty="0">
                <a:solidFill>
                  <a:srgbClr val="333333"/>
                </a:solidFill>
                <a:latin typeface="+mj-lt"/>
              </a:rPr>
              <a:t> </a:t>
            </a:r>
            <a:r>
              <a:rPr lang="en-US" altLang="zh-CN" dirty="0" err="1">
                <a:solidFill>
                  <a:srgbClr val="7A3E9D"/>
                </a:solidFill>
                <a:latin typeface="+mj-lt"/>
              </a:rPr>
              <a:t>dtype</a:t>
            </a:r>
            <a:r>
              <a:rPr lang="en-US" altLang="zh-CN" dirty="0">
                <a:solidFill>
                  <a:srgbClr val="777777"/>
                </a:solidFill>
                <a:latin typeface="+mj-lt"/>
              </a:rPr>
              <a:t>=</a:t>
            </a:r>
            <a:r>
              <a:rPr lang="en-US" altLang="zh-CN" dirty="0">
                <a:solidFill>
                  <a:srgbClr val="9C5D27"/>
                </a:solidFill>
                <a:latin typeface="+mj-lt"/>
              </a:rPr>
              <a:t>None</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delimiter</a:t>
            </a:r>
            <a:r>
              <a:rPr lang="en-US" altLang="zh-CN" dirty="0">
                <a:solidFill>
                  <a:srgbClr val="777777"/>
                </a:solidFill>
                <a:latin typeface="+mj-lt"/>
              </a:rPr>
              <a:t>='</a:t>
            </a:r>
            <a:r>
              <a:rPr lang="en-US" altLang="zh-CN" dirty="0">
                <a:solidFill>
                  <a:srgbClr val="448C27"/>
                </a:solidFill>
                <a:latin typeface="+mj-lt"/>
              </a:rPr>
              <a:t>,</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unpack</a:t>
            </a:r>
            <a:r>
              <a:rPr lang="en-US" altLang="zh-CN" dirty="0">
                <a:solidFill>
                  <a:srgbClr val="777777"/>
                </a:solidFill>
                <a:latin typeface="+mj-lt"/>
              </a:rPr>
              <a:t>=</a:t>
            </a:r>
            <a:r>
              <a:rPr lang="en-US" altLang="zh-CN" dirty="0">
                <a:solidFill>
                  <a:srgbClr val="9C5D27"/>
                </a:solidFill>
                <a:latin typeface="+mj-lt"/>
              </a:rPr>
              <a:t>True</a:t>
            </a:r>
            <a:r>
              <a:rPr lang="en-US" altLang="zh-CN" dirty="0">
                <a:solidFill>
                  <a:srgbClr val="777777"/>
                </a:solidFill>
                <a:latin typeface="+mj-lt"/>
              </a:rPr>
              <a:t>,</a:t>
            </a:r>
            <a:r>
              <a:rPr lang="en-US" altLang="zh-CN" dirty="0">
                <a:solidFill>
                  <a:srgbClr val="333333"/>
                </a:solidFill>
                <a:latin typeface="+mj-lt"/>
              </a:rPr>
              <a:t> </a:t>
            </a:r>
            <a:r>
              <a:rPr lang="en-US" altLang="zh-CN" dirty="0" err="1">
                <a:solidFill>
                  <a:srgbClr val="7A3E9D"/>
                </a:solidFill>
                <a:latin typeface="+mj-lt"/>
              </a:rPr>
              <a:t>filling_values</a:t>
            </a:r>
            <a:r>
              <a:rPr lang="en-US" altLang="zh-CN" dirty="0">
                <a:solidFill>
                  <a:srgbClr val="777777"/>
                </a:solidFill>
                <a:latin typeface="+mj-lt"/>
              </a:rPr>
              <a:t>=</a:t>
            </a:r>
            <a:r>
              <a:rPr lang="en-US" altLang="zh-CN" dirty="0">
                <a:solidFill>
                  <a:srgbClr val="9C5D27"/>
                </a:solidFill>
                <a:latin typeface="+mj-lt"/>
              </a:rPr>
              <a:t>0</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encoding</a:t>
            </a:r>
            <a:r>
              <a:rPr lang="en-US" altLang="zh-CN" dirty="0">
                <a:solidFill>
                  <a:srgbClr val="777777"/>
                </a:solidFill>
                <a:latin typeface="+mj-lt"/>
              </a:rPr>
              <a:t>='</a:t>
            </a:r>
            <a:r>
              <a:rPr lang="en-US" altLang="zh-CN" dirty="0">
                <a:solidFill>
                  <a:srgbClr val="448C27"/>
                </a:solidFill>
                <a:latin typeface="+mj-lt"/>
              </a:rPr>
              <a:t>utf-8</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unpack=True</a:t>
            </a:r>
            <a:r>
              <a:rPr lang="zh-CN" altLang="en-US" dirty="0">
                <a:solidFill>
                  <a:srgbClr val="AAAAAA"/>
                </a:solidFill>
                <a:latin typeface="+mj-lt"/>
              </a:rPr>
              <a:t>转置输出</a:t>
            </a:r>
            <a:endParaRPr lang="zh-CN" altLang="en-US" dirty="0">
              <a:solidFill>
                <a:srgbClr val="333333"/>
              </a:solidFill>
              <a:latin typeface="+mj-lt"/>
            </a:endParaRPr>
          </a:p>
          <a:p>
            <a:r>
              <a:rPr lang="en-US" altLang="zh-CN" b="1" dirty="0">
                <a:solidFill>
                  <a:srgbClr val="AA3731"/>
                </a:solidFill>
                <a:latin typeface="+mj-lt"/>
              </a:rPr>
              <a:t>print</a:t>
            </a:r>
            <a:r>
              <a:rPr lang="en-US" altLang="zh-CN" dirty="0">
                <a:solidFill>
                  <a:srgbClr val="777777"/>
                </a:solidFill>
                <a:latin typeface="+mj-lt"/>
              </a:rPr>
              <a:t>(</a:t>
            </a:r>
            <a:r>
              <a:rPr lang="en-US" altLang="zh-CN" dirty="0">
                <a:solidFill>
                  <a:srgbClr val="7A3E9D"/>
                </a:solidFill>
                <a:latin typeface="+mj-lt"/>
              </a:rPr>
              <a:t>data</a:t>
            </a:r>
            <a:r>
              <a:rPr lang="en-US" altLang="zh-CN" dirty="0">
                <a:solidFill>
                  <a:srgbClr val="777777"/>
                </a:solidFill>
                <a:latin typeface="+mj-lt"/>
              </a:rPr>
              <a:t>)</a:t>
            </a:r>
            <a:r>
              <a:rPr lang="en-US" altLang="zh-CN" dirty="0">
                <a:solidFill>
                  <a:srgbClr val="333333"/>
                </a:solidFill>
                <a:latin typeface="+mj-lt"/>
              </a:rPr>
              <a:t> </a:t>
            </a:r>
            <a:endParaRPr lang="en-US" altLang="zh-CN" dirty="0">
              <a:solidFill>
                <a:srgbClr val="333333"/>
              </a:solidFill>
              <a:latin typeface="+mj-lt"/>
            </a:endParaRPr>
          </a:p>
          <a:p>
            <a:r>
              <a:rPr lang="en-US" altLang="zh-CN" dirty="0">
                <a:solidFill>
                  <a:srgbClr val="7A3E9D"/>
                </a:solidFill>
                <a:latin typeface="+mj-lt"/>
              </a:rPr>
              <a:t>name</a:t>
            </a:r>
            <a:r>
              <a:rPr lang="en-US" altLang="zh-CN" dirty="0">
                <a:solidFill>
                  <a:srgbClr val="777777"/>
                </a:solidFill>
                <a:latin typeface="+mj-lt"/>
              </a:rPr>
              <a:t>,</a:t>
            </a:r>
            <a:r>
              <a:rPr lang="en-US" altLang="zh-CN" dirty="0">
                <a:solidFill>
                  <a:srgbClr val="333333"/>
                </a:solidFill>
                <a:latin typeface="+mj-lt"/>
              </a:rPr>
              <a:t> </a:t>
            </a:r>
            <a:r>
              <a:rPr lang="en-US" altLang="zh-CN" b="1" dirty="0">
                <a:solidFill>
                  <a:srgbClr val="7A3E9D"/>
                </a:solidFill>
                <a:latin typeface="+mj-lt"/>
              </a:rPr>
              <a:t>id</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c</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java</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python</a:t>
            </a:r>
            <a:r>
              <a:rPr lang="en-US" altLang="zh-CN" dirty="0">
                <a:solidFill>
                  <a:srgbClr val="777777"/>
                </a:solidFill>
                <a:latin typeface="+mj-lt"/>
              </a:rPr>
              <a:t>,</a:t>
            </a:r>
            <a:r>
              <a:rPr lang="en-US" altLang="zh-CN" dirty="0">
                <a:solidFill>
                  <a:srgbClr val="333333"/>
                </a:solidFill>
                <a:latin typeface="+mj-lt"/>
              </a:rPr>
              <a:t> </a:t>
            </a:r>
            <a:r>
              <a:rPr lang="en-US" altLang="zh-CN" dirty="0" err="1">
                <a:solidFill>
                  <a:srgbClr val="7A3E9D"/>
                </a:solidFill>
                <a:latin typeface="+mj-lt"/>
              </a:rPr>
              <a:t>vb</a:t>
            </a:r>
            <a:r>
              <a:rPr lang="en-US" altLang="zh-CN" dirty="0">
                <a:solidFill>
                  <a:srgbClr val="777777"/>
                </a:solidFill>
                <a:latin typeface="+mj-lt"/>
              </a:rPr>
              <a:t>,</a:t>
            </a:r>
            <a:r>
              <a:rPr lang="en-US" altLang="zh-CN" dirty="0">
                <a:solidFill>
                  <a:srgbClr val="333333"/>
                </a:solidFill>
                <a:latin typeface="+mj-lt"/>
              </a:rPr>
              <a:t> </a:t>
            </a:r>
            <a:r>
              <a:rPr lang="en-US" altLang="zh-CN" dirty="0" err="1">
                <a:solidFill>
                  <a:srgbClr val="7A3E9D"/>
                </a:solidFill>
                <a:latin typeface="+mj-lt"/>
              </a:rPr>
              <a:t>cpp</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total</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data</a:t>
            </a:r>
            <a:endParaRPr lang="en-US" altLang="zh-CN" dirty="0">
              <a:solidFill>
                <a:srgbClr val="333333"/>
              </a:solidFill>
              <a:latin typeface="+mj-lt"/>
            </a:endParaRPr>
          </a:p>
          <a:p>
            <a:r>
              <a:rPr lang="en-US" altLang="zh-CN" b="1" dirty="0">
                <a:solidFill>
                  <a:srgbClr val="AA3731"/>
                </a:solidFill>
                <a:latin typeface="+mj-lt"/>
              </a:rPr>
              <a:t>print</a:t>
            </a:r>
            <a:r>
              <a:rPr lang="en-US" altLang="zh-CN" dirty="0">
                <a:solidFill>
                  <a:srgbClr val="777777"/>
                </a:solidFill>
                <a:latin typeface="+mj-lt"/>
              </a:rPr>
              <a:t>(</a:t>
            </a:r>
            <a:r>
              <a:rPr lang="en-US" altLang="zh-CN" dirty="0">
                <a:solidFill>
                  <a:srgbClr val="7A3E9D"/>
                </a:solidFill>
                <a:latin typeface="+mj-lt"/>
              </a:rPr>
              <a:t>name</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输出 </a:t>
            </a:r>
            <a:r>
              <a:rPr lang="en-US" altLang="zh-CN" dirty="0">
                <a:solidFill>
                  <a:srgbClr val="AAAAAA"/>
                </a:solidFill>
                <a:latin typeface="+mj-lt"/>
              </a:rPr>
              <a:t>['</a:t>
            </a:r>
            <a:r>
              <a:rPr lang="zh-CN" altLang="en-US" dirty="0">
                <a:solidFill>
                  <a:srgbClr val="AAAAAA"/>
                </a:solidFill>
                <a:latin typeface="+mj-lt"/>
              </a:rPr>
              <a:t>姓名</a:t>
            </a:r>
            <a:r>
              <a:rPr lang="en-US" altLang="zh-CN" dirty="0">
                <a:solidFill>
                  <a:srgbClr val="AAAAAA"/>
                </a:solidFill>
                <a:latin typeface="+mj-lt"/>
              </a:rPr>
              <a:t>' '</a:t>
            </a:r>
            <a:r>
              <a:rPr lang="zh-CN" altLang="en-US" dirty="0">
                <a:solidFill>
                  <a:srgbClr val="AAAAAA"/>
                </a:solidFill>
                <a:latin typeface="+mj-lt"/>
              </a:rPr>
              <a:t>朱佳</a:t>
            </a:r>
            <a:r>
              <a:rPr lang="en-US" altLang="zh-CN" dirty="0">
                <a:solidFill>
                  <a:srgbClr val="AAAAAA"/>
                </a:solidFill>
                <a:latin typeface="+mj-lt"/>
              </a:rPr>
              <a:t>' '</a:t>
            </a:r>
            <a:r>
              <a:rPr lang="zh-CN" altLang="en-US" dirty="0">
                <a:solidFill>
                  <a:srgbClr val="AAAAAA"/>
                </a:solidFill>
                <a:latin typeface="+mj-lt"/>
              </a:rPr>
              <a:t>李思</a:t>
            </a:r>
            <a:r>
              <a:rPr lang="en-US" altLang="zh-CN" dirty="0">
                <a:solidFill>
                  <a:srgbClr val="AAAAAA"/>
                </a:solidFill>
                <a:latin typeface="+mj-lt"/>
              </a:rPr>
              <a:t>' '</a:t>
            </a:r>
            <a:r>
              <a:rPr lang="zh-CN" altLang="en-US" dirty="0">
                <a:solidFill>
                  <a:srgbClr val="AAAAAA"/>
                </a:solidFill>
                <a:latin typeface="+mj-lt"/>
              </a:rPr>
              <a:t>郑君</a:t>
            </a:r>
            <a:r>
              <a:rPr lang="en-US" altLang="zh-CN" dirty="0">
                <a:solidFill>
                  <a:srgbClr val="AAAAAA"/>
                </a:solidFill>
                <a:latin typeface="+mj-lt"/>
              </a:rPr>
              <a:t>' '</a:t>
            </a:r>
            <a:r>
              <a:rPr lang="zh-CN" altLang="en-US" dirty="0">
                <a:solidFill>
                  <a:srgbClr val="AAAAAA"/>
                </a:solidFill>
                <a:latin typeface="+mj-lt"/>
              </a:rPr>
              <a:t>王雪</a:t>
            </a:r>
            <a:r>
              <a:rPr lang="en-US" altLang="zh-CN" dirty="0">
                <a:solidFill>
                  <a:srgbClr val="AAAAAA"/>
                </a:solidFill>
                <a:latin typeface="+mj-lt"/>
              </a:rPr>
              <a:t>' '</a:t>
            </a:r>
            <a:r>
              <a:rPr lang="zh-CN" altLang="en-US" dirty="0">
                <a:solidFill>
                  <a:srgbClr val="AAAAAA"/>
                </a:solidFill>
                <a:latin typeface="+mj-lt"/>
              </a:rPr>
              <a:t>罗明</a:t>
            </a:r>
            <a:r>
              <a:rPr lang="en-US" altLang="zh-CN" dirty="0">
                <a:solidFill>
                  <a:srgbClr val="AAAAAA"/>
                </a:solidFill>
                <a:latin typeface="+mj-lt"/>
              </a:rPr>
              <a:t>']</a:t>
            </a:r>
            <a:endParaRPr lang="zh-CN" altLang="en-US" dirty="0">
              <a:solidFill>
                <a:srgbClr val="333333"/>
              </a:solidFill>
              <a:latin typeface="+mj-lt"/>
            </a:endParaRPr>
          </a:p>
          <a:p>
            <a:r>
              <a:rPr lang="en-US" altLang="zh-CN" b="1" dirty="0">
                <a:solidFill>
                  <a:srgbClr val="AA3731"/>
                </a:solidFill>
                <a:latin typeface="+mj-lt"/>
              </a:rPr>
              <a:t>print</a:t>
            </a:r>
            <a:r>
              <a:rPr lang="en-US" altLang="zh-CN" dirty="0">
                <a:solidFill>
                  <a:srgbClr val="777777"/>
                </a:solidFill>
                <a:latin typeface="+mj-lt"/>
              </a:rPr>
              <a:t>(</a:t>
            </a:r>
            <a:r>
              <a:rPr lang="en-US" altLang="zh-CN" dirty="0">
                <a:solidFill>
                  <a:srgbClr val="7A3E9D"/>
                </a:solidFill>
                <a:latin typeface="+mj-lt"/>
              </a:rPr>
              <a:t>python</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输出 </a:t>
            </a:r>
            <a:r>
              <a:rPr lang="en-US" altLang="zh-CN" dirty="0">
                <a:solidFill>
                  <a:srgbClr val="AAAAAA"/>
                </a:solidFill>
                <a:latin typeface="+mj-lt"/>
              </a:rPr>
              <a:t>['Python' '66' '96' '76' '91' '85']</a:t>
            </a:r>
            <a:endParaRPr lang="en-US" altLang="zh-CN" dirty="0">
              <a:solidFill>
                <a:srgbClr val="333333"/>
              </a:solidFill>
              <a:latin typeface="+mj-lt"/>
            </a:endParaRPr>
          </a:p>
          <a:p>
            <a:r>
              <a:rPr lang="en-US" altLang="zh-CN" b="1" dirty="0">
                <a:solidFill>
                  <a:srgbClr val="AA3731"/>
                </a:solidFill>
                <a:latin typeface="+mj-lt"/>
              </a:rPr>
              <a:t>print</a:t>
            </a:r>
            <a:r>
              <a:rPr lang="en-US" altLang="zh-CN" dirty="0">
                <a:solidFill>
                  <a:srgbClr val="777777"/>
                </a:solidFill>
                <a:latin typeface="+mj-lt"/>
              </a:rPr>
              <a:t>(</a:t>
            </a:r>
            <a:r>
              <a:rPr lang="en-US" altLang="zh-CN" dirty="0">
                <a:solidFill>
                  <a:srgbClr val="7A3E9D"/>
                </a:solidFill>
                <a:latin typeface="+mj-lt"/>
              </a:rPr>
              <a:t>total</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输出 </a:t>
            </a:r>
            <a:r>
              <a:rPr lang="en-US" altLang="zh-CN" dirty="0">
                <a:solidFill>
                  <a:srgbClr val="AAAAAA"/>
                </a:solidFill>
                <a:latin typeface="+mj-lt"/>
              </a:rPr>
              <a:t>['</a:t>
            </a:r>
            <a:r>
              <a:rPr lang="zh-CN" altLang="en-US" dirty="0">
                <a:solidFill>
                  <a:srgbClr val="AAAAAA"/>
                </a:solidFill>
                <a:latin typeface="+mj-lt"/>
              </a:rPr>
              <a:t>总分</a:t>
            </a:r>
            <a:r>
              <a:rPr lang="en-US" altLang="zh-CN" dirty="0">
                <a:solidFill>
                  <a:srgbClr val="AAAAAA"/>
                </a:solidFill>
                <a:latin typeface="+mj-lt"/>
              </a:rPr>
              <a:t>' '407' '418' '263' '460' '430']</a:t>
            </a:r>
            <a:endParaRPr lang="zh-CN" altLang="en-US" dirty="0">
              <a:solidFill>
                <a:srgbClr val="333333"/>
              </a:solidFill>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7.5.2</a:t>
            </a:r>
            <a:endParaRPr lang="zh-CN" altLang="en-US" dirty="0"/>
          </a:p>
        </p:txBody>
      </p:sp>
      <p:sp>
        <p:nvSpPr>
          <p:cNvPr id="3" name="标题 2"/>
          <p:cNvSpPr>
            <a:spLocks noGrp="1"/>
          </p:cNvSpPr>
          <p:nvPr>
            <p:ph type="title"/>
          </p:nvPr>
        </p:nvSpPr>
        <p:spPr/>
        <p:txBody>
          <a:bodyPr/>
          <a:lstStyle/>
          <a:p>
            <a:r>
              <a:rPr lang="zh-CN" altLang="en-US" dirty="0"/>
              <a:t>读文件</a:t>
            </a:r>
            <a:endParaRPr lang="zh-CN" altLang="en-US" dirty="0"/>
          </a:p>
        </p:txBody>
      </p:sp>
      <p:sp>
        <p:nvSpPr>
          <p:cNvPr id="7" name="内容占位符 1"/>
          <p:cNvSpPr txBox="1"/>
          <p:nvPr/>
        </p:nvSpPr>
        <p:spPr>
          <a:xfrm>
            <a:off x="780061" y="5503113"/>
            <a:ext cx="10631877" cy="1120081"/>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50000"/>
              </a:lnSpc>
              <a:defRPr/>
            </a:pPr>
            <a:r>
              <a:rPr lang="zh-CN" altLang="en-US" sz="2200" dirty="0">
                <a:solidFill>
                  <a:sysClr val="windowText" lastClr="000000"/>
                </a:solidFill>
                <a:latin typeface="微软雅黑" panose="020B0503020204020204" pitchFamily="34" charset="-122"/>
                <a:ea typeface="微软雅黑" panose="020B0503020204020204" pitchFamily="34" charset="-122"/>
              </a:rPr>
              <a:t>从输出中可以看到，原来的列的数据现在变成数组中的一行，可以更方便地对原来的列数据进行统计分析，例如计算每门课的平均成绩、中位数等。</a:t>
            </a:r>
            <a:endParaRPr lang="en-US" altLang="zh-CN" sz="2200" kern="0" dirty="0">
              <a:solidFill>
                <a:srgbClr val="595959"/>
              </a:solidFill>
              <a:effectLst/>
              <a:latin typeface="Times New Roman" panose="02020603050405020304" pitchFamily="18" charset="0"/>
              <a:ea typeface="宋体" pitchFamily="2" charset="-122"/>
            </a:endParaRPr>
          </a:p>
        </p:txBody>
      </p:sp>
      <p:sp>
        <p:nvSpPr>
          <p:cNvPr id="2" name="文本框 1"/>
          <p:cNvSpPr txBox="1"/>
          <p:nvPr/>
        </p:nvSpPr>
        <p:spPr>
          <a:xfrm>
            <a:off x="780061" y="985520"/>
            <a:ext cx="10631877" cy="4508558"/>
          </a:xfrm>
          <a:prstGeom prst="roundRect">
            <a:avLst>
              <a:gd name="adj" fmla="val 5518"/>
            </a:avLst>
          </a:prstGeom>
          <a:solidFill>
            <a:srgbClr val="0070C0"/>
          </a:solidFill>
          <a:ln>
            <a:solidFill>
              <a:schemeClr val="bg1"/>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nchorCtr="0"/>
          <a:lstStyle>
            <a:defPPr>
              <a:defRPr lang="zh-CN"/>
            </a:defPPr>
            <a:lvl1pPr>
              <a:defRPr sz="24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25000"/>
              </a:lnSpc>
              <a:spcBef>
                <a:spcPts val="50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输出：</a:t>
            </a:r>
            <a:endParaRPr kumimoji="0" lang="en-US" altLang="zh-CN"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lvl="0">
              <a:lnSpc>
                <a:spcPct val="125000"/>
              </a:lnSpc>
              <a:spcBef>
                <a:spcPts val="500"/>
              </a:spcBef>
              <a:defRPr/>
            </a:pPr>
            <a:r>
              <a:rPr lang="en-US" altLang="zh-CN" sz="2000" b="1" dirty="0">
                <a:solidFill>
                  <a:prstClr val="white"/>
                </a:solidFill>
                <a:latin typeface="微软雅黑" panose="020B0503020204020204" pitchFamily="34" charset="-122"/>
                <a:ea typeface="微软雅黑" panose="020B0503020204020204" pitchFamily="34" charset="-122"/>
              </a:rPr>
              <a:t>[['</a:t>
            </a:r>
            <a:r>
              <a:rPr lang="zh-CN" altLang="en-US" sz="2000" b="1" dirty="0">
                <a:solidFill>
                  <a:prstClr val="white"/>
                </a:solidFill>
                <a:latin typeface="微软雅黑" panose="020B0503020204020204" pitchFamily="34" charset="-122"/>
                <a:ea typeface="微软雅黑" panose="020B0503020204020204" pitchFamily="34" charset="-122"/>
              </a:rPr>
              <a:t>姓名</a:t>
            </a:r>
            <a:r>
              <a:rPr lang="en-US" altLang="zh-CN" sz="2000" b="1" dirty="0">
                <a:solidFill>
                  <a:prstClr val="white"/>
                </a:solidFill>
                <a:latin typeface="微软雅黑" panose="020B0503020204020204" pitchFamily="34" charset="-122"/>
                <a:ea typeface="微软雅黑" panose="020B0503020204020204" pitchFamily="34" charset="-122"/>
              </a:rPr>
              <a:t>' '</a:t>
            </a:r>
            <a:r>
              <a:rPr lang="zh-CN" altLang="en-US" sz="2000" b="1" dirty="0">
                <a:solidFill>
                  <a:prstClr val="white"/>
                </a:solidFill>
                <a:latin typeface="微软雅黑" panose="020B0503020204020204" pitchFamily="34" charset="-122"/>
                <a:ea typeface="微软雅黑" panose="020B0503020204020204" pitchFamily="34" charset="-122"/>
              </a:rPr>
              <a:t>朱佳</a:t>
            </a:r>
            <a:r>
              <a:rPr lang="en-US" altLang="zh-CN" sz="2000" b="1" dirty="0">
                <a:solidFill>
                  <a:prstClr val="white"/>
                </a:solidFill>
                <a:latin typeface="微软雅黑" panose="020B0503020204020204" pitchFamily="34" charset="-122"/>
                <a:ea typeface="微软雅黑" panose="020B0503020204020204" pitchFamily="34" charset="-122"/>
              </a:rPr>
              <a:t>' '</a:t>
            </a:r>
            <a:r>
              <a:rPr lang="zh-CN" altLang="en-US" sz="2000" b="1" dirty="0">
                <a:solidFill>
                  <a:prstClr val="white"/>
                </a:solidFill>
                <a:latin typeface="微软雅黑" panose="020B0503020204020204" pitchFamily="34" charset="-122"/>
                <a:ea typeface="微软雅黑" panose="020B0503020204020204" pitchFamily="34" charset="-122"/>
              </a:rPr>
              <a:t>李思</a:t>
            </a:r>
            <a:r>
              <a:rPr lang="en-US" altLang="zh-CN" sz="2000" b="1" dirty="0">
                <a:solidFill>
                  <a:prstClr val="white"/>
                </a:solidFill>
                <a:latin typeface="微软雅黑" panose="020B0503020204020204" pitchFamily="34" charset="-122"/>
                <a:ea typeface="微软雅黑" panose="020B0503020204020204" pitchFamily="34" charset="-122"/>
              </a:rPr>
              <a:t>' '</a:t>
            </a:r>
            <a:r>
              <a:rPr lang="zh-CN" altLang="en-US" sz="2000" b="1" dirty="0">
                <a:solidFill>
                  <a:prstClr val="white"/>
                </a:solidFill>
                <a:latin typeface="微软雅黑" panose="020B0503020204020204" pitchFamily="34" charset="-122"/>
                <a:ea typeface="微软雅黑" panose="020B0503020204020204" pitchFamily="34" charset="-122"/>
              </a:rPr>
              <a:t>郑君</a:t>
            </a:r>
            <a:r>
              <a:rPr lang="en-US" altLang="zh-CN" sz="2000" b="1" dirty="0">
                <a:solidFill>
                  <a:prstClr val="white"/>
                </a:solidFill>
                <a:latin typeface="微软雅黑" panose="020B0503020204020204" pitchFamily="34" charset="-122"/>
                <a:ea typeface="微软雅黑" panose="020B0503020204020204" pitchFamily="34" charset="-122"/>
              </a:rPr>
              <a:t>' '</a:t>
            </a:r>
            <a:r>
              <a:rPr lang="zh-CN" altLang="en-US" sz="2000" b="1" dirty="0">
                <a:solidFill>
                  <a:prstClr val="white"/>
                </a:solidFill>
                <a:latin typeface="微软雅黑" panose="020B0503020204020204" pitchFamily="34" charset="-122"/>
                <a:ea typeface="微软雅黑" panose="020B0503020204020204" pitchFamily="34" charset="-122"/>
              </a:rPr>
              <a:t>王雪</a:t>
            </a:r>
            <a:r>
              <a:rPr lang="en-US" altLang="zh-CN" sz="2000" b="1" dirty="0">
                <a:solidFill>
                  <a:prstClr val="white"/>
                </a:solidFill>
                <a:latin typeface="微软雅黑" panose="020B0503020204020204" pitchFamily="34" charset="-122"/>
                <a:ea typeface="微软雅黑" panose="020B0503020204020204" pitchFamily="34" charset="-122"/>
              </a:rPr>
              <a:t>' '</a:t>
            </a:r>
            <a:r>
              <a:rPr lang="zh-CN" altLang="en-US" sz="2000" b="1" dirty="0">
                <a:solidFill>
                  <a:prstClr val="white"/>
                </a:solidFill>
                <a:latin typeface="微软雅黑" panose="020B0503020204020204" pitchFamily="34" charset="-122"/>
                <a:ea typeface="微软雅黑" panose="020B0503020204020204" pitchFamily="34" charset="-122"/>
              </a:rPr>
              <a:t>罗明</a:t>
            </a:r>
            <a:r>
              <a:rPr lang="en-US" altLang="zh-CN" sz="2000" b="1" dirty="0">
                <a:solidFill>
                  <a:prstClr val="white"/>
                </a:solidFill>
                <a:latin typeface="微软雅黑" panose="020B0503020204020204" pitchFamily="34" charset="-122"/>
                <a:ea typeface="微软雅黑" panose="020B0503020204020204" pitchFamily="34" charset="-122"/>
              </a:rPr>
              <a:t>'] </a:t>
            </a:r>
            <a:endParaRPr lang="en-US" altLang="zh-CN" sz="2000" b="1" dirty="0">
              <a:solidFill>
                <a:prstClr val="white"/>
              </a:solidFill>
              <a:latin typeface="微软雅黑" panose="020B0503020204020204" pitchFamily="34" charset="-122"/>
              <a:ea typeface="微软雅黑" panose="020B0503020204020204" pitchFamily="34" charset="-122"/>
            </a:endParaRPr>
          </a:p>
          <a:p>
            <a:pPr lvl="0">
              <a:lnSpc>
                <a:spcPct val="125000"/>
              </a:lnSpc>
              <a:spcBef>
                <a:spcPts val="500"/>
              </a:spcBef>
              <a:defRPr/>
            </a:pPr>
            <a:r>
              <a:rPr lang="en-US" altLang="zh-CN" sz="2000" b="1" dirty="0">
                <a:solidFill>
                  <a:prstClr val="white"/>
                </a:solidFill>
                <a:latin typeface="微软雅黑" panose="020B0503020204020204" pitchFamily="34" charset="-122"/>
                <a:ea typeface="微软雅黑" panose="020B0503020204020204" pitchFamily="34" charset="-122"/>
              </a:rPr>
              <a:t> ['</a:t>
            </a:r>
            <a:r>
              <a:rPr lang="zh-CN" altLang="en-US" sz="2000" b="1" dirty="0">
                <a:solidFill>
                  <a:prstClr val="white"/>
                </a:solidFill>
                <a:latin typeface="微软雅黑" panose="020B0503020204020204" pitchFamily="34" charset="-122"/>
                <a:ea typeface="微软雅黑" panose="020B0503020204020204" pitchFamily="34" charset="-122"/>
              </a:rPr>
              <a:t>学号</a:t>
            </a:r>
            <a:r>
              <a:rPr lang="en-US" altLang="zh-CN" sz="2000" b="1" dirty="0">
                <a:solidFill>
                  <a:prstClr val="white"/>
                </a:solidFill>
                <a:latin typeface="微软雅黑" panose="020B0503020204020204" pitchFamily="34" charset="-122"/>
                <a:ea typeface="微软雅黑" panose="020B0503020204020204" pitchFamily="34" charset="-122"/>
              </a:rPr>
              <a:t>' '0121701100511' '0121701100513' '0121701100514' '0121701100515' '0121701100510'] </a:t>
            </a:r>
            <a:endParaRPr lang="en-US" altLang="zh-CN" sz="2000" b="1" dirty="0">
              <a:solidFill>
                <a:prstClr val="white"/>
              </a:solidFill>
              <a:latin typeface="微软雅黑" panose="020B0503020204020204" pitchFamily="34" charset="-122"/>
              <a:ea typeface="微软雅黑" panose="020B0503020204020204" pitchFamily="34" charset="-122"/>
            </a:endParaRPr>
          </a:p>
          <a:p>
            <a:pPr lvl="0">
              <a:lnSpc>
                <a:spcPct val="125000"/>
              </a:lnSpc>
              <a:spcBef>
                <a:spcPts val="500"/>
              </a:spcBef>
              <a:defRPr/>
            </a:pPr>
            <a:r>
              <a:rPr lang="en-US" altLang="zh-CN" sz="2000" b="1" dirty="0">
                <a:solidFill>
                  <a:prstClr val="white"/>
                </a:solidFill>
                <a:latin typeface="微软雅黑" panose="020B0503020204020204" pitchFamily="34" charset="-122"/>
                <a:ea typeface="微软雅黑" panose="020B0503020204020204" pitchFamily="34" charset="-122"/>
              </a:rPr>
              <a:t> ['C</a:t>
            </a:r>
            <a:r>
              <a:rPr lang="zh-CN" altLang="en-US" sz="2000" b="1" dirty="0">
                <a:solidFill>
                  <a:prstClr val="white"/>
                </a:solidFill>
                <a:latin typeface="微软雅黑" panose="020B0503020204020204" pitchFamily="34" charset="-122"/>
                <a:ea typeface="微软雅黑" panose="020B0503020204020204" pitchFamily="34" charset="-122"/>
              </a:rPr>
              <a:t>语言</a:t>
            </a:r>
            <a:r>
              <a:rPr lang="en-US" altLang="zh-CN" sz="2000" b="1" dirty="0">
                <a:solidFill>
                  <a:prstClr val="white"/>
                </a:solidFill>
                <a:latin typeface="微软雅黑" panose="020B0503020204020204" pitchFamily="34" charset="-122"/>
                <a:ea typeface="微软雅黑" panose="020B0503020204020204" pitchFamily="34" charset="-122"/>
              </a:rPr>
              <a:t>' '75.2' '86' ' ' '99' '95'] </a:t>
            </a:r>
            <a:endParaRPr lang="en-US" altLang="zh-CN" sz="2000" b="1" dirty="0">
              <a:solidFill>
                <a:prstClr val="white"/>
              </a:solidFill>
              <a:latin typeface="微软雅黑" panose="020B0503020204020204" pitchFamily="34" charset="-122"/>
              <a:ea typeface="微软雅黑" panose="020B0503020204020204" pitchFamily="34" charset="-122"/>
            </a:endParaRPr>
          </a:p>
          <a:p>
            <a:pPr lvl="0">
              <a:lnSpc>
                <a:spcPct val="125000"/>
              </a:lnSpc>
              <a:spcBef>
                <a:spcPts val="500"/>
              </a:spcBef>
              <a:defRPr/>
            </a:pPr>
            <a:r>
              <a:rPr lang="en-US" altLang="zh-CN" sz="2000" b="1" dirty="0">
                <a:solidFill>
                  <a:prstClr val="white"/>
                </a:solidFill>
                <a:latin typeface="微软雅黑" panose="020B0503020204020204" pitchFamily="34" charset="-122"/>
                <a:ea typeface="微软雅黑" panose="020B0503020204020204" pitchFamily="34" charset="-122"/>
              </a:rPr>
              <a:t> ['Java' '93' '76' '98' '96' '96'] </a:t>
            </a:r>
            <a:endParaRPr lang="en-US" altLang="zh-CN" sz="2000" b="1" dirty="0">
              <a:solidFill>
                <a:prstClr val="white"/>
              </a:solidFill>
              <a:latin typeface="微软雅黑" panose="020B0503020204020204" pitchFamily="34" charset="-122"/>
              <a:ea typeface="微软雅黑" panose="020B0503020204020204" pitchFamily="34" charset="-122"/>
            </a:endParaRPr>
          </a:p>
          <a:p>
            <a:pPr lvl="0">
              <a:lnSpc>
                <a:spcPct val="125000"/>
              </a:lnSpc>
              <a:spcBef>
                <a:spcPts val="500"/>
              </a:spcBef>
              <a:defRPr/>
            </a:pPr>
            <a:r>
              <a:rPr lang="en-US" altLang="zh-CN" sz="2000" b="1" dirty="0">
                <a:solidFill>
                  <a:prstClr val="white"/>
                </a:solidFill>
                <a:latin typeface="微软雅黑" panose="020B0503020204020204" pitchFamily="34" charset="-122"/>
                <a:ea typeface="微软雅黑" panose="020B0503020204020204" pitchFamily="34" charset="-122"/>
              </a:rPr>
              <a:t> ['Python' '66' '96' '76' '91' '85'] </a:t>
            </a:r>
            <a:endParaRPr lang="en-US" altLang="zh-CN" sz="2000" b="1" dirty="0">
              <a:solidFill>
                <a:prstClr val="white"/>
              </a:solidFill>
              <a:latin typeface="微软雅黑" panose="020B0503020204020204" pitchFamily="34" charset="-122"/>
              <a:ea typeface="微软雅黑" panose="020B0503020204020204" pitchFamily="34" charset="-122"/>
            </a:endParaRPr>
          </a:p>
          <a:p>
            <a:pPr lvl="0">
              <a:lnSpc>
                <a:spcPct val="125000"/>
              </a:lnSpc>
              <a:spcBef>
                <a:spcPts val="500"/>
              </a:spcBef>
              <a:defRPr/>
            </a:pPr>
            <a:r>
              <a:rPr lang="en-US" altLang="zh-CN" sz="2000" b="1" dirty="0">
                <a:solidFill>
                  <a:prstClr val="white"/>
                </a:solidFill>
                <a:latin typeface="微软雅黑" panose="020B0503020204020204" pitchFamily="34" charset="-122"/>
                <a:ea typeface="微软雅黑" panose="020B0503020204020204" pitchFamily="34" charset="-122"/>
              </a:rPr>
              <a:t> ['VB' '85' '93' ' ' '88' '63'] </a:t>
            </a:r>
            <a:endParaRPr lang="en-US" altLang="zh-CN" sz="2000" b="1" dirty="0">
              <a:solidFill>
                <a:prstClr val="white"/>
              </a:solidFill>
              <a:latin typeface="微软雅黑" panose="020B0503020204020204" pitchFamily="34" charset="-122"/>
              <a:ea typeface="微软雅黑" panose="020B0503020204020204" pitchFamily="34" charset="-122"/>
            </a:endParaRPr>
          </a:p>
          <a:p>
            <a:pPr lvl="0">
              <a:lnSpc>
                <a:spcPct val="125000"/>
              </a:lnSpc>
              <a:spcBef>
                <a:spcPts val="500"/>
              </a:spcBef>
              <a:defRPr/>
            </a:pPr>
            <a:r>
              <a:rPr lang="en-US" altLang="zh-CN" sz="2000" b="1" dirty="0">
                <a:solidFill>
                  <a:prstClr val="white"/>
                </a:solidFill>
                <a:latin typeface="微软雅黑" panose="020B0503020204020204" pitchFamily="34" charset="-122"/>
                <a:ea typeface="微软雅黑" panose="020B0503020204020204" pitchFamily="34" charset="-122"/>
              </a:rPr>
              <a:t> ['C++' '88' '67' '89' '86' '91'] </a:t>
            </a:r>
            <a:endParaRPr lang="en-US" altLang="zh-CN" sz="2000" b="1" dirty="0">
              <a:solidFill>
                <a:prstClr val="white"/>
              </a:solidFill>
              <a:latin typeface="微软雅黑" panose="020B0503020204020204" pitchFamily="34" charset="-122"/>
              <a:ea typeface="微软雅黑" panose="020B0503020204020204" pitchFamily="34" charset="-122"/>
            </a:endParaRPr>
          </a:p>
          <a:p>
            <a:pPr lvl="0">
              <a:lnSpc>
                <a:spcPct val="125000"/>
              </a:lnSpc>
              <a:spcBef>
                <a:spcPts val="500"/>
              </a:spcBef>
              <a:defRPr/>
            </a:pPr>
            <a:r>
              <a:rPr lang="en-US" altLang="zh-CN" sz="2000" b="1" dirty="0">
                <a:solidFill>
                  <a:prstClr val="white"/>
                </a:solidFill>
                <a:latin typeface="微软雅黑" panose="020B0503020204020204" pitchFamily="34" charset="-122"/>
                <a:ea typeface="微软雅黑" panose="020B0503020204020204" pitchFamily="34" charset="-122"/>
              </a:rPr>
              <a:t> ['</a:t>
            </a:r>
            <a:r>
              <a:rPr lang="zh-CN" altLang="en-US" sz="2000" b="1" dirty="0">
                <a:solidFill>
                  <a:prstClr val="white"/>
                </a:solidFill>
                <a:latin typeface="微软雅黑" panose="020B0503020204020204" pitchFamily="34" charset="-122"/>
                <a:ea typeface="微软雅黑" panose="020B0503020204020204" pitchFamily="34" charset="-122"/>
              </a:rPr>
              <a:t>总分</a:t>
            </a:r>
            <a:r>
              <a:rPr lang="en-US" altLang="zh-CN" sz="2000" b="1" dirty="0">
                <a:solidFill>
                  <a:prstClr val="white"/>
                </a:solidFill>
                <a:latin typeface="微软雅黑" panose="020B0503020204020204" pitchFamily="34" charset="-122"/>
                <a:ea typeface="微软雅黑" panose="020B0503020204020204" pitchFamily="34" charset="-122"/>
              </a:rPr>
              <a:t>' '407' '418' '263' '460' '430']]</a:t>
            </a:r>
            <a:endParaRPr lang="en-US" altLang="zh-CN" sz="2000" b="1" dirty="0">
              <a:solidFill>
                <a:prstClr val="white"/>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2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animBg="1"/>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7.5.2</a:t>
            </a:r>
            <a:endParaRPr lang="zh-CN" altLang="en-US" dirty="0"/>
          </a:p>
        </p:txBody>
      </p:sp>
      <p:sp>
        <p:nvSpPr>
          <p:cNvPr id="3" name="标题 2"/>
          <p:cNvSpPr>
            <a:spLocks noGrp="1"/>
          </p:cNvSpPr>
          <p:nvPr>
            <p:ph type="title"/>
          </p:nvPr>
        </p:nvSpPr>
        <p:spPr/>
        <p:txBody>
          <a:bodyPr/>
          <a:lstStyle/>
          <a:p>
            <a:r>
              <a:rPr lang="zh-CN" altLang="en-US" dirty="0"/>
              <a:t>读文件</a:t>
            </a:r>
            <a:endParaRPr lang="zh-CN" altLang="en-US" dirty="0"/>
          </a:p>
        </p:txBody>
      </p:sp>
      <p:sp>
        <p:nvSpPr>
          <p:cNvPr id="2" name="内容占位符 5"/>
          <p:cNvSpPr txBox="1"/>
          <p:nvPr/>
        </p:nvSpPr>
        <p:spPr>
          <a:xfrm>
            <a:off x="780061" y="1005839"/>
            <a:ext cx="10631877" cy="2341881"/>
          </a:xfrm>
          <a:prstGeom prst="roundRect">
            <a:avLst>
              <a:gd name="adj" fmla="val 18448"/>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0" eaLnBrk="0" fontAlgn="base" hangingPunct="0">
              <a:lnSpc>
                <a:spcPct val="125000"/>
              </a:lnSpc>
              <a:spcBef>
                <a:spcPct val="0"/>
              </a:spcBef>
              <a:spcAft>
                <a:spcPct val="0"/>
              </a:spcAft>
              <a:defRPr/>
            </a:pPr>
            <a:r>
              <a:rPr lang="en-US" altLang="zh-CN" sz="2400" b="1" dirty="0" err="1">
                <a:solidFill>
                  <a:prstClr val="black"/>
                </a:solidFill>
                <a:latin typeface="微软雅黑"/>
                <a:ea typeface="微软雅黑"/>
              </a:rPr>
              <a:t>numpy.</a:t>
            </a:r>
            <a:r>
              <a:rPr lang="en-US" altLang="zh-CN" sz="2400" b="1" dirty="0" err="1">
                <a:solidFill>
                  <a:srgbClr val="FF6A02"/>
                </a:solidFill>
                <a:latin typeface="微软雅黑"/>
                <a:ea typeface="微软雅黑"/>
              </a:rPr>
              <a:t>genfromtxt</a:t>
            </a:r>
            <a:r>
              <a:rPr lang="en-US" altLang="zh-CN" sz="2400" b="1" dirty="0">
                <a:solidFill>
                  <a:prstClr val="black"/>
                </a:solidFill>
                <a:latin typeface="微软雅黑"/>
                <a:ea typeface="微软雅黑"/>
              </a:rPr>
              <a:t>(fname, </a:t>
            </a:r>
            <a:r>
              <a:rPr lang="en-US" altLang="zh-CN" sz="2400" b="1" dirty="0" err="1">
                <a:solidFill>
                  <a:srgbClr val="660099"/>
                </a:solidFill>
                <a:latin typeface="微软雅黑"/>
                <a:ea typeface="微软雅黑"/>
              </a:rPr>
              <a:t>dtype</a:t>
            </a:r>
            <a:r>
              <a:rPr lang="en-US" altLang="zh-CN" sz="2400" b="1" dirty="0">
                <a:solidFill>
                  <a:srgbClr val="171BEB"/>
                </a:solidFill>
                <a:latin typeface="微软雅黑"/>
                <a:ea typeface="微软雅黑"/>
              </a:rPr>
              <a:t>=&lt;class 'float'&gt;</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comments</a:t>
            </a:r>
            <a:r>
              <a:rPr lang="en-US" altLang="zh-CN" sz="2400" b="1" dirty="0">
                <a:solidFill>
                  <a:prstClr val="black"/>
                </a:solidFill>
                <a:latin typeface="微软雅黑"/>
                <a:ea typeface="微软雅黑"/>
              </a:rPr>
              <a:t>=</a:t>
            </a:r>
            <a:r>
              <a:rPr lang="en-US" altLang="zh-CN" sz="2400" b="1" dirty="0">
                <a:solidFill>
                  <a:srgbClr val="171BEB"/>
                </a:solidFill>
                <a:latin typeface="微软雅黑"/>
                <a:ea typeface="微软雅黑"/>
              </a:rPr>
              <a:t>'#'</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delimiter</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None</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skip_header</a:t>
            </a:r>
            <a:r>
              <a:rPr lang="en-US" altLang="zh-CN" sz="2400" b="1" dirty="0">
                <a:solidFill>
                  <a:prstClr val="black"/>
                </a:solidFill>
                <a:latin typeface="微软雅黑"/>
                <a:ea typeface="微软雅黑"/>
              </a:rPr>
              <a:t>=</a:t>
            </a:r>
            <a:r>
              <a:rPr lang="en-US" altLang="zh-CN" sz="2400" b="1" dirty="0">
                <a:solidFill>
                  <a:srgbClr val="171BEB"/>
                </a:solidFill>
                <a:latin typeface="微软雅黑"/>
                <a:ea typeface="微软雅黑"/>
              </a:rPr>
              <a:t>0</a:t>
            </a:r>
            <a:r>
              <a:rPr lang="en-US" altLang="zh-CN" sz="2400" b="1" dirty="0">
                <a:solidFill>
                  <a:prstClr val="black"/>
                </a:solidFill>
                <a:latin typeface="微软雅黑"/>
                <a:ea typeface="微软雅黑"/>
              </a:rPr>
              <a:t>,</a:t>
            </a:r>
            <a:r>
              <a:rPr lang="en-US" altLang="zh-CN" sz="2400" b="1" dirty="0">
                <a:solidFill>
                  <a:srgbClr val="660099"/>
                </a:solidFill>
                <a:latin typeface="微软雅黑"/>
                <a:ea typeface="微软雅黑"/>
              </a:rPr>
              <a:t>skip_footer</a:t>
            </a:r>
            <a:r>
              <a:rPr lang="en-US" altLang="zh-CN" sz="2400" b="1" dirty="0">
                <a:solidFill>
                  <a:prstClr val="black"/>
                </a:solidFill>
                <a:latin typeface="微软雅黑"/>
                <a:ea typeface="微软雅黑"/>
              </a:rPr>
              <a:t>=</a:t>
            </a:r>
            <a:r>
              <a:rPr lang="en-US" altLang="zh-CN" sz="2400" b="1" dirty="0">
                <a:solidFill>
                  <a:srgbClr val="171BEB"/>
                </a:solidFill>
                <a:latin typeface="微软雅黑"/>
                <a:ea typeface="微软雅黑"/>
              </a:rPr>
              <a:t>0</a:t>
            </a:r>
            <a:r>
              <a:rPr lang="en-US" altLang="zh-CN" sz="2400" b="1" dirty="0">
                <a:solidFill>
                  <a:prstClr val="black"/>
                </a:solidFill>
                <a:latin typeface="微软雅黑"/>
                <a:ea typeface="微软雅黑"/>
              </a:rPr>
              <a:t>, </a:t>
            </a:r>
            <a:r>
              <a:rPr lang="en-US" altLang="zh-CN" sz="2400" b="1" dirty="0" err="1">
                <a:solidFill>
                  <a:srgbClr val="660099"/>
                </a:solidFill>
                <a:latin typeface="微软雅黑"/>
                <a:ea typeface="微软雅黑"/>
              </a:rPr>
              <a:t>missing_values</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None</a:t>
            </a:r>
            <a:r>
              <a:rPr lang="en-US" altLang="zh-CN" sz="2400" b="1" dirty="0">
                <a:solidFill>
                  <a:prstClr val="black"/>
                </a:solidFill>
                <a:latin typeface="微软雅黑"/>
                <a:ea typeface="微软雅黑"/>
              </a:rPr>
              <a:t>, </a:t>
            </a:r>
            <a:r>
              <a:rPr lang="en-US" altLang="zh-CN" sz="2400" b="1" dirty="0" err="1">
                <a:solidFill>
                  <a:srgbClr val="660099"/>
                </a:solidFill>
                <a:latin typeface="微软雅黑"/>
                <a:ea typeface="微软雅黑"/>
              </a:rPr>
              <a:t>filling_values</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None</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usecols</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None</a:t>
            </a:r>
            <a:r>
              <a:rPr lang="en-US" altLang="zh-CN" sz="2400" b="1" dirty="0">
                <a:solidFill>
                  <a:prstClr val="black"/>
                </a:solidFill>
                <a:latin typeface="微软雅黑"/>
                <a:ea typeface="微软雅黑"/>
              </a:rPr>
              <a:t>, </a:t>
            </a:r>
            <a:r>
              <a:rPr lang="en-US" altLang="zh-CN" sz="2400" b="1" dirty="0" err="1">
                <a:solidFill>
                  <a:srgbClr val="660099"/>
                </a:solidFill>
                <a:latin typeface="微软雅黑"/>
                <a:ea typeface="微软雅黑"/>
              </a:rPr>
              <a:t>autostrip</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False</a:t>
            </a:r>
            <a:r>
              <a:rPr lang="en-US" altLang="zh-CN" sz="2400" b="1" dirty="0">
                <a:solidFill>
                  <a:prstClr val="black"/>
                </a:solidFill>
                <a:latin typeface="微软雅黑"/>
                <a:ea typeface="微软雅黑"/>
              </a:rPr>
              <a:t>, </a:t>
            </a:r>
            <a:r>
              <a:rPr lang="en-US" altLang="zh-CN" sz="2400" b="1" dirty="0" err="1">
                <a:solidFill>
                  <a:srgbClr val="660099"/>
                </a:solidFill>
                <a:latin typeface="微软雅黑"/>
                <a:ea typeface="微软雅黑"/>
              </a:rPr>
              <a:t>max_rows</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None</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encoding</a:t>
            </a:r>
            <a:r>
              <a:rPr lang="en-US" altLang="zh-CN" sz="2400" b="1" dirty="0">
                <a:solidFill>
                  <a:prstClr val="black"/>
                </a:solidFill>
                <a:latin typeface="微软雅黑"/>
                <a:ea typeface="微软雅黑"/>
              </a:rPr>
              <a:t>=</a:t>
            </a:r>
            <a:r>
              <a:rPr lang="en-US" altLang="zh-CN" sz="2400" b="1" dirty="0">
                <a:solidFill>
                  <a:srgbClr val="171BEB"/>
                </a:solidFill>
                <a:latin typeface="微软雅黑"/>
                <a:ea typeface="微软雅黑"/>
              </a:rPr>
              <a:t>'bytes'</a:t>
            </a:r>
            <a:r>
              <a:rPr lang="en-US" altLang="zh-CN" sz="2400" b="1" dirty="0">
                <a:solidFill>
                  <a:prstClr val="black"/>
                </a:solidFill>
                <a:latin typeface="微软雅黑"/>
                <a:ea typeface="微软雅黑"/>
              </a:rPr>
              <a:t>…)</a:t>
            </a:r>
            <a:endParaRPr lang="zh-CN" altLang="zh-CN" sz="2400" b="1" dirty="0">
              <a:solidFill>
                <a:prstClr val="black"/>
              </a:solidFill>
              <a:latin typeface="微软雅黑"/>
              <a:ea typeface="微软雅黑"/>
            </a:endParaRPr>
          </a:p>
        </p:txBody>
      </p:sp>
      <p:sp>
        <p:nvSpPr>
          <p:cNvPr id="5" name="内容占位符 4"/>
          <p:cNvSpPr txBox="1"/>
          <p:nvPr/>
        </p:nvSpPr>
        <p:spPr>
          <a:xfrm>
            <a:off x="838200" y="3396370"/>
            <a:ext cx="10515600" cy="657470"/>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457200" indent="-457200">
              <a:lnSpc>
                <a:spcPct val="150000"/>
              </a:lnSpc>
              <a:buFont typeface="+mj-lt"/>
              <a:buAutoNum type="arabicPeriod" startAt="8"/>
            </a:pPr>
            <a:r>
              <a:rPr lang="en-US" altLang="zh-CN" sz="2000" b="1" dirty="0" err="1">
                <a:solidFill>
                  <a:schemeClr val="accent2"/>
                </a:solidFill>
                <a:latin typeface="微软雅黑" panose="020B0503020204020204" pitchFamily="34" charset="-122"/>
                <a:ea typeface="微软雅黑" panose="020B0503020204020204" pitchFamily="34" charset="-122"/>
              </a:rPr>
              <a:t>filling_values</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：用设置的值做作为默认值</a:t>
            </a:r>
            <a:r>
              <a:rPr lang="zh-CN" altLang="en-US" sz="2000" b="1" dirty="0">
                <a:solidFill>
                  <a:schemeClr val="accent2"/>
                </a:solidFill>
                <a:latin typeface="微软雅黑" panose="020B0503020204020204" pitchFamily="34" charset="-122"/>
                <a:ea typeface="微软雅黑" panose="020B0503020204020204" pitchFamily="34" charset="-122"/>
              </a:rPr>
              <a:t>替代缺失数据</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a:t>
            </a:r>
            <a:endPar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endParaRPr>
          </a:p>
        </p:txBody>
      </p:sp>
      <p:sp>
        <p:nvSpPr>
          <p:cNvPr id="6" name="内容占位符 5"/>
          <p:cNvSpPr txBox="1"/>
          <p:nvPr/>
        </p:nvSpPr>
        <p:spPr>
          <a:xfrm>
            <a:off x="780061" y="4102490"/>
            <a:ext cx="10631878" cy="2526461"/>
          </a:xfrm>
          <a:prstGeom prst="roundRect">
            <a:avLst>
              <a:gd name="adj" fmla="val 10805"/>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dirty="0">
                <a:solidFill>
                  <a:srgbClr val="4B69C6"/>
                </a:solidFill>
                <a:latin typeface="+mj-lt"/>
              </a:rPr>
              <a:t>import</a:t>
            </a:r>
            <a:r>
              <a:rPr lang="en-US" altLang="zh-CN" dirty="0">
                <a:solidFill>
                  <a:srgbClr val="333333"/>
                </a:solidFill>
                <a:latin typeface="+mj-lt"/>
              </a:rPr>
              <a:t> </a:t>
            </a:r>
            <a:r>
              <a:rPr lang="en-US" altLang="zh-CN" b="1" dirty="0" err="1">
                <a:solidFill>
                  <a:srgbClr val="7A3E9D"/>
                </a:solidFill>
                <a:latin typeface="+mj-lt"/>
              </a:rPr>
              <a:t>numpy</a:t>
            </a:r>
            <a:r>
              <a:rPr lang="en-US" altLang="zh-CN" dirty="0">
                <a:solidFill>
                  <a:srgbClr val="333333"/>
                </a:solidFill>
                <a:latin typeface="+mj-lt"/>
              </a:rPr>
              <a:t> </a:t>
            </a:r>
            <a:r>
              <a:rPr lang="en-US" altLang="zh-CN" dirty="0">
                <a:solidFill>
                  <a:srgbClr val="4B69C6"/>
                </a:solidFill>
                <a:latin typeface="+mj-lt"/>
              </a:rPr>
              <a:t>as</a:t>
            </a:r>
            <a:r>
              <a:rPr lang="en-US" altLang="zh-CN" dirty="0">
                <a:solidFill>
                  <a:srgbClr val="333333"/>
                </a:solidFill>
                <a:latin typeface="+mj-lt"/>
              </a:rPr>
              <a:t> </a:t>
            </a:r>
            <a:r>
              <a:rPr lang="en-US" altLang="zh-CN" b="1" dirty="0">
                <a:solidFill>
                  <a:srgbClr val="7A3E9D"/>
                </a:solidFill>
                <a:latin typeface="+mj-lt"/>
              </a:rPr>
              <a:t>np</a:t>
            </a:r>
            <a:endParaRPr lang="en-US" altLang="zh-CN" dirty="0">
              <a:solidFill>
                <a:srgbClr val="333333"/>
              </a:solidFill>
              <a:latin typeface="+mj-lt"/>
            </a:endParaRPr>
          </a:p>
          <a:p>
            <a:r>
              <a:rPr lang="en-US" altLang="zh-CN" dirty="0">
                <a:solidFill>
                  <a:srgbClr val="333333"/>
                </a:solidFill>
                <a:latin typeface="+mj-lt"/>
              </a:rPr>
              <a:t> </a:t>
            </a:r>
            <a:endParaRPr lang="en-US" altLang="zh-CN" dirty="0">
              <a:solidFill>
                <a:srgbClr val="333333"/>
              </a:solidFill>
              <a:latin typeface="+mj-lt"/>
            </a:endParaRPr>
          </a:p>
          <a:p>
            <a:r>
              <a:rPr lang="en-US" altLang="zh-CN" dirty="0">
                <a:solidFill>
                  <a:srgbClr val="7A3E9D"/>
                </a:solidFill>
                <a:latin typeface="+mj-lt"/>
              </a:rPr>
              <a:t>file</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448C27"/>
                </a:solidFill>
                <a:latin typeface="+mj-lt"/>
              </a:rPr>
              <a:t>score_nan.csv</a:t>
            </a:r>
            <a:r>
              <a:rPr lang="en-US" altLang="zh-CN" dirty="0">
                <a:solidFill>
                  <a:srgbClr val="777777"/>
                </a:solidFill>
                <a:latin typeface="+mj-lt"/>
              </a:rPr>
              <a:t>'</a:t>
            </a:r>
            <a:endParaRPr lang="en-US" altLang="zh-CN" dirty="0">
              <a:solidFill>
                <a:srgbClr val="333333"/>
              </a:solidFill>
              <a:latin typeface="+mj-lt"/>
            </a:endParaRPr>
          </a:p>
          <a:p>
            <a:r>
              <a:rPr lang="en-US" altLang="zh-CN" dirty="0">
                <a:solidFill>
                  <a:srgbClr val="7A3E9D"/>
                </a:solidFill>
                <a:latin typeface="+mj-lt"/>
              </a:rPr>
              <a:t>data</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b="1" dirty="0" err="1">
                <a:solidFill>
                  <a:srgbClr val="7A3E9D"/>
                </a:solidFill>
                <a:latin typeface="+mj-lt"/>
              </a:rPr>
              <a:t>np</a:t>
            </a:r>
            <a:r>
              <a:rPr lang="en-US" altLang="zh-CN" dirty="0" err="1">
                <a:solidFill>
                  <a:srgbClr val="777777"/>
                </a:solidFill>
                <a:latin typeface="+mj-lt"/>
              </a:rPr>
              <a:t>.</a:t>
            </a:r>
            <a:r>
              <a:rPr lang="en-US" altLang="zh-CN" b="1" dirty="0" err="1">
                <a:solidFill>
                  <a:srgbClr val="AA3731"/>
                </a:solidFill>
                <a:latin typeface="+mj-lt"/>
              </a:rPr>
              <a:t>genfromtxt</a:t>
            </a:r>
            <a:r>
              <a:rPr lang="en-US" altLang="zh-CN" dirty="0">
                <a:solidFill>
                  <a:srgbClr val="777777"/>
                </a:solidFill>
                <a:latin typeface="+mj-lt"/>
              </a:rPr>
              <a:t>(</a:t>
            </a:r>
            <a:r>
              <a:rPr lang="en-US" altLang="zh-CN" dirty="0">
                <a:solidFill>
                  <a:srgbClr val="7A3E9D"/>
                </a:solidFill>
                <a:latin typeface="+mj-lt"/>
              </a:rPr>
              <a:t>file</a:t>
            </a:r>
            <a:r>
              <a:rPr lang="en-US" altLang="zh-CN" dirty="0">
                <a:solidFill>
                  <a:srgbClr val="777777"/>
                </a:solidFill>
                <a:latin typeface="+mj-lt"/>
              </a:rPr>
              <a:t>,</a:t>
            </a:r>
            <a:r>
              <a:rPr lang="en-US" altLang="zh-CN" dirty="0">
                <a:solidFill>
                  <a:srgbClr val="333333"/>
                </a:solidFill>
                <a:latin typeface="+mj-lt"/>
              </a:rPr>
              <a:t> </a:t>
            </a:r>
            <a:r>
              <a:rPr lang="en-US" altLang="zh-CN" dirty="0" err="1">
                <a:solidFill>
                  <a:srgbClr val="7A3E9D"/>
                </a:solidFill>
                <a:latin typeface="+mj-lt"/>
              </a:rPr>
              <a:t>dtype</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9C5D27"/>
                </a:solidFill>
                <a:latin typeface="+mj-lt"/>
              </a:rPr>
              <a:t>None</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delimiter</a:t>
            </a:r>
            <a:r>
              <a:rPr lang="en-US" altLang="zh-CN" dirty="0">
                <a:solidFill>
                  <a:srgbClr val="777777"/>
                </a:solidFill>
                <a:latin typeface="+mj-lt"/>
              </a:rPr>
              <a:t>='</a:t>
            </a:r>
            <a:r>
              <a:rPr lang="en-US" altLang="zh-CN" dirty="0">
                <a:solidFill>
                  <a:srgbClr val="448C27"/>
                </a:solidFill>
                <a:latin typeface="+mj-lt"/>
              </a:rPr>
              <a:t>,</a:t>
            </a:r>
            <a:r>
              <a:rPr lang="en-US" altLang="zh-CN" dirty="0">
                <a:solidFill>
                  <a:srgbClr val="777777"/>
                </a:solidFill>
                <a:latin typeface="+mj-lt"/>
              </a:rPr>
              <a:t>',</a:t>
            </a:r>
            <a:r>
              <a:rPr lang="en-US" altLang="zh-CN" dirty="0">
                <a:solidFill>
                  <a:srgbClr val="333333"/>
                </a:solidFill>
                <a:latin typeface="+mj-lt"/>
              </a:rPr>
              <a:t> </a:t>
            </a:r>
            <a:r>
              <a:rPr lang="en-US" altLang="zh-CN" dirty="0" err="1">
                <a:solidFill>
                  <a:srgbClr val="7A3E9D"/>
                </a:solidFill>
                <a:latin typeface="+mj-lt"/>
              </a:rPr>
              <a:t>filling_values</a:t>
            </a:r>
            <a:r>
              <a:rPr lang="en-US" altLang="zh-CN" dirty="0">
                <a:solidFill>
                  <a:srgbClr val="777777"/>
                </a:solidFill>
                <a:latin typeface="+mj-lt"/>
              </a:rPr>
              <a:t>=</a:t>
            </a:r>
            <a:r>
              <a:rPr lang="en-US" altLang="zh-CN" dirty="0">
                <a:solidFill>
                  <a:srgbClr val="9C5D27"/>
                </a:solidFill>
                <a:latin typeface="+mj-lt"/>
              </a:rPr>
              <a:t>0</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skip_header</a:t>
            </a:r>
            <a:r>
              <a:rPr lang="en-US" altLang="zh-CN" dirty="0">
                <a:solidFill>
                  <a:srgbClr val="777777"/>
                </a:solidFill>
                <a:latin typeface="+mj-lt"/>
              </a:rPr>
              <a:t>=</a:t>
            </a:r>
            <a:r>
              <a:rPr lang="en-US" altLang="zh-CN" dirty="0">
                <a:solidFill>
                  <a:srgbClr val="9C5D27"/>
                </a:solidFill>
                <a:latin typeface="+mj-lt"/>
              </a:rPr>
              <a:t>1</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encoding</a:t>
            </a:r>
            <a:r>
              <a:rPr lang="en-US" altLang="zh-CN" dirty="0">
                <a:solidFill>
                  <a:srgbClr val="777777"/>
                </a:solidFill>
                <a:latin typeface="+mj-lt"/>
              </a:rPr>
              <a:t>='</a:t>
            </a:r>
            <a:r>
              <a:rPr lang="en-US" altLang="zh-CN" dirty="0">
                <a:solidFill>
                  <a:srgbClr val="448C27"/>
                </a:solidFill>
                <a:latin typeface="+mj-lt"/>
              </a:rPr>
              <a:t>utf-8</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en-US" altLang="zh-CN" dirty="0" err="1">
                <a:solidFill>
                  <a:srgbClr val="AAAAAA"/>
                </a:solidFill>
                <a:latin typeface="+mj-lt"/>
              </a:rPr>
              <a:t>filling_values</a:t>
            </a:r>
            <a:r>
              <a:rPr lang="en-US" altLang="zh-CN" dirty="0">
                <a:solidFill>
                  <a:srgbClr val="AAAAAA"/>
                </a:solidFill>
                <a:latin typeface="+mj-lt"/>
              </a:rPr>
              <a:t>=0 </a:t>
            </a:r>
            <a:r>
              <a:rPr lang="zh-CN" altLang="en-US" dirty="0">
                <a:solidFill>
                  <a:srgbClr val="AAAAAA"/>
                </a:solidFill>
                <a:latin typeface="+mj-lt"/>
              </a:rPr>
              <a:t>用 </a:t>
            </a:r>
            <a:r>
              <a:rPr lang="en-US" altLang="zh-CN" dirty="0">
                <a:solidFill>
                  <a:srgbClr val="AAAAAA"/>
                </a:solidFill>
                <a:latin typeface="+mj-lt"/>
              </a:rPr>
              <a:t>0 </a:t>
            </a:r>
            <a:r>
              <a:rPr lang="zh-CN" altLang="en-US" dirty="0">
                <a:solidFill>
                  <a:srgbClr val="AAAAAA"/>
                </a:solidFill>
                <a:latin typeface="+mj-lt"/>
              </a:rPr>
              <a:t>填充缺失数据</a:t>
            </a:r>
            <a:endParaRPr lang="zh-CN" altLang="en-US" dirty="0">
              <a:solidFill>
                <a:srgbClr val="333333"/>
              </a:solidFill>
              <a:latin typeface="+mj-lt"/>
            </a:endParaRPr>
          </a:p>
          <a:p>
            <a:r>
              <a:rPr lang="en-US" altLang="zh-CN" b="1" dirty="0">
                <a:solidFill>
                  <a:srgbClr val="AA3731"/>
                </a:solidFill>
                <a:latin typeface="+mj-lt"/>
              </a:rPr>
              <a:t>print</a:t>
            </a:r>
            <a:r>
              <a:rPr lang="en-US" altLang="zh-CN" dirty="0">
                <a:solidFill>
                  <a:srgbClr val="777777"/>
                </a:solidFill>
                <a:latin typeface="+mj-lt"/>
              </a:rPr>
              <a:t>(</a:t>
            </a:r>
            <a:r>
              <a:rPr lang="en-US" altLang="zh-CN" dirty="0">
                <a:solidFill>
                  <a:srgbClr val="7A3E9D"/>
                </a:solidFill>
                <a:latin typeface="+mj-lt"/>
              </a:rPr>
              <a:t>data</a:t>
            </a:r>
            <a:r>
              <a:rPr lang="en-US" altLang="zh-CN" dirty="0">
                <a:solidFill>
                  <a:srgbClr val="777777"/>
                </a:solidFill>
                <a:latin typeface="+mj-lt"/>
              </a:rPr>
              <a:t>)</a:t>
            </a:r>
            <a:endParaRPr lang="en-US" altLang="zh-CN" dirty="0">
              <a:solidFill>
                <a:srgbClr val="333333"/>
              </a:solidFill>
              <a:latin typeface="+mj-lt"/>
            </a:endParaRPr>
          </a:p>
        </p:txBody>
      </p:sp>
      <p:sp>
        <p:nvSpPr>
          <p:cNvPr id="7" name="矩形 6"/>
          <p:cNvSpPr/>
          <p:nvPr/>
        </p:nvSpPr>
        <p:spPr>
          <a:xfrm>
            <a:off x="4463845" y="2222092"/>
            <a:ext cx="2104101" cy="432620"/>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250"/>
                                        <p:tgtEl>
                                          <p:spTgt spid="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25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2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p:bldP spid="6" grpId="0" animBg="1"/>
      <p:bldP spid="7" grpId="0" animBg="1"/>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7.5.2</a:t>
            </a:r>
            <a:endParaRPr lang="zh-CN" altLang="en-US" dirty="0"/>
          </a:p>
        </p:txBody>
      </p:sp>
      <p:sp>
        <p:nvSpPr>
          <p:cNvPr id="3" name="标题 2"/>
          <p:cNvSpPr>
            <a:spLocks noGrp="1"/>
          </p:cNvSpPr>
          <p:nvPr>
            <p:ph type="title"/>
          </p:nvPr>
        </p:nvSpPr>
        <p:spPr/>
        <p:txBody>
          <a:bodyPr/>
          <a:lstStyle/>
          <a:p>
            <a:r>
              <a:rPr lang="zh-CN" altLang="en-US" dirty="0"/>
              <a:t>读文件</a:t>
            </a:r>
            <a:endParaRPr lang="zh-CN" altLang="en-US" dirty="0"/>
          </a:p>
        </p:txBody>
      </p:sp>
      <p:sp>
        <p:nvSpPr>
          <p:cNvPr id="2" name="内容占位符 1"/>
          <p:cNvSpPr txBox="1"/>
          <p:nvPr/>
        </p:nvSpPr>
        <p:spPr>
          <a:xfrm>
            <a:off x="688044" y="1199558"/>
            <a:ext cx="10815912" cy="5287584"/>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25000"/>
              </a:lnSpc>
              <a:buClr>
                <a:sysClr val="windowText" lastClr="000000"/>
              </a:buClr>
            </a:pPr>
            <a:r>
              <a:rPr lang="zh-CN" altLang="en-US" sz="2400" dirty="0">
                <a:solidFill>
                  <a:sysClr val="windowText" lastClr="000000"/>
                </a:solidFill>
                <a:latin typeface="微软雅黑" panose="020B0503020204020204" pitchFamily="34" charset="-122"/>
                <a:ea typeface="微软雅黑" panose="020B0503020204020204" pitchFamily="34" charset="-122"/>
              </a:rPr>
              <a:t>设置 </a:t>
            </a:r>
            <a:r>
              <a:rPr lang="en-US" altLang="zh-CN" sz="2400" dirty="0" err="1">
                <a:solidFill>
                  <a:sysClr val="windowText" lastClr="000000"/>
                </a:solidFill>
                <a:latin typeface="微软雅黑" panose="020B0503020204020204" pitchFamily="34" charset="-122"/>
                <a:ea typeface="微软雅黑" panose="020B0503020204020204" pitchFamily="34" charset="-122"/>
              </a:rPr>
              <a:t>filling_values</a:t>
            </a:r>
            <a:r>
              <a:rPr lang="en-US" altLang="zh-CN" sz="2400" dirty="0">
                <a:solidFill>
                  <a:sysClr val="windowText" lastClr="000000"/>
                </a:solidFill>
                <a:latin typeface="微软雅黑" panose="020B0503020204020204" pitchFamily="34" charset="-122"/>
                <a:ea typeface="微软雅黑" panose="020B0503020204020204" pitchFamily="34" charset="-122"/>
              </a:rPr>
              <a:t>=0 </a:t>
            </a:r>
            <a:r>
              <a:rPr lang="zh-CN" altLang="en-US" sz="2400" dirty="0">
                <a:solidFill>
                  <a:sysClr val="windowText" lastClr="000000"/>
                </a:solidFill>
                <a:latin typeface="微软雅黑" panose="020B0503020204020204" pitchFamily="34" charset="-122"/>
                <a:ea typeface="微软雅黑" panose="020B0503020204020204" pitchFamily="34" charset="-122"/>
              </a:rPr>
              <a:t>可以在输出时遇到</a:t>
            </a:r>
            <a:r>
              <a:rPr lang="zh-CN" altLang="en-US" sz="2400" b="1" dirty="0">
                <a:solidFill>
                  <a:schemeClr val="accent2"/>
                </a:solidFill>
                <a:latin typeface="微软雅黑" panose="020B0503020204020204" pitchFamily="34" charset="-122"/>
                <a:ea typeface="微软雅黑" panose="020B0503020204020204" pitchFamily="34" charset="-122"/>
              </a:rPr>
              <a:t>缺失数据</a:t>
            </a:r>
            <a:r>
              <a:rPr lang="zh-CN" altLang="en-US" sz="2400" dirty="0">
                <a:solidFill>
                  <a:sysClr val="windowText" lastClr="000000"/>
                </a:solidFill>
                <a:latin typeface="微软雅黑" panose="020B0503020204020204" pitchFamily="34" charset="-122"/>
                <a:ea typeface="微软雅黑" panose="020B0503020204020204" pitchFamily="34" charset="-122"/>
              </a:rPr>
              <a:t>用数字“</a:t>
            </a:r>
            <a:r>
              <a:rPr lang="en-US" altLang="zh-CN" sz="2400" dirty="0">
                <a:solidFill>
                  <a:sysClr val="windowText" lastClr="000000"/>
                </a:solidFill>
                <a:latin typeface="微软雅黑" panose="020B0503020204020204" pitchFamily="34" charset="-122"/>
                <a:ea typeface="微软雅黑" panose="020B0503020204020204" pitchFamily="34" charset="-122"/>
              </a:rPr>
              <a:t>0”</a:t>
            </a:r>
            <a:r>
              <a:rPr lang="zh-CN" altLang="en-US" sz="2400" dirty="0">
                <a:solidFill>
                  <a:sysClr val="windowText" lastClr="000000"/>
                </a:solidFill>
                <a:latin typeface="微软雅黑" panose="020B0503020204020204" pitchFamily="34" charset="-122"/>
                <a:ea typeface="微软雅黑" panose="020B0503020204020204" pitchFamily="34" charset="-122"/>
              </a:rPr>
              <a:t>填充。</a:t>
            </a:r>
            <a:endParaRPr lang="en-US" altLang="zh-CN" sz="2400" dirty="0">
              <a:solidFill>
                <a:sysClr val="windowText" lastClr="000000"/>
              </a:solidFill>
              <a:latin typeface="微软雅黑" panose="020B0503020204020204" pitchFamily="34" charset="-122"/>
              <a:ea typeface="微软雅黑" panose="020B0503020204020204" pitchFamily="34" charset="-122"/>
            </a:endParaRPr>
          </a:p>
          <a:p>
            <a:pPr marL="457200" lvl="1" indent="0">
              <a:lnSpc>
                <a:spcPct val="150000"/>
              </a:lnSpc>
              <a:spcBef>
                <a:spcPts val="1200"/>
              </a:spcBef>
              <a:spcAft>
                <a:spcPts val="250"/>
              </a:spcAft>
              <a:buNone/>
            </a:pPr>
            <a:r>
              <a:rPr lang="en-US" altLang="zh-CN"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朱佳</a:t>
            </a:r>
            <a:r>
              <a:rPr lang="en-US" altLang="zh-CN"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121701100511</a:t>
            </a:r>
            <a:r>
              <a:rPr lang="en-US" altLang="zh-CN"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75.2</a:t>
            </a:r>
            <a:r>
              <a:rPr lang="en-US" altLang="zh-CN"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93</a:t>
            </a:r>
            <a:r>
              <a:rPr lang="en-US" altLang="zh-CN"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66</a:t>
            </a:r>
            <a:r>
              <a:rPr lang="en-US" altLang="zh-CN"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85</a:t>
            </a:r>
            <a:r>
              <a:rPr lang="en-US" altLang="zh-CN"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88</a:t>
            </a:r>
            <a:r>
              <a:rPr lang="en-US" altLang="zh-CN"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407</a:t>
            </a:r>
            <a:r>
              <a:rPr lang="en-US" altLang="zh-CN"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kern="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 </a:t>
            </a:r>
            <a:br>
              <a:rPr lang="en-US" altLang="zh-CN" kern="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br>
            <a:r>
              <a:rPr lang="en-US" altLang="zh-CN"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李思</a:t>
            </a:r>
            <a:r>
              <a:rPr lang="en-US" altLang="zh-CN"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121701100513</a:t>
            </a:r>
            <a:r>
              <a:rPr lang="en-US" altLang="zh-CN"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86.</a:t>
            </a:r>
            <a:r>
              <a:rPr lang="en-US" altLang="zh-CN"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76</a:t>
            </a:r>
            <a:r>
              <a:rPr lang="en-US" altLang="zh-CN"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96</a:t>
            </a:r>
            <a:r>
              <a:rPr lang="en-US" altLang="zh-CN"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93</a:t>
            </a:r>
            <a:r>
              <a:rPr lang="en-US" altLang="zh-CN"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67</a:t>
            </a:r>
            <a:r>
              <a:rPr lang="en-US" altLang="zh-CN"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418</a:t>
            </a:r>
            <a:r>
              <a:rPr lang="en-US" altLang="zh-CN"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kern="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 </a:t>
            </a:r>
            <a:br>
              <a:rPr lang="en-US" altLang="zh-CN" kern="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br>
            <a:r>
              <a:rPr lang="en-US" altLang="zh-CN"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郑君</a:t>
            </a:r>
            <a:r>
              <a:rPr lang="en-US" altLang="zh-CN"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121701100514</a:t>
            </a:r>
            <a:r>
              <a:rPr lang="en-US" altLang="zh-CN"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b="1"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0.</a:t>
            </a:r>
            <a:r>
              <a:rPr lang="en-US" altLang="zh-CN"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98</a:t>
            </a:r>
            <a:r>
              <a:rPr lang="en-US" altLang="zh-CN"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76</a:t>
            </a:r>
            <a:r>
              <a:rPr lang="en-US" altLang="zh-CN"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b="1"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0</a:t>
            </a:r>
            <a:r>
              <a:rPr lang="en-US" altLang="zh-CN"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89</a:t>
            </a:r>
            <a:r>
              <a:rPr lang="en-US" altLang="zh-CN"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263</a:t>
            </a:r>
            <a:r>
              <a:rPr lang="en-US" altLang="zh-CN"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kern="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 </a:t>
            </a:r>
            <a:br>
              <a:rPr lang="en-US" altLang="zh-CN" kern="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br>
            <a:r>
              <a:rPr lang="en-US" altLang="zh-CN"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王雪</a:t>
            </a:r>
            <a:r>
              <a:rPr lang="en-US" altLang="zh-CN"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121701100515</a:t>
            </a:r>
            <a:r>
              <a:rPr lang="en-US" altLang="zh-CN"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99.</a:t>
            </a:r>
            <a:r>
              <a:rPr lang="en-US" altLang="zh-CN"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96</a:t>
            </a:r>
            <a:r>
              <a:rPr lang="en-US" altLang="zh-CN"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91</a:t>
            </a:r>
            <a:r>
              <a:rPr lang="en-US" altLang="zh-CN"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88</a:t>
            </a:r>
            <a:r>
              <a:rPr lang="en-US" altLang="zh-CN"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86</a:t>
            </a:r>
            <a:r>
              <a:rPr lang="en-US" altLang="zh-CN"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460</a:t>
            </a:r>
            <a:r>
              <a:rPr lang="en-US" altLang="zh-CN"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kern="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 </a:t>
            </a:r>
            <a:br>
              <a:rPr lang="en-US" altLang="zh-CN" kern="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br>
            <a:r>
              <a:rPr lang="en-US" altLang="zh-CN"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罗明</a:t>
            </a:r>
            <a:r>
              <a:rPr lang="en-US" altLang="zh-CN"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121701100510</a:t>
            </a:r>
            <a:r>
              <a:rPr lang="en-US" altLang="zh-CN"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95.</a:t>
            </a:r>
            <a:r>
              <a:rPr lang="en-US" altLang="zh-CN"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96</a:t>
            </a:r>
            <a:r>
              <a:rPr lang="en-US" altLang="zh-CN"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85</a:t>
            </a:r>
            <a:r>
              <a:rPr lang="en-US" altLang="zh-CN"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63</a:t>
            </a:r>
            <a:r>
              <a:rPr lang="en-US" altLang="zh-CN"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91</a:t>
            </a:r>
            <a:r>
              <a:rPr lang="en-US" altLang="zh-CN"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430</a:t>
            </a:r>
            <a:r>
              <a:rPr lang="en-US" altLang="zh-CN"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kern="100" dirty="0">
              <a:effectLst/>
              <a:latin typeface="微软雅黑" panose="020B0503020204020204" pitchFamily="34" charset="-122"/>
              <a:ea typeface="微软雅黑" panose="020B0503020204020204" pitchFamily="34" charset="-122"/>
              <a:cs typeface="Times New Roman" panose="02020603050405020304" pitchFamily="18" charset="0"/>
            </a:endParaRPr>
          </a:p>
          <a:p>
            <a:pPr marL="0" indent="0">
              <a:lnSpc>
                <a:spcPct val="125000"/>
              </a:lnSpc>
              <a:buClr>
                <a:sysClr val="windowText" lastClr="000000"/>
              </a:buClr>
              <a:buNone/>
            </a:pPr>
            <a:endParaRPr lang="en-US" altLang="zh-CN" sz="2400" dirty="0">
              <a:solidFill>
                <a:srgbClr val="448C27"/>
              </a:solidFill>
              <a:latin typeface="+mj-lt"/>
              <a:ea typeface="微软雅黑" panose="020B0503020204020204" pitchFamily="34" charset="-122"/>
              <a:cs typeface="Cascadia Code" panose="020B0609020000020004" pitchFamily="49" charset="0"/>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7.5.2</a:t>
            </a:r>
            <a:endParaRPr lang="zh-CN" altLang="en-US" dirty="0"/>
          </a:p>
        </p:txBody>
      </p:sp>
      <p:sp>
        <p:nvSpPr>
          <p:cNvPr id="3" name="标题 2"/>
          <p:cNvSpPr>
            <a:spLocks noGrp="1"/>
          </p:cNvSpPr>
          <p:nvPr>
            <p:ph type="title"/>
          </p:nvPr>
        </p:nvSpPr>
        <p:spPr/>
        <p:txBody>
          <a:bodyPr/>
          <a:lstStyle/>
          <a:p>
            <a:r>
              <a:rPr lang="zh-CN" altLang="en-US" dirty="0"/>
              <a:t>读文件</a:t>
            </a:r>
            <a:endParaRPr lang="zh-CN" altLang="en-US" dirty="0"/>
          </a:p>
        </p:txBody>
      </p:sp>
      <p:sp>
        <p:nvSpPr>
          <p:cNvPr id="2" name="内容占位符 5"/>
          <p:cNvSpPr txBox="1"/>
          <p:nvPr/>
        </p:nvSpPr>
        <p:spPr>
          <a:xfrm>
            <a:off x="780061" y="1005839"/>
            <a:ext cx="10631877" cy="2341881"/>
          </a:xfrm>
          <a:prstGeom prst="roundRect">
            <a:avLst>
              <a:gd name="adj" fmla="val 18448"/>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0" eaLnBrk="0" fontAlgn="base" hangingPunct="0">
              <a:lnSpc>
                <a:spcPct val="125000"/>
              </a:lnSpc>
              <a:spcBef>
                <a:spcPct val="0"/>
              </a:spcBef>
              <a:spcAft>
                <a:spcPct val="0"/>
              </a:spcAft>
              <a:defRPr/>
            </a:pPr>
            <a:r>
              <a:rPr lang="en-US" altLang="zh-CN" sz="2400" b="1" dirty="0" err="1">
                <a:solidFill>
                  <a:prstClr val="black"/>
                </a:solidFill>
                <a:latin typeface="微软雅黑"/>
                <a:ea typeface="微软雅黑"/>
              </a:rPr>
              <a:t>numpy.</a:t>
            </a:r>
            <a:r>
              <a:rPr lang="en-US" altLang="zh-CN" sz="2400" b="1" dirty="0" err="1">
                <a:solidFill>
                  <a:srgbClr val="FF6A02"/>
                </a:solidFill>
                <a:latin typeface="微软雅黑"/>
                <a:ea typeface="微软雅黑"/>
              </a:rPr>
              <a:t>genfromtxt</a:t>
            </a:r>
            <a:r>
              <a:rPr lang="en-US" altLang="zh-CN" sz="2400" b="1" dirty="0">
                <a:solidFill>
                  <a:prstClr val="black"/>
                </a:solidFill>
                <a:latin typeface="微软雅黑"/>
                <a:ea typeface="微软雅黑"/>
              </a:rPr>
              <a:t>(fname, </a:t>
            </a:r>
            <a:r>
              <a:rPr lang="en-US" altLang="zh-CN" sz="2400" b="1" dirty="0" err="1">
                <a:solidFill>
                  <a:srgbClr val="660099"/>
                </a:solidFill>
                <a:latin typeface="微软雅黑"/>
                <a:ea typeface="微软雅黑"/>
              </a:rPr>
              <a:t>dtype</a:t>
            </a:r>
            <a:r>
              <a:rPr lang="en-US" altLang="zh-CN" sz="2400" b="1" dirty="0">
                <a:solidFill>
                  <a:srgbClr val="171BEB"/>
                </a:solidFill>
                <a:latin typeface="微软雅黑"/>
                <a:ea typeface="微软雅黑"/>
              </a:rPr>
              <a:t>=&lt;class 'float'&gt;</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comments</a:t>
            </a:r>
            <a:r>
              <a:rPr lang="en-US" altLang="zh-CN" sz="2400" b="1" dirty="0">
                <a:solidFill>
                  <a:prstClr val="black"/>
                </a:solidFill>
                <a:latin typeface="微软雅黑"/>
                <a:ea typeface="微软雅黑"/>
              </a:rPr>
              <a:t>=</a:t>
            </a:r>
            <a:r>
              <a:rPr lang="en-US" altLang="zh-CN" sz="2400" b="1" dirty="0">
                <a:solidFill>
                  <a:srgbClr val="171BEB"/>
                </a:solidFill>
                <a:latin typeface="微软雅黑"/>
                <a:ea typeface="微软雅黑"/>
              </a:rPr>
              <a:t>'#'</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delimiter</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None</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skip_header</a:t>
            </a:r>
            <a:r>
              <a:rPr lang="en-US" altLang="zh-CN" sz="2400" b="1" dirty="0">
                <a:solidFill>
                  <a:prstClr val="black"/>
                </a:solidFill>
                <a:latin typeface="微软雅黑"/>
                <a:ea typeface="微软雅黑"/>
              </a:rPr>
              <a:t>=</a:t>
            </a:r>
            <a:r>
              <a:rPr lang="en-US" altLang="zh-CN" sz="2400" b="1" dirty="0">
                <a:solidFill>
                  <a:srgbClr val="171BEB"/>
                </a:solidFill>
                <a:latin typeface="微软雅黑"/>
                <a:ea typeface="微软雅黑"/>
              </a:rPr>
              <a:t>0</a:t>
            </a:r>
            <a:r>
              <a:rPr lang="en-US" altLang="zh-CN" sz="2400" b="1" dirty="0">
                <a:solidFill>
                  <a:prstClr val="black"/>
                </a:solidFill>
                <a:latin typeface="微软雅黑"/>
                <a:ea typeface="微软雅黑"/>
              </a:rPr>
              <a:t>,</a:t>
            </a:r>
            <a:r>
              <a:rPr lang="en-US" altLang="zh-CN" sz="2400" b="1" dirty="0">
                <a:solidFill>
                  <a:srgbClr val="660099"/>
                </a:solidFill>
                <a:latin typeface="微软雅黑"/>
                <a:ea typeface="微软雅黑"/>
              </a:rPr>
              <a:t>skip_footer</a:t>
            </a:r>
            <a:r>
              <a:rPr lang="en-US" altLang="zh-CN" sz="2400" b="1" dirty="0">
                <a:solidFill>
                  <a:prstClr val="black"/>
                </a:solidFill>
                <a:latin typeface="微软雅黑"/>
                <a:ea typeface="微软雅黑"/>
              </a:rPr>
              <a:t>=</a:t>
            </a:r>
            <a:r>
              <a:rPr lang="en-US" altLang="zh-CN" sz="2400" b="1" dirty="0">
                <a:solidFill>
                  <a:srgbClr val="171BEB"/>
                </a:solidFill>
                <a:latin typeface="微软雅黑"/>
                <a:ea typeface="微软雅黑"/>
              </a:rPr>
              <a:t>0</a:t>
            </a:r>
            <a:r>
              <a:rPr lang="en-US" altLang="zh-CN" sz="2400" b="1" dirty="0">
                <a:solidFill>
                  <a:prstClr val="black"/>
                </a:solidFill>
                <a:latin typeface="微软雅黑"/>
                <a:ea typeface="微软雅黑"/>
              </a:rPr>
              <a:t>, </a:t>
            </a:r>
            <a:r>
              <a:rPr lang="en-US" altLang="zh-CN" sz="2400" b="1" dirty="0" err="1">
                <a:solidFill>
                  <a:srgbClr val="660099"/>
                </a:solidFill>
                <a:latin typeface="微软雅黑"/>
                <a:ea typeface="微软雅黑"/>
              </a:rPr>
              <a:t>missing_values</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None</a:t>
            </a:r>
            <a:r>
              <a:rPr lang="en-US" altLang="zh-CN" sz="2400" b="1" dirty="0">
                <a:solidFill>
                  <a:prstClr val="black"/>
                </a:solidFill>
                <a:latin typeface="微软雅黑"/>
                <a:ea typeface="微软雅黑"/>
              </a:rPr>
              <a:t>, </a:t>
            </a:r>
            <a:r>
              <a:rPr lang="en-US" altLang="zh-CN" sz="2400" b="1" dirty="0" err="1">
                <a:solidFill>
                  <a:srgbClr val="660099"/>
                </a:solidFill>
                <a:latin typeface="微软雅黑"/>
                <a:ea typeface="微软雅黑"/>
              </a:rPr>
              <a:t>filling_values</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None</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usecols</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None</a:t>
            </a:r>
            <a:r>
              <a:rPr lang="en-US" altLang="zh-CN" sz="2400" b="1" dirty="0">
                <a:solidFill>
                  <a:prstClr val="black"/>
                </a:solidFill>
                <a:latin typeface="微软雅黑"/>
                <a:ea typeface="微软雅黑"/>
              </a:rPr>
              <a:t>, </a:t>
            </a:r>
            <a:r>
              <a:rPr lang="en-US" altLang="zh-CN" sz="2400" b="1" dirty="0" err="1">
                <a:solidFill>
                  <a:srgbClr val="660099"/>
                </a:solidFill>
                <a:latin typeface="微软雅黑"/>
                <a:ea typeface="微软雅黑"/>
              </a:rPr>
              <a:t>autostrip</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False</a:t>
            </a:r>
            <a:r>
              <a:rPr lang="en-US" altLang="zh-CN" sz="2400" b="1" dirty="0">
                <a:solidFill>
                  <a:prstClr val="black"/>
                </a:solidFill>
                <a:latin typeface="微软雅黑"/>
                <a:ea typeface="微软雅黑"/>
              </a:rPr>
              <a:t>, </a:t>
            </a:r>
            <a:r>
              <a:rPr lang="en-US" altLang="zh-CN" sz="2400" b="1" dirty="0" err="1">
                <a:solidFill>
                  <a:srgbClr val="660099"/>
                </a:solidFill>
                <a:latin typeface="微软雅黑"/>
                <a:ea typeface="微软雅黑"/>
              </a:rPr>
              <a:t>max_rows</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None</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encoding</a:t>
            </a:r>
            <a:r>
              <a:rPr lang="en-US" altLang="zh-CN" sz="2400" b="1" dirty="0">
                <a:solidFill>
                  <a:prstClr val="black"/>
                </a:solidFill>
                <a:latin typeface="微软雅黑"/>
                <a:ea typeface="微软雅黑"/>
              </a:rPr>
              <a:t>=</a:t>
            </a:r>
            <a:r>
              <a:rPr lang="en-US" altLang="zh-CN" sz="2400" b="1" dirty="0">
                <a:solidFill>
                  <a:srgbClr val="171BEB"/>
                </a:solidFill>
                <a:latin typeface="微软雅黑"/>
                <a:ea typeface="微软雅黑"/>
              </a:rPr>
              <a:t>'bytes'</a:t>
            </a:r>
            <a:r>
              <a:rPr lang="en-US" altLang="zh-CN" sz="2400" b="1" dirty="0">
                <a:solidFill>
                  <a:prstClr val="black"/>
                </a:solidFill>
                <a:latin typeface="微软雅黑"/>
                <a:ea typeface="微软雅黑"/>
              </a:rPr>
              <a:t>…)</a:t>
            </a:r>
            <a:endParaRPr lang="zh-CN" altLang="zh-CN" sz="2400" b="1" dirty="0">
              <a:solidFill>
                <a:prstClr val="black"/>
              </a:solidFill>
              <a:latin typeface="微软雅黑"/>
              <a:ea typeface="微软雅黑"/>
            </a:endParaRPr>
          </a:p>
        </p:txBody>
      </p:sp>
      <p:sp>
        <p:nvSpPr>
          <p:cNvPr id="5" name="内容占位符 4"/>
          <p:cNvSpPr txBox="1"/>
          <p:nvPr/>
        </p:nvSpPr>
        <p:spPr>
          <a:xfrm>
            <a:off x="838200" y="3396370"/>
            <a:ext cx="10515600" cy="3192372"/>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457200" indent="-457200">
              <a:lnSpc>
                <a:spcPct val="150000"/>
              </a:lnSpc>
              <a:buFont typeface="+mj-lt"/>
              <a:buAutoNum type="arabicPeriod" startAt="9"/>
            </a:pPr>
            <a:r>
              <a:rPr lang="en-US" altLang="zh-CN" sz="2000" b="1" dirty="0">
                <a:solidFill>
                  <a:schemeClr val="accent2"/>
                </a:solidFill>
                <a:latin typeface="微软雅黑" panose="020B0503020204020204" pitchFamily="34" charset="-122"/>
                <a:ea typeface="微软雅黑" panose="020B0503020204020204" pitchFamily="34" charset="-122"/>
              </a:rPr>
              <a:t>names</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：值为 </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None</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True</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、字符串或序列之一</a:t>
            </a:r>
            <a:endPar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endParaRPr>
          </a:p>
          <a:p>
            <a:pPr>
              <a:lnSpc>
                <a:spcPct val="150000"/>
              </a:lnSpc>
            </a:pP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当值为 </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True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时，跳过文件开头的 </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skip_header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设定的行数后，读取的</a:t>
            </a:r>
            <a:r>
              <a:rPr lang="zh-CN" altLang="en-US" sz="2000" b="1" dirty="0">
                <a:solidFill>
                  <a:schemeClr val="accent2"/>
                </a:solidFill>
                <a:latin typeface="微软雅黑" panose="020B0503020204020204" pitchFamily="34" charset="-122"/>
                <a:ea typeface="微软雅黑" panose="020B0503020204020204" pitchFamily="34" charset="-122"/>
              </a:rPr>
              <a:t>第 </a:t>
            </a:r>
            <a:r>
              <a:rPr lang="en-US" altLang="zh-CN" sz="2000" b="1" dirty="0">
                <a:solidFill>
                  <a:schemeClr val="accent2"/>
                </a:solidFill>
                <a:latin typeface="微软雅黑" panose="020B0503020204020204" pitchFamily="34" charset="-122"/>
                <a:ea typeface="微软雅黑" panose="020B0503020204020204" pitchFamily="34" charset="-122"/>
              </a:rPr>
              <a:t>1 </a:t>
            </a:r>
            <a:r>
              <a:rPr lang="zh-CN" altLang="en-US" sz="2000" b="1" dirty="0">
                <a:solidFill>
                  <a:schemeClr val="accent2"/>
                </a:solidFill>
                <a:latin typeface="微软雅黑" panose="020B0503020204020204" pitchFamily="34" charset="-122"/>
                <a:ea typeface="微软雅黑" panose="020B0503020204020204" pitchFamily="34" charset="-122"/>
              </a:rPr>
              <a:t>行</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作为</a:t>
            </a:r>
            <a:r>
              <a:rPr lang="zh-CN" altLang="en-US" sz="2000" b="1" dirty="0">
                <a:solidFill>
                  <a:schemeClr val="accent2"/>
                </a:solidFill>
                <a:latin typeface="微软雅黑" panose="020B0503020204020204" pitchFamily="34" charset="-122"/>
                <a:ea typeface="微软雅黑" panose="020B0503020204020204" pitchFamily="34" charset="-122"/>
              </a:rPr>
              <a:t>字段名</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。这行也可选被注释符号注释的行。</a:t>
            </a:r>
            <a:endPar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endParaRPr>
          </a:p>
          <a:p>
            <a:pPr>
              <a:lnSpc>
                <a:spcPct val="150000"/>
              </a:lnSpc>
            </a:pP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如果 </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names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参数的值为序列或是被逗号分隔的字符串序列，那么这些字符串将被用于定义结构化类型的字段名。</a:t>
            </a:r>
            <a:endPar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endParaRPr>
          </a:p>
          <a:p>
            <a:pPr>
              <a:lnSpc>
                <a:spcPct val="150000"/>
              </a:lnSpc>
            </a:pP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如果 </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names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参数的值为 </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None</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，将使用原字段的数据类型作为字段名。</a:t>
            </a:r>
            <a:endPar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7.5.2</a:t>
            </a:r>
            <a:endParaRPr lang="zh-CN" altLang="en-US" dirty="0"/>
          </a:p>
        </p:txBody>
      </p:sp>
      <p:sp>
        <p:nvSpPr>
          <p:cNvPr id="3" name="标题 2"/>
          <p:cNvSpPr>
            <a:spLocks noGrp="1"/>
          </p:cNvSpPr>
          <p:nvPr>
            <p:ph type="title"/>
          </p:nvPr>
        </p:nvSpPr>
        <p:spPr/>
        <p:txBody>
          <a:bodyPr/>
          <a:lstStyle/>
          <a:p>
            <a:r>
              <a:rPr lang="zh-CN" altLang="en-US" dirty="0"/>
              <a:t>读文件</a:t>
            </a:r>
            <a:endParaRPr lang="zh-CN" altLang="en-US" dirty="0"/>
          </a:p>
        </p:txBody>
      </p:sp>
      <p:sp>
        <p:nvSpPr>
          <p:cNvPr id="2" name="内容占位符 5"/>
          <p:cNvSpPr txBox="1"/>
          <p:nvPr/>
        </p:nvSpPr>
        <p:spPr>
          <a:xfrm>
            <a:off x="522109" y="994222"/>
            <a:ext cx="11147781" cy="2916253"/>
          </a:xfrm>
          <a:prstGeom prst="roundRect">
            <a:avLst>
              <a:gd name="adj" fmla="val 15509"/>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dirty="0">
                <a:solidFill>
                  <a:srgbClr val="4B69C6"/>
                </a:solidFill>
                <a:latin typeface="+mj-lt"/>
              </a:rPr>
              <a:t>import</a:t>
            </a:r>
            <a:r>
              <a:rPr lang="en-US" altLang="zh-CN" dirty="0">
                <a:solidFill>
                  <a:srgbClr val="333333"/>
                </a:solidFill>
                <a:latin typeface="+mj-lt"/>
              </a:rPr>
              <a:t> </a:t>
            </a:r>
            <a:r>
              <a:rPr lang="en-US" altLang="zh-CN" b="1" dirty="0" err="1">
                <a:solidFill>
                  <a:srgbClr val="7A3E9D"/>
                </a:solidFill>
                <a:latin typeface="+mj-lt"/>
              </a:rPr>
              <a:t>numpy</a:t>
            </a:r>
            <a:r>
              <a:rPr lang="en-US" altLang="zh-CN" dirty="0">
                <a:solidFill>
                  <a:srgbClr val="333333"/>
                </a:solidFill>
                <a:latin typeface="+mj-lt"/>
              </a:rPr>
              <a:t> </a:t>
            </a:r>
            <a:r>
              <a:rPr lang="en-US" altLang="zh-CN" dirty="0">
                <a:solidFill>
                  <a:srgbClr val="4B69C6"/>
                </a:solidFill>
                <a:latin typeface="+mj-lt"/>
              </a:rPr>
              <a:t>as</a:t>
            </a:r>
            <a:r>
              <a:rPr lang="en-US" altLang="zh-CN" dirty="0">
                <a:solidFill>
                  <a:srgbClr val="333333"/>
                </a:solidFill>
                <a:latin typeface="+mj-lt"/>
              </a:rPr>
              <a:t> </a:t>
            </a:r>
            <a:r>
              <a:rPr lang="en-US" altLang="zh-CN" b="1" dirty="0">
                <a:solidFill>
                  <a:srgbClr val="7A3E9D"/>
                </a:solidFill>
                <a:latin typeface="+mj-lt"/>
              </a:rPr>
              <a:t>np</a:t>
            </a:r>
            <a:endParaRPr lang="en-US" altLang="zh-CN" dirty="0">
              <a:solidFill>
                <a:srgbClr val="333333"/>
              </a:solidFill>
              <a:latin typeface="+mj-lt"/>
            </a:endParaRPr>
          </a:p>
          <a:p>
            <a:r>
              <a:rPr lang="en-US" altLang="zh-CN" dirty="0">
                <a:solidFill>
                  <a:srgbClr val="333333"/>
                </a:solidFill>
                <a:latin typeface="+mj-lt"/>
              </a:rPr>
              <a:t> </a:t>
            </a:r>
            <a:endParaRPr lang="en-US" altLang="zh-CN" dirty="0">
              <a:solidFill>
                <a:srgbClr val="333333"/>
              </a:solidFill>
              <a:latin typeface="+mj-lt"/>
            </a:endParaRPr>
          </a:p>
          <a:p>
            <a:r>
              <a:rPr lang="en-US" altLang="zh-CN" dirty="0">
                <a:solidFill>
                  <a:srgbClr val="7A3E9D"/>
                </a:solidFill>
                <a:latin typeface="+mj-lt"/>
              </a:rPr>
              <a:t>file</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448C27"/>
                </a:solidFill>
                <a:latin typeface="+mj-lt"/>
              </a:rPr>
              <a:t>score_nan.csv</a:t>
            </a:r>
            <a:r>
              <a:rPr lang="en-US" altLang="zh-CN" dirty="0">
                <a:solidFill>
                  <a:srgbClr val="777777"/>
                </a:solidFill>
                <a:latin typeface="+mj-lt"/>
              </a:rPr>
              <a:t>'</a:t>
            </a:r>
            <a:endParaRPr lang="en-US" altLang="zh-CN" dirty="0">
              <a:solidFill>
                <a:srgbClr val="333333"/>
              </a:solidFill>
              <a:latin typeface="+mj-lt"/>
            </a:endParaRPr>
          </a:p>
          <a:p>
            <a:r>
              <a:rPr lang="en-US" altLang="zh-CN" dirty="0">
                <a:solidFill>
                  <a:srgbClr val="7A3E9D"/>
                </a:solidFill>
                <a:latin typeface="+mj-lt"/>
              </a:rPr>
              <a:t>data</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b="1" dirty="0" err="1">
                <a:solidFill>
                  <a:srgbClr val="7A3E9D"/>
                </a:solidFill>
                <a:latin typeface="+mj-lt"/>
              </a:rPr>
              <a:t>np</a:t>
            </a:r>
            <a:r>
              <a:rPr lang="en-US" altLang="zh-CN" dirty="0" err="1">
                <a:solidFill>
                  <a:srgbClr val="777777"/>
                </a:solidFill>
                <a:latin typeface="+mj-lt"/>
              </a:rPr>
              <a:t>.</a:t>
            </a:r>
            <a:r>
              <a:rPr lang="en-US" altLang="zh-CN" b="1" dirty="0" err="1">
                <a:solidFill>
                  <a:srgbClr val="AA3731"/>
                </a:solidFill>
                <a:latin typeface="+mj-lt"/>
              </a:rPr>
              <a:t>genfromtxt</a:t>
            </a:r>
            <a:r>
              <a:rPr lang="en-US" altLang="zh-CN" dirty="0">
                <a:solidFill>
                  <a:srgbClr val="777777"/>
                </a:solidFill>
                <a:latin typeface="+mj-lt"/>
              </a:rPr>
              <a:t>(</a:t>
            </a:r>
            <a:r>
              <a:rPr lang="en-US" altLang="zh-CN" dirty="0">
                <a:solidFill>
                  <a:srgbClr val="7A3E9D"/>
                </a:solidFill>
                <a:latin typeface="+mj-lt"/>
              </a:rPr>
              <a:t>file</a:t>
            </a:r>
            <a:r>
              <a:rPr lang="en-US" altLang="zh-CN" dirty="0">
                <a:solidFill>
                  <a:srgbClr val="777777"/>
                </a:solidFill>
                <a:latin typeface="+mj-lt"/>
              </a:rPr>
              <a:t>,</a:t>
            </a:r>
            <a:r>
              <a:rPr lang="en-US" altLang="zh-CN" dirty="0">
                <a:solidFill>
                  <a:srgbClr val="333333"/>
                </a:solidFill>
                <a:latin typeface="+mj-lt"/>
              </a:rPr>
              <a:t> </a:t>
            </a:r>
            <a:r>
              <a:rPr lang="en-US" altLang="zh-CN" dirty="0" err="1">
                <a:solidFill>
                  <a:srgbClr val="7A3E9D"/>
                </a:solidFill>
                <a:latin typeface="+mj-lt"/>
              </a:rPr>
              <a:t>dtype</a:t>
            </a:r>
            <a:r>
              <a:rPr lang="en-US" altLang="zh-CN" dirty="0">
                <a:solidFill>
                  <a:srgbClr val="333333"/>
                </a:solidFill>
                <a:latin typeface="+mj-lt"/>
              </a:rPr>
              <a:t> </a:t>
            </a:r>
            <a:r>
              <a:rPr lang="en-US" altLang="zh-CN" dirty="0">
                <a:solidFill>
                  <a:srgbClr val="777777"/>
                </a:solidFill>
                <a:latin typeface="+mj-lt"/>
              </a:rPr>
              <a:t>=</a:t>
            </a:r>
            <a:r>
              <a:rPr lang="en-US" altLang="zh-CN" dirty="0" err="1">
                <a:solidFill>
                  <a:srgbClr val="9C5D27"/>
                </a:solidFill>
                <a:latin typeface="+mj-lt"/>
              </a:rPr>
              <a:t>None</a:t>
            </a:r>
            <a:r>
              <a:rPr lang="en-US" altLang="zh-CN" dirty="0" err="1">
                <a:solidFill>
                  <a:srgbClr val="777777"/>
                </a:solidFill>
                <a:latin typeface="+mj-lt"/>
              </a:rPr>
              <a:t>,</a:t>
            </a:r>
            <a:r>
              <a:rPr lang="en-US" altLang="zh-CN" dirty="0" err="1">
                <a:solidFill>
                  <a:srgbClr val="7A3E9D"/>
                </a:solidFill>
                <a:latin typeface="+mj-lt"/>
              </a:rPr>
              <a:t>delimiter</a:t>
            </a:r>
            <a:r>
              <a:rPr lang="en-US" altLang="zh-CN" dirty="0">
                <a:solidFill>
                  <a:srgbClr val="777777"/>
                </a:solidFill>
                <a:latin typeface="+mj-lt"/>
              </a:rPr>
              <a:t>='</a:t>
            </a:r>
            <a:r>
              <a:rPr lang="en-US" altLang="zh-CN" dirty="0">
                <a:solidFill>
                  <a:srgbClr val="448C27"/>
                </a:solidFill>
                <a:latin typeface="+mj-lt"/>
              </a:rPr>
              <a:t>,</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names</a:t>
            </a:r>
            <a:r>
              <a:rPr lang="en-US" altLang="zh-CN" dirty="0">
                <a:solidFill>
                  <a:srgbClr val="777777"/>
                </a:solidFill>
                <a:latin typeface="+mj-lt"/>
              </a:rPr>
              <a:t>=</a:t>
            </a:r>
            <a:r>
              <a:rPr lang="en-US" altLang="zh-CN" dirty="0">
                <a:solidFill>
                  <a:srgbClr val="9C5D27"/>
                </a:solidFill>
                <a:latin typeface="+mj-lt"/>
              </a:rPr>
              <a:t>True</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filling_values</a:t>
            </a:r>
            <a:r>
              <a:rPr lang="en-US" altLang="zh-CN" dirty="0">
                <a:solidFill>
                  <a:srgbClr val="777777"/>
                </a:solidFill>
                <a:latin typeface="+mj-lt"/>
              </a:rPr>
              <a:t>=</a:t>
            </a:r>
            <a:r>
              <a:rPr lang="en-US" altLang="zh-CN" dirty="0">
                <a:solidFill>
                  <a:srgbClr val="9C5D27"/>
                </a:solidFill>
                <a:latin typeface="+mj-lt"/>
              </a:rPr>
              <a:t>0</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encoding</a:t>
            </a:r>
            <a:r>
              <a:rPr lang="en-US" altLang="zh-CN" dirty="0">
                <a:solidFill>
                  <a:srgbClr val="777777"/>
                </a:solidFill>
                <a:latin typeface="+mj-lt"/>
              </a:rPr>
              <a:t>='</a:t>
            </a:r>
            <a:r>
              <a:rPr lang="en-US" altLang="zh-CN" dirty="0">
                <a:solidFill>
                  <a:srgbClr val="448C27"/>
                </a:solidFill>
                <a:latin typeface="+mj-lt"/>
              </a:rPr>
              <a:t>utf-8</a:t>
            </a:r>
            <a:r>
              <a:rPr lang="en-US" altLang="zh-CN" dirty="0">
                <a:solidFill>
                  <a:srgbClr val="777777"/>
                </a:solidFill>
                <a:latin typeface="+mj-lt"/>
              </a:rPr>
              <a:t>')</a:t>
            </a:r>
            <a:endParaRPr lang="en-US" altLang="zh-CN" dirty="0">
              <a:solidFill>
                <a:srgbClr val="333333"/>
              </a:solidFill>
              <a:latin typeface="+mj-lt"/>
            </a:endParaRPr>
          </a:p>
          <a:p>
            <a:r>
              <a:rPr lang="en-US" altLang="zh-CN" b="1" dirty="0">
                <a:solidFill>
                  <a:srgbClr val="AA3731"/>
                </a:solidFill>
                <a:latin typeface="+mj-lt"/>
              </a:rPr>
              <a:t>print</a:t>
            </a:r>
            <a:r>
              <a:rPr lang="en-US" altLang="zh-CN" dirty="0">
                <a:solidFill>
                  <a:srgbClr val="777777"/>
                </a:solidFill>
                <a:latin typeface="+mj-lt"/>
              </a:rPr>
              <a:t>(</a:t>
            </a:r>
            <a:r>
              <a:rPr lang="en-US" altLang="zh-CN" dirty="0">
                <a:solidFill>
                  <a:srgbClr val="7A3E9D"/>
                </a:solidFill>
                <a:latin typeface="+mj-lt"/>
              </a:rPr>
              <a:t>data</a:t>
            </a:r>
            <a:r>
              <a:rPr lang="en-US" altLang="zh-CN" dirty="0">
                <a:solidFill>
                  <a:srgbClr val="777777"/>
                </a:solidFill>
                <a:latin typeface="+mj-lt"/>
              </a:rPr>
              <a:t>[['</a:t>
            </a:r>
            <a:r>
              <a:rPr lang="zh-CN" altLang="en-US" dirty="0">
                <a:solidFill>
                  <a:srgbClr val="448C27"/>
                </a:solidFill>
                <a:latin typeface="+mj-lt"/>
              </a:rPr>
              <a:t>姓名</a:t>
            </a:r>
            <a:r>
              <a:rPr lang="en-US" altLang="zh-CN" dirty="0">
                <a:solidFill>
                  <a:srgbClr val="777777"/>
                </a:solidFill>
                <a:latin typeface="+mj-lt"/>
              </a:rPr>
              <a:t>','</a:t>
            </a:r>
            <a:r>
              <a:rPr lang="zh-CN" altLang="en-US" dirty="0">
                <a:solidFill>
                  <a:srgbClr val="448C27"/>
                </a:solidFill>
                <a:latin typeface="+mj-lt"/>
              </a:rPr>
              <a:t>学号</a:t>
            </a:r>
            <a:r>
              <a:rPr lang="en-US" altLang="zh-CN" dirty="0">
                <a:solidFill>
                  <a:srgbClr val="777777"/>
                </a:solidFill>
                <a:latin typeface="+mj-lt"/>
              </a:rPr>
              <a:t>','</a:t>
            </a:r>
            <a:r>
              <a:rPr lang="en-US" altLang="zh-CN" dirty="0">
                <a:solidFill>
                  <a:srgbClr val="448C27"/>
                </a:solidFill>
                <a:latin typeface="+mj-lt"/>
              </a:rPr>
              <a:t>Python</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以多个字段为索引时，放入列表中</a:t>
            </a:r>
            <a:endParaRPr lang="zh-CN" altLang="en-US" dirty="0">
              <a:solidFill>
                <a:srgbClr val="333333"/>
              </a:solidFill>
              <a:latin typeface="+mj-lt"/>
            </a:endParaRPr>
          </a:p>
        </p:txBody>
      </p:sp>
      <p:sp>
        <p:nvSpPr>
          <p:cNvPr id="5" name="内容占位符 1"/>
          <p:cNvSpPr txBox="1"/>
          <p:nvPr/>
        </p:nvSpPr>
        <p:spPr>
          <a:xfrm>
            <a:off x="522109" y="3989005"/>
            <a:ext cx="7280771" cy="2665527"/>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50000"/>
              </a:lnSpc>
              <a:defRPr/>
            </a:pPr>
            <a:r>
              <a:rPr lang="zh-CN" altLang="en-US" sz="2200" dirty="0">
                <a:solidFill>
                  <a:sysClr val="windowText" lastClr="000000"/>
                </a:solidFill>
                <a:latin typeface="微软雅黑" panose="020B0503020204020204" pitchFamily="34" charset="-122"/>
                <a:ea typeface="微软雅黑" panose="020B0503020204020204" pitchFamily="34" charset="-122"/>
              </a:rPr>
              <a:t>设置 </a:t>
            </a:r>
            <a:r>
              <a:rPr lang="en-US" altLang="zh-CN" sz="2200" dirty="0">
                <a:solidFill>
                  <a:sysClr val="windowText" lastClr="000000"/>
                </a:solidFill>
                <a:latin typeface="微软雅黑" panose="020B0503020204020204" pitchFamily="34" charset="-122"/>
                <a:ea typeface="微软雅黑" panose="020B0503020204020204" pitchFamily="34" charset="-122"/>
              </a:rPr>
              <a:t>names = True </a:t>
            </a:r>
            <a:r>
              <a:rPr lang="zh-CN" altLang="en-US" sz="2200" dirty="0">
                <a:solidFill>
                  <a:sysClr val="windowText" lastClr="000000"/>
                </a:solidFill>
                <a:latin typeface="微软雅黑" panose="020B0503020204020204" pitchFamily="34" charset="-122"/>
                <a:ea typeface="微软雅黑" panose="020B0503020204020204" pitchFamily="34" charset="-122"/>
              </a:rPr>
              <a:t>将读取的</a:t>
            </a:r>
            <a:r>
              <a:rPr lang="zh-CN" altLang="en-US" sz="2200" b="1" dirty="0">
                <a:solidFill>
                  <a:schemeClr val="accent2"/>
                </a:solidFill>
                <a:latin typeface="微软雅黑" panose="020B0503020204020204" pitchFamily="34" charset="-122"/>
                <a:ea typeface="微软雅黑" panose="020B0503020204020204" pitchFamily="34" charset="-122"/>
              </a:rPr>
              <a:t>第一行数据</a:t>
            </a:r>
            <a:r>
              <a:rPr lang="zh-CN" altLang="en-US" sz="2200" dirty="0">
                <a:solidFill>
                  <a:sysClr val="windowText" lastClr="000000"/>
                </a:solidFill>
                <a:latin typeface="微软雅黑" panose="020B0503020204020204" pitchFamily="34" charset="-122"/>
                <a:ea typeface="微软雅黑" panose="020B0503020204020204" pitchFamily="34" charset="-122"/>
              </a:rPr>
              <a:t>作为</a:t>
            </a:r>
            <a:r>
              <a:rPr lang="zh-CN" altLang="en-US" sz="2200" b="1" dirty="0">
                <a:solidFill>
                  <a:schemeClr val="accent2"/>
                </a:solidFill>
                <a:latin typeface="微软雅黑" panose="020B0503020204020204" pitchFamily="34" charset="-122"/>
                <a:ea typeface="微软雅黑" panose="020B0503020204020204" pitchFamily="34" charset="-122"/>
              </a:rPr>
              <a:t>字段名</a:t>
            </a:r>
            <a:r>
              <a:rPr lang="zh-CN" altLang="en-US" sz="2200" dirty="0">
                <a:solidFill>
                  <a:sysClr val="windowText" lastClr="000000"/>
                </a:solidFill>
                <a:latin typeface="微软雅黑" panose="020B0503020204020204" pitchFamily="34" charset="-122"/>
                <a:ea typeface="微软雅黑" panose="020B0503020204020204" pitchFamily="34" charset="-122"/>
              </a:rPr>
              <a:t>，以便用字段名作为索引对数据进行处理。</a:t>
            </a:r>
            <a:endParaRPr lang="en-US" altLang="zh-CN" sz="2200" dirty="0">
              <a:solidFill>
                <a:sysClr val="windowText" lastClr="000000"/>
              </a:solidFill>
              <a:latin typeface="微软雅黑" panose="020B0503020204020204" pitchFamily="34" charset="-122"/>
              <a:ea typeface="微软雅黑" panose="020B0503020204020204" pitchFamily="34" charset="-122"/>
            </a:endParaRPr>
          </a:p>
          <a:p>
            <a:pPr>
              <a:lnSpc>
                <a:spcPct val="150000"/>
              </a:lnSpc>
              <a:defRPr/>
            </a:pPr>
            <a:r>
              <a:rPr lang="zh-CN" altLang="en-US" sz="2200" dirty="0">
                <a:solidFill>
                  <a:sysClr val="windowText" lastClr="000000"/>
                </a:solidFill>
                <a:latin typeface="微软雅黑" panose="020B0503020204020204" pitchFamily="34" charset="-122"/>
                <a:ea typeface="微软雅黑" panose="020B0503020204020204" pitchFamily="34" charset="-122"/>
              </a:rPr>
              <a:t>例如可以同时用 </a:t>
            </a:r>
            <a:r>
              <a:rPr lang="en-US" altLang="zh-CN" sz="2200" dirty="0">
                <a:solidFill>
                  <a:sysClr val="windowText" lastClr="000000"/>
                </a:solidFill>
                <a:latin typeface="微软雅黑" panose="020B0503020204020204" pitchFamily="34" charset="-122"/>
                <a:ea typeface="微软雅黑" panose="020B0503020204020204" pitchFamily="34" charset="-122"/>
              </a:rPr>
              <a:t>'</a:t>
            </a:r>
            <a:r>
              <a:rPr lang="zh-CN" altLang="en-US" sz="2200" dirty="0">
                <a:solidFill>
                  <a:sysClr val="windowText" lastClr="000000"/>
                </a:solidFill>
                <a:latin typeface="微软雅黑" panose="020B0503020204020204" pitchFamily="34" charset="-122"/>
                <a:ea typeface="微软雅黑" panose="020B0503020204020204" pitchFamily="34" charset="-122"/>
              </a:rPr>
              <a:t>姓名</a:t>
            </a:r>
            <a:r>
              <a:rPr lang="en-US" altLang="zh-CN" sz="2200" dirty="0">
                <a:solidFill>
                  <a:sysClr val="windowText" lastClr="000000"/>
                </a:solidFill>
                <a:latin typeface="微软雅黑" panose="020B0503020204020204" pitchFamily="34" charset="-122"/>
                <a:ea typeface="微软雅黑" panose="020B0503020204020204" pitchFamily="34" charset="-122"/>
              </a:rPr>
              <a:t>'</a:t>
            </a:r>
            <a:r>
              <a:rPr lang="zh-CN" altLang="en-US" sz="2200" dirty="0">
                <a:solidFill>
                  <a:sysClr val="windowText" lastClr="000000"/>
                </a:solidFill>
                <a:latin typeface="微软雅黑" panose="020B0503020204020204" pitchFamily="34" charset="-122"/>
                <a:ea typeface="微软雅黑" panose="020B0503020204020204" pitchFamily="34" charset="-122"/>
              </a:rPr>
              <a:t>、</a:t>
            </a:r>
            <a:r>
              <a:rPr lang="en-US" altLang="zh-CN" sz="2200" dirty="0">
                <a:solidFill>
                  <a:sysClr val="windowText" lastClr="000000"/>
                </a:solidFill>
                <a:latin typeface="微软雅黑" panose="020B0503020204020204" pitchFamily="34" charset="-122"/>
                <a:ea typeface="微软雅黑" panose="020B0503020204020204" pitchFamily="34" charset="-122"/>
              </a:rPr>
              <a:t>'</a:t>
            </a:r>
            <a:r>
              <a:rPr lang="zh-CN" altLang="en-US" sz="2200" dirty="0">
                <a:solidFill>
                  <a:sysClr val="windowText" lastClr="000000"/>
                </a:solidFill>
                <a:latin typeface="微软雅黑" panose="020B0503020204020204" pitchFamily="34" charset="-122"/>
                <a:ea typeface="微软雅黑" panose="020B0503020204020204" pitchFamily="34" charset="-122"/>
              </a:rPr>
              <a:t>学号</a:t>
            </a:r>
            <a:r>
              <a:rPr lang="en-US" altLang="zh-CN" sz="2200" dirty="0">
                <a:solidFill>
                  <a:sysClr val="windowText" lastClr="000000"/>
                </a:solidFill>
                <a:latin typeface="微软雅黑" panose="020B0503020204020204" pitchFamily="34" charset="-122"/>
                <a:ea typeface="微软雅黑" panose="020B0503020204020204" pitchFamily="34" charset="-122"/>
              </a:rPr>
              <a:t>' </a:t>
            </a:r>
            <a:r>
              <a:rPr lang="zh-CN" altLang="en-US" sz="2200" dirty="0">
                <a:solidFill>
                  <a:sysClr val="windowText" lastClr="000000"/>
                </a:solidFill>
                <a:latin typeface="微软雅黑" panose="020B0503020204020204" pitchFamily="34" charset="-122"/>
                <a:ea typeface="微软雅黑" panose="020B0503020204020204" pitchFamily="34" charset="-122"/>
              </a:rPr>
              <a:t>和 </a:t>
            </a:r>
            <a:r>
              <a:rPr lang="en-US" altLang="zh-CN" sz="2200" dirty="0">
                <a:solidFill>
                  <a:sysClr val="windowText" lastClr="000000"/>
                </a:solidFill>
                <a:latin typeface="微软雅黑" panose="020B0503020204020204" pitchFamily="34" charset="-122"/>
                <a:ea typeface="微软雅黑" panose="020B0503020204020204" pitchFamily="34" charset="-122"/>
              </a:rPr>
              <a:t>'Python' </a:t>
            </a:r>
            <a:r>
              <a:rPr lang="zh-CN" altLang="en-US" sz="2200" dirty="0">
                <a:solidFill>
                  <a:sysClr val="windowText" lastClr="000000"/>
                </a:solidFill>
                <a:latin typeface="微软雅黑" panose="020B0503020204020204" pitchFamily="34" charset="-122"/>
                <a:ea typeface="微软雅黑" panose="020B0503020204020204" pitchFamily="34" charset="-122"/>
              </a:rPr>
              <a:t>三个列名放入一个列表做字段名进行索引，返回所有同学“</a:t>
            </a:r>
            <a:r>
              <a:rPr lang="en-US" altLang="zh-CN" sz="2200" dirty="0">
                <a:solidFill>
                  <a:sysClr val="windowText" lastClr="000000"/>
                </a:solidFill>
                <a:latin typeface="微软雅黑" panose="020B0503020204020204" pitchFamily="34" charset="-122"/>
                <a:ea typeface="微软雅黑" panose="020B0503020204020204" pitchFamily="34" charset="-122"/>
              </a:rPr>
              <a:t>Python”</a:t>
            </a:r>
            <a:r>
              <a:rPr lang="zh-CN" altLang="en-US" sz="2200" dirty="0">
                <a:solidFill>
                  <a:sysClr val="windowText" lastClr="000000"/>
                </a:solidFill>
                <a:latin typeface="微软雅黑" panose="020B0503020204020204" pitchFamily="34" charset="-122"/>
                <a:ea typeface="微软雅黑" panose="020B0503020204020204" pitchFamily="34" charset="-122"/>
              </a:rPr>
              <a:t>课程的成绩数据。</a:t>
            </a:r>
            <a:endParaRPr lang="en-US" altLang="zh-CN" sz="2200" kern="0" dirty="0">
              <a:solidFill>
                <a:srgbClr val="595959"/>
              </a:solidFill>
              <a:effectLst/>
              <a:latin typeface="Times New Roman" panose="02020603050405020304" pitchFamily="18" charset="0"/>
              <a:ea typeface="宋体" pitchFamily="2" charset="-122"/>
            </a:endParaRPr>
          </a:p>
        </p:txBody>
      </p:sp>
      <p:sp>
        <p:nvSpPr>
          <p:cNvPr id="6" name="文本框 5"/>
          <p:cNvSpPr txBox="1"/>
          <p:nvPr/>
        </p:nvSpPr>
        <p:spPr>
          <a:xfrm>
            <a:off x="7900530" y="4025770"/>
            <a:ext cx="3769360" cy="2744057"/>
          </a:xfrm>
          <a:prstGeom prst="roundRect">
            <a:avLst>
              <a:gd name="adj" fmla="val 5518"/>
            </a:avLst>
          </a:prstGeom>
          <a:solidFill>
            <a:srgbClr val="0070C0"/>
          </a:solidFill>
          <a:ln>
            <a:solidFill>
              <a:schemeClr val="bg1"/>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nchorCtr="0"/>
          <a:lstStyle>
            <a:defPPr>
              <a:defRPr lang="zh-CN"/>
            </a:defPPr>
            <a:lvl1pPr>
              <a:defRPr sz="24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25000"/>
              </a:lnSpc>
              <a:spcBef>
                <a:spcPts val="50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输出：</a:t>
            </a:r>
            <a:endParaRPr kumimoji="0" lang="en-US" altLang="zh-CN"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lvl="0">
              <a:lnSpc>
                <a:spcPct val="125000"/>
              </a:lnSpc>
              <a:spcBef>
                <a:spcPts val="500"/>
              </a:spcBef>
              <a:defRPr/>
            </a:pPr>
            <a:r>
              <a:rPr lang="en-US" altLang="zh-CN" sz="2000" b="1" dirty="0">
                <a:solidFill>
                  <a:prstClr val="white"/>
                </a:solidFill>
                <a:latin typeface="微软雅黑" panose="020B0503020204020204" pitchFamily="34" charset="-122"/>
                <a:ea typeface="微软雅黑" panose="020B0503020204020204" pitchFamily="34" charset="-122"/>
              </a:rPr>
              <a:t>[('</a:t>
            </a:r>
            <a:r>
              <a:rPr lang="zh-CN" altLang="en-US" sz="2000" b="1" dirty="0">
                <a:solidFill>
                  <a:prstClr val="white"/>
                </a:solidFill>
                <a:latin typeface="微软雅黑" panose="020B0503020204020204" pitchFamily="34" charset="-122"/>
                <a:ea typeface="微软雅黑" panose="020B0503020204020204" pitchFamily="34" charset="-122"/>
              </a:rPr>
              <a:t>朱佳</a:t>
            </a:r>
            <a:r>
              <a:rPr lang="en-US" altLang="zh-CN" sz="2000" b="1" dirty="0">
                <a:solidFill>
                  <a:prstClr val="white"/>
                </a:solidFill>
                <a:latin typeface="微软雅黑" panose="020B0503020204020204" pitchFamily="34" charset="-122"/>
                <a:ea typeface="微软雅黑" panose="020B0503020204020204" pitchFamily="34" charset="-122"/>
              </a:rPr>
              <a:t>', 121701100511, 66) </a:t>
            </a:r>
            <a:endParaRPr lang="en-US" altLang="zh-CN" sz="2000" b="1" dirty="0">
              <a:solidFill>
                <a:prstClr val="white"/>
              </a:solidFill>
              <a:latin typeface="微软雅黑" panose="020B0503020204020204" pitchFamily="34" charset="-122"/>
              <a:ea typeface="微软雅黑" panose="020B0503020204020204" pitchFamily="34" charset="-122"/>
            </a:endParaRPr>
          </a:p>
          <a:p>
            <a:pPr lvl="0">
              <a:lnSpc>
                <a:spcPct val="125000"/>
              </a:lnSpc>
              <a:spcBef>
                <a:spcPts val="500"/>
              </a:spcBef>
              <a:defRPr/>
            </a:pPr>
            <a:r>
              <a:rPr lang="en-US" altLang="zh-CN" sz="2000" b="1" dirty="0">
                <a:solidFill>
                  <a:prstClr val="white"/>
                </a:solidFill>
                <a:latin typeface="微软雅黑" panose="020B0503020204020204" pitchFamily="34" charset="-122"/>
                <a:ea typeface="微软雅黑" panose="020B0503020204020204" pitchFamily="34" charset="-122"/>
              </a:rPr>
              <a:t> ('</a:t>
            </a:r>
            <a:r>
              <a:rPr lang="zh-CN" altLang="en-US" sz="2000" b="1" dirty="0">
                <a:solidFill>
                  <a:prstClr val="white"/>
                </a:solidFill>
                <a:latin typeface="微软雅黑" panose="020B0503020204020204" pitchFamily="34" charset="-122"/>
                <a:ea typeface="微软雅黑" panose="020B0503020204020204" pitchFamily="34" charset="-122"/>
              </a:rPr>
              <a:t>李思</a:t>
            </a:r>
            <a:r>
              <a:rPr lang="en-US" altLang="zh-CN" sz="2000" b="1" dirty="0">
                <a:solidFill>
                  <a:prstClr val="white"/>
                </a:solidFill>
                <a:latin typeface="微软雅黑" panose="020B0503020204020204" pitchFamily="34" charset="-122"/>
                <a:ea typeface="微软雅黑" panose="020B0503020204020204" pitchFamily="34" charset="-122"/>
              </a:rPr>
              <a:t>', 121701100513, 96) </a:t>
            </a:r>
            <a:endParaRPr lang="en-US" altLang="zh-CN" sz="2000" b="1" dirty="0">
              <a:solidFill>
                <a:prstClr val="white"/>
              </a:solidFill>
              <a:latin typeface="微软雅黑" panose="020B0503020204020204" pitchFamily="34" charset="-122"/>
              <a:ea typeface="微软雅黑" panose="020B0503020204020204" pitchFamily="34" charset="-122"/>
            </a:endParaRPr>
          </a:p>
          <a:p>
            <a:pPr lvl="0">
              <a:lnSpc>
                <a:spcPct val="125000"/>
              </a:lnSpc>
              <a:spcBef>
                <a:spcPts val="500"/>
              </a:spcBef>
              <a:defRPr/>
            </a:pPr>
            <a:r>
              <a:rPr lang="en-US" altLang="zh-CN" sz="2000" b="1" dirty="0">
                <a:solidFill>
                  <a:prstClr val="white"/>
                </a:solidFill>
                <a:latin typeface="微软雅黑" panose="020B0503020204020204" pitchFamily="34" charset="-122"/>
                <a:ea typeface="微软雅黑" panose="020B0503020204020204" pitchFamily="34" charset="-122"/>
              </a:rPr>
              <a:t> ('</a:t>
            </a:r>
            <a:r>
              <a:rPr lang="zh-CN" altLang="en-US" sz="2000" b="1" dirty="0">
                <a:solidFill>
                  <a:prstClr val="white"/>
                </a:solidFill>
                <a:latin typeface="微软雅黑" panose="020B0503020204020204" pitchFamily="34" charset="-122"/>
                <a:ea typeface="微软雅黑" panose="020B0503020204020204" pitchFamily="34" charset="-122"/>
              </a:rPr>
              <a:t>郑君</a:t>
            </a:r>
            <a:r>
              <a:rPr lang="en-US" altLang="zh-CN" sz="2000" b="1" dirty="0">
                <a:solidFill>
                  <a:prstClr val="white"/>
                </a:solidFill>
                <a:latin typeface="微软雅黑" panose="020B0503020204020204" pitchFamily="34" charset="-122"/>
                <a:ea typeface="微软雅黑" panose="020B0503020204020204" pitchFamily="34" charset="-122"/>
              </a:rPr>
              <a:t>', 121701100514, 76) </a:t>
            </a:r>
            <a:endParaRPr lang="en-US" altLang="zh-CN" sz="2000" b="1" dirty="0">
              <a:solidFill>
                <a:prstClr val="white"/>
              </a:solidFill>
              <a:latin typeface="微软雅黑" panose="020B0503020204020204" pitchFamily="34" charset="-122"/>
              <a:ea typeface="微软雅黑" panose="020B0503020204020204" pitchFamily="34" charset="-122"/>
            </a:endParaRPr>
          </a:p>
          <a:p>
            <a:pPr lvl="0">
              <a:lnSpc>
                <a:spcPct val="125000"/>
              </a:lnSpc>
              <a:spcBef>
                <a:spcPts val="500"/>
              </a:spcBef>
              <a:defRPr/>
            </a:pPr>
            <a:r>
              <a:rPr lang="en-US" altLang="zh-CN" sz="2000" b="1" dirty="0">
                <a:solidFill>
                  <a:prstClr val="white"/>
                </a:solidFill>
                <a:latin typeface="微软雅黑" panose="020B0503020204020204" pitchFamily="34" charset="-122"/>
                <a:ea typeface="微软雅黑" panose="020B0503020204020204" pitchFamily="34" charset="-122"/>
              </a:rPr>
              <a:t> ('</a:t>
            </a:r>
            <a:r>
              <a:rPr lang="zh-CN" altLang="en-US" sz="2000" b="1" dirty="0">
                <a:solidFill>
                  <a:prstClr val="white"/>
                </a:solidFill>
                <a:latin typeface="微软雅黑" panose="020B0503020204020204" pitchFamily="34" charset="-122"/>
                <a:ea typeface="微软雅黑" panose="020B0503020204020204" pitchFamily="34" charset="-122"/>
              </a:rPr>
              <a:t>王雪</a:t>
            </a:r>
            <a:r>
              <a:rPr lang="en-US" altLang="zh-CN" sz="2000" b="1" dirty="0">
                <a:solidFill>
                  <a:prstClr val="white"/>
                </a:solidFill>
                <a:latin typeface="微软雅黑" panose="020B0503020204020204" pitchFamily="34" charset="-122"/>
                <a:ea typeface="微软雅黑" panose="020B0503020204020204" pitchFamily="34" charset="-122"/>
              </a:rPr>
              <a:t>', 121701100515, 91) </a:t>
            </a:r>
            <a:endParaRPr lang="en-US" altLang="zh-CN" sz="2000" b="1" dirty="0">
              <a:solidFill>
                <a:prstClr val="white"/>
              </a:solidFill>
              <a:latin typeface="微软雅黑" panose="020B0503020204020204" pitchFamily="34" charset="-122"/>
              <a:ea typeface="微软雅黑" panose="020B0503020204020204" pitchFamily="34" charset="-122"/>
            </a:endParaRPr>
          </a:p>
          <a:p>
            <a:pPr lvl="0">
              <a:lnSpc>
                <a:spcPct val="125000"/>
              </a:lnSpc>
              <a:spcBef>
                <a:spcPts val="500"/>
              </a:spcBef>
              <a:defRPr/>
            </a:pPr>
            <a:r>
              <a:rPr lang="en-US" altLang="zh-CN" sz="2000" b="1" dirty="0">
                <a:solidFill>
                  <a:prstClr val="white"/>
                </a:solidFill>
                <a:latin typeface="微软雅黑" panose="020B0503020204020204" pitchFamily="34" charset="-122"/>
                <a:ea typeface="微软雅黑" panose="020B0503020204020204" pitchFamily="34" charset="-122"/>
              </a:rPr>
              <a:t> ('</a:t>
            </a:r>
            <a:r>
              <a:rPr lang="zh-CN" altLang="en-US" sz="2000" b="1" dirty="0">
                <a:solidFill>
                  <a:prstClr val="white"/>
                </a:solidFill>
                <a:latin typeface="微软雅黑" panose="020B0503020204020204" pitchFamily="34" charset="-122"/>
                <a:ea typeface="微软雅黑" panose="020B0503020204020204" pitchFamily="34" charset="-122"/>
              </a:rPr>
              <a:t>罗明</a:t>
            </a:r>
            <a:r>
              <a:rPr lang="en-US" altLang="zh-CN" sz="2000" b="1" dirty="0">
                <a:solidFill>
                  <a:prstClr val="white"/>
                </a:solidFill>
                <a:latin typeface="微软雅黑" panose="020B0503020204020204" pitchFamily="34" charset="-122"/>
                <a:ea typeface="微软雅黑" panose="020B0503020204020204" pitchFamily="34" charset="-122"/>
              </a:rPr>
              <a:t>', 121701100510, 85)]</a:t>
            </a:r>
            <a:endParaRPr lang="en-US" altLang="zh-CN" sz="2000" b="1" dirty="0">
              <a:solidFill>
                <a:prstClr val="white"/>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25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2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p:bldP spid="6" grpId="0" animBg="1"/>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7.5.2</a:t>
            </a:r>
            <a:endParaRPr lang="zh-CN" altLang="en-US" dirty="0"/>
          </a:p>
        </p:txBody>
      </p:sp>
      <p:sp>
        <p:nvSpPr>
          <p:cNvPr id="3" name="标题 2"/>
          <p:cNvSpPr>
            <a:spLocks noGrp="1"/>
          </p:cNvSpPr>
          <p:nvPr>
            <p:ph type="title"/>
          </p:nvPr>
        </p:nvSpPr>
        <p:spPr/>
        <p:txBody>
          <a:bodyPr/>
          <a:lstStyle/>
          <a:p>
            <a:r>
              <a:rPr lang="zh-CN" altLang="en-US" dirty="0"/>
              <a:t>读文件</a:t>
            </a:r>
            <a:endParaRPr lang="zh-CN" altLang="en-US" dirty="0"/>
          </a:p>
        </p:txBody>
      </p:sp>
      <p:sp>
        <p:nvSpPr>
          <p:cNvPr id="2" name="内容占位符 5"/>
          <p:cNvSpPr txBox="1"/>
          <p:nvPr/>
        </p:nvSpPr>
        <p:spPr>
          <a:xfrm>
            <a:off x="780061" y="1005839"/>
            <a:ext cx="10631877" cy="2341881"/>
          </a:xfrm>
          <a:prstGeom prst="roundRect">
            <a:avLst>
              <a:gd name="adj" fmla="val 18448"/>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0" eaLnBrk="0" fontAlgn="base" hangingPunct="0">
              <a:lnSpc>
                <a:spcPct val="125000"/>
              </a:lnSpc>
              <a:spcBef>
                <a:spcPct val="0"/>
              </a:spcBef>
              <a:spcAft>
                <a:spcPct val="0"/>
              </a:spcAft>
              <a:defRPr/>
            </a:pPr>
            <a:r>
              <a:rPr lang="en-US" altLang="zh-CN" sz="2400" b="1" dirty="0" err="1">
                <a:solidFill>
                  <a:prstClr val="black"/>
                </a:solidFill>
                <a:latin typeface="微软雅黑"/>
                <a:ea typeface="微软雅黑"/>
              </a:rPr>
              <a:t>numpy.</a:t>
            </a:r>
            <a:r>
              <a:rPr lang="en-US" altLang="zh-CN" sz="2400" b="1" dirty="0" err="1">
                <a:solidFill>
                  <a:srgbClr val="FF6A02"/>
                </a:solidFill>
                <a:latin typeface="微软雅黑"/>
                <a:ea typeface="微软雅黑"/>
              </a:rPr>
              <a:t>genfromtxt</a:t>
            </a:r>
            <a:r>
              <a:rPr lang="en-US" altLang="zh-CN" sz="2400" b="1" dirty="0">
                <a:solidFill>
                  <a:prstClr val="black"/>
                </a:solidFill>
                <a:latin typeface="微软雅黑"/>
                <a:ea typeface="微软雅黑"/>
              </a:rPr>
              <a:t>(fname, </a:t>
            </a:r>
            <a:r>
              <a:rPr lang="en-US" altLang="zh-CN" sz="2400" b="1" dirty="0" err="1">
                <a:solidFill>
                  <a:srgbClr val="660099"/>
                </a:solidFill>
                <a:latin typeface="微软雅黑"/>
                <a:ea typeface="微软雅黑"/>
              </a:rPr>
              <a:t>dtype</a:t>
            </a:r>
            <a:r>
              <a:rPr lang="en-US" altLang="zh-CN" sz="2400" b="1" dirty="0">
                <a:solidFill>
                  <a:srgbClr val="171BEB"/>
                </a:solidFill>
                <a:latin typeface="微软雅黑"/>
                <a:ea typeface="微软雅黑"/>
              </a:rPr>
              <a:t>=&lt;class 'float'&gt;</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comments</a:t>
            </a:r>
            <a:r>
              <a:rPr lang="en-US" altLang="zh-CN" sz="2400" b="1" dirty="0">
                <a:solidFill>
                  <a:prstClr val="black"/>
                </a:solidFill>
                <a:latin typeface="微软雅黑"/>
                <a:ea typeface="微软雅黑"/>
              </a:rPr>
              <a:t>=</a:t>
            </a:r>
            <a:r>
              <a:rPr lang="en-US" altLang="zh-CN" sz="2400" b="1" dirty="0">
                <a:solidFill>
                  <a:srgbClr val="171BEB"/>
                </a:solidFill>
                <a:latin typeface="微软雅黑"/>
                <a:ea typeface="微软雅黑"/>
              </a:rPr>
              <a:t>'#'</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delimiter</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None</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skip_header</a:t>
            </a:r>
            <a:r>
              <a:rPr lang="en-US" altLang="zh-CN" sz="2400" b="1" dirty="0">
                <a:solidFill>
                  <a:prstClr val="black"/>
                </a:solidFill>
                <a:latin typeface="微软雅黑"/>
                <a:ea typeface="微软雅黑"/>
              </a:rPr>
              <a:t>=</a:t>
            </a:r>
            <a:r>
              <a:rPr lang="en-US" altLang="zh-CN" sz="2400" b="1" dirty="0">
                <a:solidFill>
                  <a:srgbClr val="171BEB"/>
                </a:solidFill>
                <a:latin typeface="微软雅黑"/>
                <a:ea typeface="微软雅黑"/>
              </a:rPr>
              <a:t>0</a:t>
            </a:r>
            <a:r>
              <a:rPr lang="en-US" altLang="zh-CN" sz="2400" b="1" dirty="0">
                <a:solidFill>
                  <a:prstClr val="black"/>
                </a:solidFill>
                <a:latin typeface="微软雅黑"/>
                <a:ea typeface="微软雅黑"/>
              </a:rPr>
              <a:t>,</a:t>
            </a:r>
            <a:r>
              <a:rPr lang="en-US" altLang="zh-CN" sz="2400" b="1" dirty="0">
                <a:solidFill>
                  <a:srgbClr val="660099"/>
                </a:solidFill>
                <a:latin typeface="微软雅黑"/>
                <a:ea typeface="微软雅黑"/>
              </a:rPr>
              <a:t>skip_footer</a:t>
            </a:r>
            <a:r>
              <a:rPr lang="en-US" altLang="zh-CN" sz="2400" b="1" dirty="0">
                <a:solidFill>
                  <a:prstClr val="black"/>
                </a:solidFill>
                <a:latin typeface="微软雅黑"/>
                <a:ea typeface="微软雅黑"/>
              </a:rPr>
              <a:t>=</a:t>
            </a:r>
            <a:r>
              <a:rPr lang="en-US" altLang="zh-CN" sz="2400" b="1" dirty="0">
                <a:solidFill>
                  <a:srgbClr val="171BEB"/>
                </a:solidFill>
                <a:latin typeface="微软雅黑"/>
                <a:ea typeface="微软雅黑"/>
              </a:rPr>
              <a:t>0</a:t>
            </a:r>
            <a:r>
              <a:rPr lang="en-US" altLang="zh-CN" sz="2400" b="1" dirty="0">
                <a:solidFill>
                  <a:prstClr val="black"/>
                </a:solidFill>
                <a:latin typeface="微软雅黑"/>
                <a:ea typeface="微软雅黑"/>
              </a:rPr>
              <a:t>, </a:t>
            </a:r>
            <a:r>
              <a:rPr lang="en-US" altLang="zh-CN" sz="2400" b="1" dirty="0" err="1">
                <a:solidFill>
                  <a:srgbClr val="660099"/>
                </a:solidFill>
                <a:latin typeface="微软雅黑"/>
                <a:ea typeface="微软雅黑"/>
              </a:rPr>
              <a:t>missing_values</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None</a:t>
            </a:r>
            <a:r>
              <a:rPr lang="en-US" altLang="zh-CN" sz="2400" b="1" dirty="0">
                <a:solidFill>
                  <a:prstClr val="black"/>
                </a:solidFill>
                <a:latin typeface="微软雅黑"/>
                <a:ea typeface="微软雅黑"/>
              </a:rPr>
              <a:t>, </a:t>
            </a:r>
            <a:r>
              <a:rPr lang="en-US" altLang="zh-CN" sz="2400" b="1" dirty="0" err="1">
                <a:solidFill>
                  <a:srgbClr val="660099"/>
                </a:solidFill>
                <a:latin typeface="微软雅黑"/>
                <a:ea typeface="微软雅黑"/>
              </a:rPr>
              <a:t>filling_values</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None</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usecols</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None</a:t>
            </a:r>
            <a:r>
              <a:rPr lang="en-US" altLang="zh-CN" sz="2400" b="1" dirty="0">
                <a:solidFill>
                  <a:prstClr val="black"/>
                </a:solidFill>
                <a:latin typeface="微软雅黑"/>
                <a:ea typeface="微软雅黑"/>
              </a:rPr>
              <a:t>, </a:t>
            </a:r>
            <a:r>
              <a:rPr lang="en-US" altLang="zh-CN" sz="2400" b="1" dirty="0" err="1">
                <a:solidFill>
                  <a:srgbClr val="660099"/>
                </a:solidFill>
                <a:latin typeface="微软雅黑"/>
                <a:ea typeface="微软雅黑"/>
              </a:rPr>
              <a:t>autostrip</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False</a:t>
            </a:r>
            <a:r>
              <a:rPr lang="en-US" altLang="zh-CN" sz="2400" b="1" dirty="0">
                <a:solidFill>
                  <a:prstClr val="black"/>
                </a:solidFill>
                <a:latin typeface="微软雅黑"/>
                <a:ea typeface="微软雅黑"/>
              </a:rPr>
              <a:t>, </a:t>
            </a:r>
            <a:r>
              <a:rPr lang="en-US" altLang="zh-CN" sz="2400" b="1" dirty="0" err="1">
                <a:solidFill>
                  <a:srgbClr val="660099"/>
                </a:solidFill>
                <a:latin typeface="微软雅黑"/>
                <a:ea typeface="微软雅黑"/>
              </a:rPr>
              <a:t>max_rows</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None</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encoding</a:t>
            </a:r>
            <a:r>
              <a:rPr lang="en-US" altLang="zh-CN" sz="2400" b="1" dirty="0">
                <a:solidFill>
                  <a:prstClr val="black"/>
                </a:solidFill>
                <a:latin typeface="微软雅黑"/>
                <a:ea typeface="微软雅黑"/>
              </a:rPr>
              <a:t>=</a:t>
            </a:r>
            <a:r>
              <a:rPr lang="en-US" altLang="zh-CN" sz="2400" b="1" dirty="0">
                <a:solidFill>
                  <a:srgbClr val="171BEB"/>
                </a:solidFill>
                <a:latin typeface="微软雅黑"/>
                <a:ea typeface="微软雅黑"/>
              </a:rPr>
              <a:t>'bytes'</a:t>
            </a:r>
            <a:r>
              <a:rPr lang="en-US" altLang="zh-CN" sz="2400" b="1" dirty="0">
                <a:solidFill>
                  <a:prstClr val="black"/>
                </a:solidFill>
                <a:latin typeface="微软雅黑"/>
                <a:ea typeface="微软雅黑"/>
              </a:rPr>
              <a:t>…)</a:t>
            </a:r>
            <a:endParaRPr lang="zh-CN" altLang="zh-CN" sz="2400" b="1" dirty="0">
              <a:solidFill>
                <a:prstClr val="black"/>
              </a:solidFill>
              <a:latin typeface="微软雅黑"/>
              <a:ea typeface="微软雅黑"/>
            </a:endParaRPr>
          </a:p>
        </p:txBody>
      </p:sp>
      <p:sp>
        <p:nvSpPr>
          <p:cNvPr id="5" name="内容占位符 4"/>
          <p:cNvSpPr txBox="1"/>
          <p:nvPr/>
        </p:nvSpPr>
        <p:spPr>
          <a:xfrm>
            <a:off x="721922" y="3799840"/>
            <a:ext cx="10744200" cy="995357"/>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457200" indent="-457200">
              <a:lnSpc>
                <a:spcPct val="150000"/>
              </a:lnSpc>
              <a:buFont typeface="+mj-lt"/>
              <a:buAutoNum type="arabicPeriod" startAt="10"/>
            </a:pPr>
            <a:r>
              <a:rPr lang="en-US" altLang="zh-CN" sz="2000" b="1" dirty="0" err="1">
                <a:solidFill>
                  <a:schemeClr val="accent2"/>
                </a:solidFill>
                <a:latin typeface="微软雅黑" panose="020B0503020204020204" pitchFamily="34" charset="-122"/>
                <a:ea typeface="微软雅黑" panose="020B0503020204020204" pitchFamily="34" charset="-122"/>
              </a:rPr>
              <a:t>autostrip</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：默认为 </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False</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，当一行被分解为一系列字符串时，各个字符串前导或结尾的</a:t>
            </a:r>
            <a:r>
              <a:rPr lang="zh-CN" altLang="en-US" sz="2000" b="1" dirty="0">
                <a:solidFill>
                  <a:schemeClr val="accent2"/>
                </a:solidFill>
                <a:latin typeface="微软雅黑" panose="020B0503020204020204" pitchFamily="34" charset="-122"/>
                <a:ea typeface="微软雅黑" panose="020B0503020204020204" pitchFamily="34" charset="-122"/>
              </a:rPr>
              <a:t>空白字符不会被删除</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。设置 </a:t>
            </a:r>
            <a:r>
              <a:rPr lang="en-US" altLang="zh-CN" sz="2000" dirty="0" err="1">
                <a:solidFill>
                  <a:sysClr val="windowText" lastClr="000000">
                    <a:lumMod val="85000"/>
                    <a:lumOff val="15000"/>
                  </a:sysClr>
                </a:solidFill>
                <a:latin typeface="微软雅黑" panose="020B0503020204020204" pitchFamily="34" charset="-122"/>
                <a:ea typeface="微软雅黑" panose="020B0503020204020204" pitchFamily="34" charset="-122"/>
              </a:rPr>
              <a:t>autostrip</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=True</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，可以</a:t>
            </a:r>
            <a:r>
              <a:rPr lang="zh-CN" altLang="en-US" sz="2000" b="1" dirty="0">
                <a:solidFill>
                  <a:schemeClr val="accent2"/>
                </a:solidFill>
                <a:latin typeface="微软雅黑" panose="020B0503020204020204" pitchFamily="34" charset="-122"/>
                <a:ea typeface="微软雅黑" panose="020B0503020204020204" pitchFamily="34" charset="-122"/>
              </a:rPr>
              <a:t>自动删除</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字符串前导或结尾的空白字符。</a:t>
            </a:r>
            <a:endPar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endParaRPr>
          </a:p>
        </p:txBody>
      </p:sp>
      <p:sp>
        <p:nvSpPr>
          <p:cNvPr id="6" name="矩形 5"/>
          <p:cNvSpPr/>
          <p:nvPr/>
        </p:nvSpPr>
        <p:spPr>
          <a:xfrm>
            <a:off x="953744" y="2684208"/>
            <a:ext cx="1494488" cy="432620"/>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250"/>
                                        <p:tgtEl>
                                          <p:spTgt spid="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2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p:bldP spid="6" grpId="0" animBg="1"/>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7.5.2</a:t>
            </a:r>
            <a:endParaRPr lang="zh-CN" altLang="en-US" dirty="0"/>
          </a:p>
        </p:txBody>
      </p:sp>
      <p:sp>
        <p:nvSpPr>
          <p:cNvPr id="3" name="标题 2"/>
          <p:cNvSpPr>
            <a:spLocks noGrp="1"/>
          </p:cNvSpPr>
          <p:nvPr>
            <p:ph type="title"/>
          </p:nvPr>
        </p:nvSpPr>
        <p:spPr/>
        <p:txBody>
          <a:bodyPr/>
          <a:lstStyle/>
          <a:p>
            <a:r>
              <a:rPr lang="zh-CN" altLang="en-US" dirty="0"/>
              <a:t>读文件</a:t>
            </a:r>
            <a:endParaRPr lang="zh-CN" altLang="en-US" dirty="0"/>
          </a:p>
        </p:txBody>
      </p:sp>
      <p:sp>
        <p:nvSpPr>
          <p:cNvPr id="2" name="内容占位符 5"/>
          <p:cNvSpPr txBox="1"/>
          <p:nvPr/>
        </p:nvSpPr>
        <p:spPr>
          <a:xfrm>
            <a:off x="780061" y="1005839"/>
            <a:ext cx="10631877" cy="2341881"/>
          </a:xfrm>
          <a:prstGeom prst="roundRect">
            <a:avLst>
              <a:gd name="adj" fmla="val 18448"/>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0" eaLnBrk="0" fontAlgn="base" hangingPunct="0">
              <a:lnSpc>
                <a:spcPct val="125000"/>
              </a:lnSpc>
              <a:spcBef>
                <a:spcPct val="0"/>
              </a:spcBef>
              <a:spcAft>
                <a:spcPct val="0"/>
              </a:spcAft>
              <a:defRPr/>
            </a:pPr>
            <a:r>
              <a:rPr lang="en-US" altLang="zh-CN" sz="2400" b="1" dirty="0" err="1">
                <a:solidFill>
                  <a:prstClr val="black"/>
                </a:solidFill>
                <a:latin typeface="微软雅黑"/>
                <a:ea typeface="微软雅黑"/>
              </a:rPr>
              <a:t>numpy.</a:t>
            </a:r>
            <a:r>
              <a:rPr lang="en-US" altLang="zh-CN" sz="2400" b="1" dirty="0" err="1">
                <a:solidFill>
                  <a:srgbClr val="FF6A02"/>
                </a:solidFill>
                <a:latin typeface="微软雅黑"/>
                <a:ea typeface="微软雅黑"/>
              </a:rPr>
              <a:t>genfromtxt</a:t>
            </a:r>
            <a:r>
              <a:rPr lang="en-US" altLang="zh-CN" sz="2400" b="1" dirty="0">
                <a:solidFill>
                  <a:prstClr val="black"/>
                </a:solidFill>
                <a:latin typeface="微软雅黑"/>
                <a:ea typeface="微软雅黑"/>
              </a:rPr>
              <a:t>(fname, </a:t>
            </a:r>
            <a:r>
              <a:rPr lang="en-US" altLang="zh-CN" sz="2400" b="1" dirty="0" err="1">
                <a:solidFill>
                  <a:srgbClr val="660099"/>
                </a:solidFill>
                <a:latin typeface="微软雅黑"/>
                <a:ea typeface="微软雅黑"/>
              </a:rPr>
              <a:t>dtype</a:t>
            </a:r>
            <a:r>
              <a:rPr lang="en-US" altLang="zh-CN" sz="2400" b="1" dirty="0">
                <a:solidFill>
                  <a:srgbClr val="171BEB"/>
                </a:solidFill>
                <a:latin typeface="微软雅黑"/>
                <a:ea typeface="微软雅黑"/>
              </a:rPr>
              <a:t>=&lt;class 'float'&gt;</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comments</a:t>
            </a:r>
            <a:r>
              <a:rPr lang="en-US" altLang="zh-CN" sz="2400" b="1" dirty="0">
                <a:solidFill>
                  <a:prstClr val="black"/>
                </a:solidFill>
                <a:latin typeface="微软雅黑"/>
                <a:ea typeface="微软雅黑"/>
              </a:rPr>
              <a:t>=</a:t>
            </a:r>
            <a:r>
              <a:rPr lang="en-US" altLang="zh-CN" sz="2400" b="1" dirty="0">
                <a:solidFill>
                  <a:srgbClr val="171BEB"/>
                </a:solidFill>
                <a:latin typeface="微软雅黑"/>
                <a:ea typeface="微软雅黑"/>
              </a:rPr>
              <a:t>'#'</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delimiter</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None</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skip_header</a:t>
            </a:r>
            <a:r>
              <a:rPr lang="en-US" altLang="zh-CN" sz="2400" b="1" dirty="0">
                <a:solidFill>
                  <a:prstClr val="black"/>
                </a:solidFill>
                <a:latin typeface="微软雅黑"/>
                <a:ea typeface="微软雅黑"/>
              </a:rPr>
              <a:t>=</a:t>
            </a:r>
            <a:r>
              <a:rPr lang="en-US" altLang="zh-CN" sz="2400" b="1" dirty="0">
                <a:solidFill>
                  <a:srgbClr val="171BEB"/>
                </a:solidFill>
                <a:latin typeface="微软雅黑"/>
                <a:ea typeface="微软雅黑"/>
              </a:rPr>
              <a:t>0</a:t>
            </a:r>
            <a:r>
              <a:rPr lang="en-US" altLang="zh-CN" sz="2400" b="1" dirty="0">
                <a:solidFill>
                  <a:prstClr val="black"/>
                </a:solidFill>
                <a:latin typeface="微软雅黑"/>
                <a:ea typeface="微软雅黑"/>
              </a:rPr>
              <a:t>,</a:t>
            </a:r>
            <a:r>
              <a:rPr lang="en-US" altLang="zh-CN" sz="2400" b="1" dirty="0">
                <a:solidFill>
                  <a:srgbClr val="660099"/>
                </a:solidFill>
                <a:latin typeface="微软雅黑"/>
                <a:ea typeface="微软雅黑"/>
              </a:rPr>
              <a:t>skip_footer</a:t>
            </a:r>
            <a:r>
              <a:rPr lang="en-US" altLang="zh-CN" sz="2400" b="1" dirty="0">
                <a:solidFill>
                  <a:prstClr val="black"/>
                </a:solidFill>
                <a:latin typeface="微软雅黑"/>
                <a:ea typeface="微软雅黑"/>
              </a:rPr>
              <a:t>=</a:t>
            </a:r>
            <a:r>
              <a:rPr lang="en-US" altLang="zh-CN" sz="2400" b="1" dirty="0">
                <a:solidFill>
                  <a:srgbClr val="171BEB"/>
                </a:solidFill>
                <a:latin typeface="微软雅黑"/>
                <a:ea typeface="微软雅黑"/>
              </a:rPr>
              <a:t>0</a:t>
            </a:r>
            <a:r>
              <a:rPr lang="en-US" altLang="zh-CN" sz="2400" b="1" dirty="0">
                <a:solidFill>
                  <a:prstClr val="black"/>
                </a:solidFill>
                <a:latin typeface="微软雅黑"/>
                <a:ea typeface="微软雅黑"/>
              </a:rPr>
              <a:t>, </a:t>
            </a:r>
            <a:r>
              <a:rPr lang="en-US" altLang="zh-CN" sz="2400" b="1" dirty="0" err="1">
                <a:solidFill>
                  <a:srgbClr val="660099"/>
                </a:solidFill>
                <a:latin typeface="微软雅黑"/>
                <a:ea typeface="微软雅黑"/>
              </a:rPr>
              <a:t>missing_values</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None</a:t>
            </a:r>
            <a:r>
              <a:rPr lang="en-US" altLang="zh-CN" sz="2400" b="1" dirty="0">
                <a:solidFill>
                  <a:prstClr val="black"/>
                </a:solidFill>
                <a:latin typeface="微软雅黑"/>
                <a:ea typeface="微软雅黑"/>
              </a:rPr>
              <a:t>, </a:t>
            </a:r>
            <a:r>
              <a:rPr lang="en-US" altLang="zh-CN" sz="2400" b="1" dirty="0" err="1">
                <a:solidFill>
                  <a:srgbClr val="660099"/>
                </a:solidFill>
                <a:latin typeface="微软雅黑"/>
                <a:ea typeface="微软雅黑"/>
              </a:rPr>
              <a:t>filling_values</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None</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usecols</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None</a:t>
            </a:r>
            <a:r>
              <a:rPr lang="en-US" altLang="zh-CN" sz="2400" b="1" dirty="0">
                <a:solidFill>
                  <a:prstClr val="black"/>
                </a:solidFill>
                <a:latin typeface="微软雅黑"/>
                <a:ea typeface="微软雅黑"/>
              </a:rPr>
              <a:t>, </a:t>
            </a:r>
            <a:r>
              <a:rPr lang="en-US" altLang="zh-CN" sz="2400" b="1" dirty="0" err="1">
                <a:solidFill>
                  <a:srgbClr val="660099"/>
                </a:solidFill>
                <a:latin typeface="微软雅黑"/>
                <a:ea typeface="微软雅黑"/>
              </a:rPr>
              <a:t>autostrip</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False</a:t>
            </a:r>
            <a:r>
              <a:rPr lang="en-US" altLang="zh-CN" sz="2400" b="1" dirty="0">
                <a:solidFill>
                  <a:prstClr val="black"/>
                </a:solidFill>
                <a:latin typeface="微软雅黑"/>
                <a:ea typeface="微软雅黑"/>
              </a:rPr>
              <a:t>, </a:t>
            </a:r>
            <a:r>
              <a:rPr lang="en-US" altLang="zh-CN" sz="2400" b="1" dirty="0" err="1">
                <a:solidFill>
                  <a:srgbClr val="660099"/>
                </a:solidFill>
                <a:latin typeface="微软雅黑"/>
                <a:ea typeface="微软雅黑"/>
              </a:rPr>
              <a:t>max_rows</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None</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encoding</a:t>
            </a:r>
            <a:r>
              <a:rPr lang="en-US" altLang="zh-CN" sz="2400" b="1" dirty="0">
                <a:solidFill>
                  <a:prstClr val="black"/>
                </a:solidFill>
                <a:latin typeface="微软雅黑"/>
                <a:ea typeface="微软雅黑"/>
              </a:rPr>
              <a:t>=</a:t>
            </a:r>
            <a:r>
              <a:rPr lang="en-US" altLang="zh-CN" sz="2400" b="1" dirty="0">
                <a:solidFill>
                  <a:srgbClr val="171BEB"/>
                </a:solidFill>
                <a:latin typeface="微软雅黑"/>
                <a:ea typeface="微软雅黑"/>
              </a:rPr>
              <a:t>'bytes'</a:t>
            </a:r>
            <a:r>
              <a:rPr lang="en-US" altLang="zh-CN" sz="2400" b="1" dirty="0">
                <a:solidFill>
                  <a:prstClr val="black"/>
                </a:solidFill>
                <a:latin typeface="微软雅黑"/>
                <a:ea typeface="微软雅黑"/>
              </a:rPr>
              <a:t>…)</a:t>
            </a:r>
            <a:endParaRPr lang="zh-CN" altLang="zh-CN" sz="2400" b="1" dirty="0">
              <a:solidFill>
                <a:prstClr val="black"/>
              </a:solidFill>
              <a:latin typeface="微软雅黑"/>
              <a:ea typeface="微软雅黑"/>
            </a:endParaRPr>
          </a:p>
        </p:txBody>
      </p:sp>
      <p:sp>
        <p:nvSpPr>
          <p:cNvPr id="5" name="内容占位符 4"/>
          <p:cNvSpPr txBox="1"/>
          <p:nvPr/>
        </p:nvSpPr>
        <p:spPr>
          <a:xfrm>
            <a:off x="721922" y="3799840"/>
            <a:ext cx="10744200" cy="2788902"/>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457200" indent="-457200">
              <a:lnSpc>
                <a:spcPct val="150000"/>
              </a:lnSpc>
              <a:buFont typeface="+mj-lt"/>
              <a:buAutoNum type="arabicPeriod" startAt="10"/>
            </a:pPr>
            <a:r>
              <a:rPr lang="en-US" altLang="zh-CN" sz="2000" b="1" dirty="0" err="1">
                <a:solidFill>
                  <a:schemeClr val="accent2"/>
                </a:solidFill>
                <a:latin typeface="微软雅黑" panose="020B0503020204020204" pitchFamily="34" charset="-122"/>
                <a:ea typeface="微软雅黑" panose="020B0503020204020204" pitchFamily="34" charset="-122"/>
              </a:rPr>
              <a:t>autostrip</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：默认为 </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False</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，当一行被分解为一系列字符串时，各个字符串前导或结尾的</a:t>
            </a:r>
            <a:r>
              <a:rPr lang="zh-CN" altLang="en-US" sz="2000" b="1" dirty="0">
                <a:solidFill>
                  <a:schemeClr val="accent2"/>
                </a:solidFill>
                <a:latin typeface="微软雅黑" panose="020B0503020204020204" pitchFamily="34" charset="-122"/>
                <a:ea typeface="微软雅黑" panose="020B0503020204020204" pitchFamily="34" charset="-122"/>
              </a:rPr>
              <a:t>空白字符不会被删除</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。设置 </a:t>
            </a:r>
            <a:r>
              <a:rPr lang="en-US" altLang="zh-CN" sz="2000" dirty="0" err="1">
                <a:solidFill>
                  <a:sysClr val="windowText" lastClr="000000">
                    <a:lumMod val="85000"/>
                    <a:lumOff val="15000"/>
                  </a:sysClr>
                </a:solidFill>
                <a:latin typeface="微软雅黑" panose="020B0503020204020204" pitchFamily="34" charset="-122"/>
                <a:ea typeface="微软雅黑" panose="020B0503020204020204" pitchFamily="34" charset="-122"/>
              </a:rPr>
              <a:t>autostrip</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=True</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，可以</a:t>
            </a:r>
            <a:r>
              <a:rPr lang="zh-CN" altLang="en-US" sz="2000" b="1" dirty="0">
                <a:solidFill>
                  <a:schemeClr val="accent2"/>
                </a:solidFill>
                <a:latin typeface="微软雅黑" panose="020B0503020204020204" pitchFamily="34" charset="-122"/>
                <a:ea typeface="微软雅黑" panose="020B0503020204020204" pitchFamily="34" charset="-122"/>
              </a:rPr>
              <a:t>自动删除</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字符串前导或结尾的空白字符。</a:t>
            </a:r>
            <a:endPar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endParaRPr>
          </a:p>
          <a:p>
            <a:pPr marL="457200" indent="-457200">
              <a:lnSpc>
                <a:spcPct val="150000"/>
              </a:lnSpc>
              <a:buFont typeface="+mj-lt"/>
              <a:buAutoNum type="arabicPeriod" startAt="10"/>
            </a:pPr>
            <a:r>
              <a:rPr lang="en-US" altLang="zh-CN" sz="2000" b="1" dirty="0" err="1">
                <a:solidFill>
                  <a:schemeClr val="accent2"/>
                </a:solidFill>
                <a:latin typeface="微软雅黑" panose="020B0503020204020204" pitchFamily="34" charset="-122"/>
                <a:ea typeface="微软雅黑" panose="020B0503020204020204" pitchFamily="34" charset="-122"/>
              </a:rPr>
              <a:t>max_rows</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：值为整数，指明跳过开头 </a:t>
            </a:r>
            <a:r>
              <a:rPr lang="en-US" altLang="zh-CN" sz="2000" dirty="0" err="1">
                <a:solidFill>
                  <a:sysClr val="windowText" lastClr="000000">
                    <a:lumMod val="85000"/>
                    <a:lumOff val="15000"/>
                  </a:sysClr>
                </a:solidFill>
                <a:latin typeface="微软雅黑" panose="020B0503020204020204" pitchFamily="34" charset="-122"/>
                <a:ea typeface="微软雅黑" panose="020B0503020204020204" pitchFamily="34" charset="-122"/>
              </a:rPr>
              <a:t>skiprows</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行后，</a:t>
            </a:r>
            <a:r>
              <a:rPr lang="zh-CN" altLang="en-US" sz="2000" b="1" dirty="0">
                <a:solidFill>
                  <a:schemeClr val="accent2"/>
                </a:solidFill>
                <a:latin typeface="微软雅黑" panose="020B0503020204020204" pitchFamily="34" charset="-122"/>
                <a:ea typeface="微软雅黑" panose="020B0503020204020204" pitchFamily="34" charset="-122"/>
              </a:rPr>
              <a:t>读取的行数</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，值缺省时读取</a:t>
            </a:r>
            <a:r>
              <a:rPr lang="zh-CN" altLang="en-US" sz="2000" b="1" dirty="0">
                <a:solidFill>
                  <a:schemeClr val="accent2"/>
                </a:solidFill>
                <a:latin typeface="微软雅黑" panose="020B0503020204020204" pitchFamily="34" charset="-122"/>
                <a:ea typeface="微软雅黑" panose="020B0503020204020204" pitchFamily="34" charset="-122"/>
              </a:rPr>
              <a:t>所有行</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a:t>
            </a:r>
            <a:endPar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endParaRPr>
          </a:p>
        </p:txBody>
      </p:sp>
      <p:sp>
        <p:nvSpPr>
          <p:cNvPr id="6" name="矩形 5"/>
          <p:cNvSpPr/>
          <p:nvPr/>
        </p:nvSpPr>
        <p:spPr>
          <a:xfrm>
            <a:off x="3500299" y="2684208"/>
            <a:ext cx="1651803" cy="432620"/>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内容占位符 4"/>
          <p:cNvSpPr txBox="1"/>
          <p:nvPr/>
        </p:nvSpPr>
        <p:spPr>
          <a:xfrm>
            <a:off x="721922" y="3799840"/>
            <a:ext cx="10744200" cy="995357"/>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457200" indent="-457200">
              <a:lnSpc>
                <a:spcPct val="150000"/>
              </a:lnSpc>
              <a:buFont typeface="+mj-lt"/>
              <a:buAutoNum type="arabicPeriod" startAt="10"/>
            </a:pPr>
            <a:r>
              <a:rPr lang="en-US" altLang="zh-CN" sz="2000" b="1" dirty="0" err="1">
                <a:solidFill>
                  <a:schemeClr val="accent2"/>
                </a:solidFill>
                <a:latin typeface="微软雅黑" panose="020B0503020204020204" pitchFamily="34" charset="-122"/>
                <a:ea typeface="微软雅黑" panose="020B0503020204020204" pitchFamily="34" charset="-122"/>
              </a:rPr>
              <a:t>autostrip</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：默认为 </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False</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，当一行被分解为一系列字符串时，各个字符串前导或结尾的</a:t>
            </a:r>
            <a:r>
              <a:rPr lang="zh-CN" altLang="en-US" sz="2000" b="1" dirty="0">
                <a:solidFill>
                  <a:schemeClr val="accent2"/>
                </a:solidFill>
                <a:latin typeface="微软雅黑" panose="020B0503020204020204" pitchFamily="34" charset="-122"/>
                <a:ea typeface="微软雅黑" panose="020B0503020204020204" pitchFamily="34" charset="-122"/>
              </a:rPr>
              <a:t>空白字符不会被删除</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。设置 </a:t>
            </a:r>
            <a:r>
              <a:rPr lang="en-US" altLang="zh-CN" sz="2000" dirty="0" err="1">
                <a:solidFill>
                  <a:sysClr val="windowText" lastClr="000000">
                    <a:lumMod val="85000"/>
                    <a:lumOff val="15000"/>
                  </a:sysClr>
                </a:solidFill>
                <a:latin typeface="微软雅黑" panose="020B0503020204020204" pitchFamily="34" charset="-122"/>
                <a:ea typeface="微软雅黑" panose="020B0503020204020204" pitchFamily="34" charset="-122"/>
              </a:rPr>
              <a:t>autostrip</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=True</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，可以</a:t>
            </a:r>
            <a:r>
              <a:rPr lang="zh-CN" altLang="en-US" sz="2000" b="1" dirty="0">
                <a:solidFill>
                  <a:schemeClr val="accent2"/>
                </a:solidFill>
                <a:latin typeface="微软雅黑" panose="020B0503020204020204" pitchFamily="34" charset="-122"/>
                <a:ea typeface="微软雅黑" panose="020B0503020204020204" pitchFamily="34" charset="-122"/>
              </a:rPr>
              <a:t>自动删除</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字符串前导或结尾的空白字符。</a:t>
            </a:r>
            <a:endPar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59:morph option="byObject"/>
      </p:transition>
    </mc:Choice>
    <mc:Fallback>
      <p:transition spd="slow">
        <p:fade/>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7.5.2</a:t>
            </a:r>
            <a:endParaRPr lang="zh-CN" altLang="en-US" dirty="0"/>
          </a:p>
        </p:txBody>
      </p:sp>
      <p:sp>
        <p:nvSpPr>
          <p:cNvPr id="3" name="标题 2"/>
          <p:cNvSpPr>
            <a:spLocks noGrp="1"/>
          </p:cNvSpPr>
          <p:nvPr>
            <p:ph type="title"/>
          </p:nvPr>
        </p:nvSpPr>
        <p:spPr/>
        <p:txBody>
          <a:bodyPr/>
          <a:lstStyle/>
          <a:p>
            <a:r>
              <a:rPr lang="zh-CN" altLang="en-US" dirty="0"/>
              <a:t>读文件</a:t>
            </a:r>
            <a:endParaRPr lang="zh-CN" altLang="en-US" dirty="0"/>
          </a:p>
        </p:txBody>
      </p:sp>
      <p:sp>
        <p:nvSpPr>
          <p:cNvPr id="6" name="内容占位符 5"/>
          <p:cNvSpPr txBox="1"/>
          <p:nvPr/>
        </p:nvSpPr>
        <p:spPr>
          <a:xfrm>
            <a:off x="780061" y="904239"/>
            <a:ext cx="10631877" cy="2341881"/>
          </a:xfrm>
          <a:prstGeom prst="roundRect">
            <a:avLst>
              <a:gd name="adj" fmla="val 18448"/>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0" eaLnBrk="0" fontAlgn="base" hangingPunct="0">
              <a:lnSpc>
                <a:spcPct val="125000"/>
              </a:lnSpc>
              <a:spcBef>
                <a:spcPct val="0"/>
              </a:spcBef>
              <a:spcAft>
                <a:spcPct val="0"/>
              </a:spcAft>
              <a:defRPr/>
            </a:pPr>
            <a:r>
              <a:rPr lang="en-US" altLang="zh-CN" sz="2400" b="1" dirty="0" err="1">
                <a:solidFill>
                  <a:prstClr val="black"/>
                </a:solidFill>
                <a:latin typeface="微软雅黑"/>
                <a:ea typeface="微软雅黑"/>
              </a:rPr>
              <a:t>numpy.</a:t>
            </a:r>
            <a:r>
              <a:rPr lang="en-US" altLang="zh-CN" sz="2400" b="1" dirty="0" err="1">
                <a:solidFill>
                  <a:srgbClr val="FF6A02"/>
                </a:solidFill>
                <a:latin typeface="微软雅黑"/>
                <a:ea typeface="微软雅黑"/>
              </a:rPr>
              <a:t>genfromtxt</a:t>
            </a:r>
            <a:r>
              <a:rPr lang="en-US" altLang="zh-CN" sz="2400" b="1" dirty="0">
                <a:solidFill>
                  <a:prstClr val="black"/>
                </a:solidFill>
                <a:latin typeface="微软雅黑"/>
                <a:ea typeface="微软雅黑"/>
              </a:rPr>
              <a:t>(fname, </a:t>
            </a:r>
            <a:r>
              <a:rPr lang="en-US" altLang="zh-CN" sz="2400" b="1" dirty="0" err="1">
                <a:solidFill>
                  <a:srgbClr val="660099"/>
                </a:solidFill>
                <a:latin typeface="微软雅黑"/>
                <a:ea typeface="微软雅黑"/>
              </a:rPr>
              <a:t>dtype</a:t>
            </a:r>
            <a:r>
              <a:rPr lang="en-US" altLang="zh-CN" sz="2400" b="1" dirty="0">
                <a:solidFill>
                  <a:srgbClr val="171BEB"/>
                </a:solidFill>
                <a:latin typeface="微软雅黑"/>
                <a:ea typeface="微软雅黑"/>
              </a:rPr>
              <a:t>=&lt;class 'float'&gt;</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comments</a:t>
            </a:r>
            <a:r>
              <a:rPr lang="en-US" altLang="zh-CN" sz="2400" b="1" dirty="0">
                <a:solidFill>
                  <a:prstClr val="black"/>
                </a:solidFill>
                <a:latin typeface="微软雅黑"/>
                <a:ea typeface="微软雅黑"/>
              </a:rPr>
              <a:t>=</a:t>
            </a:r>
            <a:r>
              <a:rPr lang="en-US" altLang="zh-CN" sz="2400" b="1" dirty="0">
                <a:solidFill>
                  <a:srgbClr val="171BEB"/>
                </a:solidFill>
                <a:latin typeface="微软雅黑"/>
                <a:ea typeface="微软雅黑"/>
              </a:rPr>
              <a:t>'#'</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delimiter</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None</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skip_header</a:t>
            </a:r>
            <a:r>
              <a:rPr lang="en-US" altLang="zh-CN" sz="2400" b="1" dirty="0">
                <a:solidFill>
                  <a:prstClr val="black"/>
                </a:solidFill>
                <a:latin typeface="微软雅黑"/>
                <a:ea typeface="微软雅黑"/>
              </a:rPr>
              <a:t>=</a:t>
            </a:r>
            <a:r>
              <a:rPr lang="en-US" altLang="zh-CN" sz="2400" b="1" dirty="0">
                <a:solidFill>
                  <a:srgbClr val="171BEB"/>
                </a:solidFill>
                <a:latin typeface="微软雅黑"/>
                <a:ea typeface="微软雅黑"/>
              </a:rPr>
              <a:t>0</a:t>
            </a:r>
            <a:r>
              <a:rPr lang="en-US" altLang="zh-CN" sz="2400" b="1" dirty="0">
                <a:solidFill>
                  <a:prstClr val="black"/>
                </a:solidFill>
                <a:latin typeface="微软雅黑"/>
                <a:ea typeface="微软雅黑"/>
              </a:rPr>
              <a:t>,</a:t>
            </a:r>
            <a:r>
              <a:rPr lang="en-US" altLang="zh-CN" sz="2400" b="1" dirty="0">
                <a:solidFill>
                  <a:srgbClr val="660099"/>
                </a:solidFill>
                <a:latin typeface="微软雅黑"/>
                <a:ea typeface="微软雅黑"/>
              </a:rPr>
              <a:t>skip_footer</a:t>
            </a:r>
            <a:r>
              <a:rPr lang="en-US" altLang="zh-CN" sz="2400" b="1" dirty="0">
                <a:solidFill>
                  <a:prstClr val="black"/>
                </a:solidFill>
                <a:latin typeface="微软雅黑"/>
                <a:ea typeface="微软雅黑"/>
              </a:rPr>
              <a:t>=</a:t>
            </a:r>
            <a:r>
              <a:rPr lang="en-US" altLang="zh-CN" sz="2400" b="1" dirty="0">
                <a:solidFill>
                  <a:srgbClr val="171BEB"/>
                </a:solidFill>
                <a:latin typeface="微软雅黑"/>
                <a:ea typeface="微软雅黑"/>
              </a:rPr>
              <a:t>0</a:t>
            </a:r>
            <a:r>
              <a:rPr lang="en-US" altLang="zh-CN" sz="2400" b="1" dirty="0">
                <a:solidFill>
                  <a:prstClr val="black"/>
                </a:solidFill>
                <a:latin typeface="微软雅黑"/>
                <a:ea typeface="微软雅黑"/>
              </a:rPr>
              <a:t>, </a:t>
            </a:r>
            <a:r>
              <a:rPr lang="en-US" altLang="zh-CN" sz="2400" b="1" dirty="0" err="1">
                <a:solidFill>
                  <a:srgbClr val="660099"/>
                </a:solidFill>
                <a:latin typeface="微软雅黑"/>
                <a:ea typeface="微软雅黑"/>
              </a:rPr>
              <a:t>missing_values</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None</a:t>
            </a:r>
            <a:r>
              <a:rPr lang="en-US" altLang="zh-CN" sz="2400" b="1" dirty="0">
                <a:solidFill>
                  <a:prstClr val="black"/>
                </a:solidFill>
                <a:latin typeface="微软雅黑"/>
                <a:ea typeface="微软雅黑"/>
              </a:rPr>
              <a:t>, </a:t>
            </a:r>
            <a:r>
              <a:rPr lang="en-US" altLang="zh-CN" sz="2400" b="1" dirty="0" err="1">
                <a:solidFill>
                  <a:srgbClr val="660099"/>
                </a:solidFill>
                <a:latin typeface="微软雅黑"/>
                <a:ea typeface="微软雅黑"/>
              </a:rPr>
              <a:t>filling_values</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None</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usecols</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None</a:t>
            </a:r>
            <a:r>
              <a:rPr lang="en-US" altLang="zh-CN" sz="2400" b="1" dirty="0">
                <a:solidFill>
                  <a:prstClr val="black"/>
                </a:solidFill>
                <a:latin typeface="微软雅黑"/>
                <a:ea typeface="微软雅黑"/>
              </a:rPr>
              <a:t>, </a:t>
            </a:r>
            <a:r>
              <a:rPr lang="en-US" altLang="zh-CN" sz="2400" b="1" dirty="0" err="1">
                <a:solidFill>
                  <a:srgbClr val="660099"/>
                </a:solidFill>
                <a:latin typeface="微软雅黑"/>
                <a:ea typeface="微软雅黑"/>
              </a:rPr>
              <a:t>autostrip</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False</a:t>
            </a:r>
            <a:r>
              <a:rPr lang="en-US" altLang="zh-CN" sz="2400" b="1" dirty="0">
                <a:solidFill>
                  <a:prstClr val="black"/>
                </a:solidFill>
                <a:latin typeface="微软雅黑"/>
                <a:ea typeface="微软雅黑"/>
              </a:rPr>
              <a:t>, </a:t>
            </a:r>
            <a:r>
              <a:rPr lang="en-US" altLang="zh-CN" sz="2400" b="1" dirty="0" err="1">
                <a:solidFill>
                  <a:srgbClr val="660099"/>
                </a:solidFill>
                <a:latin typeface="微软雅黑"/>
                <a:ea typeface="微软雅黑"/>
              </a:rPr>
              <a:t>max_rows</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None</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encoding</a:t>
            </a:r>
            <a:r>
              <a:rPr lang="en-US" altLang="zh-CN" sz="2400" b="1" dirty="0">
                <a:solidFill>
                  <a:prstClr val="black"/>
                </a:solidFill>
                <a:latin typeface="微软雅黑"/>
                <a:ea typeface="微软雅黑"/>
              </a:rPr>
              <a:t>=</a:t>
            </a:r>
            <a:r>
              <a:rPr lang="en-US" altLang="zh-CN" sz="2400" b="1" dirty="0">
                <a:solidFill>
                  <a:srgbClr val="171BEB"/>
                </a:solidFill>
                <a:latin typeface="微软雅黑"/>
                <a:ea typeface="微软雅黑"/>
              </a:rPr>
              <a:t>'bytes'</a:t>
            </a:r>
            <a:r>
              <a:rPr lang="en-US" altLang="zh-CN" sz="2400" b="1" dirty="0">
                <a:solidFill>
                  <a:prstClr val="black"/>
                </a:solidFill>
                <a:latin typeface="微软雅黑"/>
                <a:ea typeface="微软雅黑"/>
              </a:rPr>
              <a:t>…)</a:t>
            </a:r>
            <a:endParaRPr lang="zh-CN" altLang="zh-CN" sz="2400" b="1" dirty="0">
              <a:solidFill>
                <a:prstClr val="black"/>
              </a:solidFill>
              <a:latin typeface="微软雅黑"/>
              <a:ea typeface="微软雅黑"/>
            </a:endParaRPr>
          </a:p>
        </p:txBody>
      </p:sp>
      <p:sp>
        <p:nvSpPr>
          <p:cNvPr id="7" name="内容占位符 4"/>
          <p:cNvSpPr txBox="1"/>
          <p:nvPr/>
        </p:nvSpPr>
        <p:spPr>
          <a:xfrm>
            <a:off x="838200" y="3294770"/>
            <a:ext cx="10515600" cy="3461630"/>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457200" indent="-457200">
              <a:lnSpc>
                <a:spcPct val="150000"/>
              </a:lnSpc>
              <a:buFont typeface="+mj-lt"/>
              <a:buAutoNum type="arabicPeriod" startAt="12"/>
            </a:pPr>
            <a:r>
              <a:rPr lang="en-US" altLang="zh-CN" sz="2000" b="1" dirty="0">
                <a:solidFill>
                  <a:schemeClr val="accent2"/>
                </a:solidFill>
                <a:latin typeface="微软雅黑" panose="020B0503020204020204" pitchFamily="34" charset="-122"/>
                <a:ea typeface="微软雅黑" panose="020B0503020204020204" pitchFamily="34" charset="-122"/>
              </a:rPr>
              <a:t>encoding</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：值为字符串，用于指定解码输入文件的</a:t>
            </a:r>
            <a:r>
              <a:rPr lang="zh-CN" altLang="en-US" sz="2000" b="1" dirty="0">
                <a:solidFill>
                  <a:schemeClr val="accent2"/>
                </a:solidFill>
                <a:latin typeface="微软雅黑" panose="020B0503020204020204" pitchFamily="34" charset="-122"/>
                <a:ea typeface="微软雅黑" panose="020B0503020204020204" pitchFamily="34" charset="-122"/>
              </a:rPr>
              <a:t>编码类型</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，当“</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fname”</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是文件对象时不可使用此参数。</a:t>
            </a:r>
            <a:endPar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endParaRPr>
          </a:p>
          <a:p>
            <a:pPr>
              <a:lnSpc>
                <a:spcPct val="150000"/>
              </a:lnSpc>
            </a:pP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当值设置为“</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None”</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时，应用操作系统的默认编码，一般 </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windows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系统默认使用 </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GBK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编码。</a:t>
            </a:r>
            <a:endPar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endParaRPr>
          </a:p>
          <a:p>
            <a:pPr>
              <a:lnSpc>
                <a:spcPct val="150000"/>
              </a:lnSpc>
            </a:pP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默认值为“</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bytes”</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，此时启用</a:t>
            </a:r>
            <a:r>
              <a:rPr lang="zh-CN" altLang="en-US" sz="2000" b="1" dirty="0">
                <a:solidFill>
                  <a:schemeClr val="accent2"/>
                </a:solidFill>
                <a:latin typeface="微软雅黑" panose="020B0503020204020204" pitchFamily="34" charset="-122"/>
                <a:ea typeface="微软雅黑" panose="020B0503020204020204" pitchFamily="34" charset="-122"/>
              </a:rPr>
              <a:t>向后兼容</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的方案，确保在可能的情况下接收字节数据，并将拉丁编码的字符串传给转换器。重写此值将可以接收 </a:t>
            </a:r>
            <a:r>
              <a:rPr lang="en-US" altLang="zh-CN" sz="2000" dirty="0" err="1">
                <a:solidFill>
                  <a:sysClr val="windowText" lastClr="000000">
                    <a:lumMod val="85000"/>
                    <a:lumOff val="15000"/>
                  </a:sysClr>
                </a:solidFill>
                <a:latin typeface="微软雅黑" panose="020B0503020204020204" pitchFamily="34" charset="-122"/>
                <a:ea typeface="微软雅黑" panose="020B0503020204020204" pitchFamily="34" charset="-122"/>
              </a:rPr>
              <a:t>unicode</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数组并将字符串作为输入传递给转换器。</a:t>
            </a:r>
            <a:endPar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endParaRPr>
          </a:p>
        </p:txBody>
      </p:sp>
      <p:sp>
        <p:nvSpPr>
          <p:cNvPr id="2" name="矩形 1"/>
          <p:cNvSpPr/>
          <p:nvPr/>
        </p:nvSpPr>
        <p:spPr>
          <a:xfrm>
            <a:off x="6302493" y="2592019"/>
            <a:ext cx="1474823" cy="432620"/>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59:morph option="byObject"/>
      </p:transition>
    </mc:Choice>
    <mc:Fallback>
      <p:transition spd="slow">
        <p:fade/>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7.5.2</a:t>
            </a:r>
            <a:endParaRPr lang="zh-CN" altLang="en-US" dirty="0"/>
          </a:p>
        </p:txBody>
      </p:sp>
      <p:sp>
        <p:nvSpPr>
          <p:cNvPr id="3" name="标题 2"/>
          <p:cNvSpPr>
            <a:spLocks noGrp="1"/>
          </p:cNvSpPr>
          <p:nvPr>
            <p:ph type="title"/>
          </p:nvPr>
        </p:nvSpPr>
        <p:spPr/>
        <p:txBody>
          <a:bodyPr/>
          <a:lstStyle/>
          <a:p>
            <a:r>
              <a:rPr lang="zh-CN" altLang="en-US" dirty="0"/>
              <a:t>读文件</a:t>
            </a:r>
            <a:endParaRPr lang="zh-CN" altLang="en-US" dirty="0"/>
          </a:p>
        </p:txBody>
      </p:sp>
      <p:sp>
        <p:nvSpPr>
          <p:cNvPr id="5" name="内容占位符 5"/>
          <p:cNvSpPr txBox="1"/>
          <p:nvPr/>
        </p:nvSpPr>
        <p:spPr>
          <a:xfrm>
            <a:off x="780061" y="3996051"/>
            <a:ext cx="10631877" cy="2211709"/>
          </a:xfrm>
          <a:prstGeom prst="roundRect">
            <a:avLst>
              <a:gd name="adj" fmla="val 18448"/>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0" eaLnBrk="0" fontAlgn="base" hangingPunct="0">
              <a:lnSpc>
                <a:spcPct val="125000"/>
              </a:lnSpc>
              <a:spcBef>
                <a:spcPct val="0"/>
              </a:spcBef>
              <a:spcAft>
                <a:spcPct val="0"/>
              </a:spcAft>
              <a:defRPr/>
            </a:pPr>
            <a:r>
              <a:rPr lang="en-US" altLang="zh-CN" sz="2400" b="1" dirty="0" err="1">
                <a:solidFill>
                  <a:prstClr val="black"/>
                </a:solidFill>
                <a:latin typeface="微软雅黑"/>
                <a:ea typeface="微软雅黑"/>
              </a:rPr>
              <a:t>numpy</a:t>
            </a:r>
            <a:r>
              <a:rPr lang="en-US" altLang="zh-CN" sz="2400" b="1" dirty="0">
                <a:solidFill>
                  <a:prstClr val="black"/>
                </a:solidFill>
                <a:latin typeface="微软雅黑"/>
                <a:ea typeface="微软雅黑"/>
              </a:rPr>
              <a:t>.</a:t>
            </a:r>
            <a:r>
              <a:rPr lang="en-US" altLang="zh-CN" sz="2400" b="1" dirty="0">
                <a:solidFill>
                  <a:srgbClr val="FF6A02"/>
                </a:solidFill>
                <a:latin typeface="微软雅黑"/>
                <a:ea typeface="微软雅黑"/>
              </a:rPr>
              <a:t> </a:t>
            </a:r>
            <a:r>
              <a:rPr lang="en-US" altLang="zh-CN" sz="2400" b="1" dirty="0" err="1">
                <a:solidFill>
                  <a:srgbClr val="FF6A02"/>
                </a:solidFill>
                <a:latin typeface="微软雅黑"/>
                <a:ea typeface="微软雅黑"/>
              </a:rPr>
              <a:t>loadtxt</a:t>
            </a:r>
            <a:r>
              <a:rPr lang="en-US" altLang="zh-CN" sz="2400" b="1" dirty="0">
                <a:solidFill>
                  <a:prstClr val="black"/>
                </a:solidFill>
                <a:latin typeface="微软雅黑"/>
                <a:ea typeface="微软雅黑"/>
              </a:rPr>
              <a:t>(fname, </a:t>
            </a:r>
            <a:r>
              <a:rPr lang="en-US" altLang="zh-CN" sz="2400" b="1" dirty="0" err="1">
                <a:solidFill>
                  <a:srgbClr val="660099"/>
                </a:solidFill>
                <a:latin typeface="微软雅黑"/>
                <a:ea typeface="微软雅黑"/>
              </a:rPr>
              <a:t>dtype</a:t>
            </a:r>
            <a:r>
              <a:rPr lang="en-US" altLang="zh-CN" sz="2400" b="1" dirty="0">
                <a:solidFill>
                  <a:srgbClr val="171BEB"/>
                </a:solidFill>
                <a:latin typeface="微软雅黑"/>
                <a:ea typeface="微软雅黑"/>
              </a:rPr>
              <a:t>=&lt;class 'float'&gt;</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comments</a:t>
            </a:r>
            <a:r>
              <a:rPr lang="en-US" altLang="zh-CN" sz="2400" b="1" dirty="0">
                <a:solidFill>
                  <a:prstClr val="black"/>
                </a:solidFill>
                <a:latin typeface="微软雅黑"/>
                <a:ea typeface="微软雅黑"/>
              </a:rPr>
              <a:t>=</a:t>
            </a:r>
            <a:r>
              <a:rPr lang="en-US" altLang="zh-CN" sz="2400" b="1" dirty="0">
                <a:solidFill>
                  <a:srgbClr val="171BEB"/>
                </a:solidFill>
                <a:latin typeface="微软雅黑"/>
                <a:ea typeface="微软雅黑"/>
              </a:rPr>
              <a:t>'#'</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delimiter</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None</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converters</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None</a:t>
            </a:r>
            <a:r>
              <a:rPr lang="en-US" altLang="zh-CN" sz="2400" b="1" dirty="0">
                <a:solidFill>
                  <a:prstClr val="black"/>
                </a:solidFill>
                <a:latin typeface="微软雅黑"/>
                <a:ea typeface="微软雅黑"/>
              </a:rPr>
              <a:t>, </a:t>
            </a:r>
            <a:r>
              <a:rPr lang="en-US" altLang="zh-CN" sz="2400" b="1" dirty="0" err="1">
                <a:solidFill>
                  <a:srgbClr val="660099"/>
                </a:solidFill>
                <a:latin typeface="微软雅黑"/>
                <a:ea typeface="微软雅黑"/>
              </a:rPr>
              <a:t>skiprow</a:t>
            </a:r>
            <a:r>
              <a:rPr lang="en-US" altLang="zh-CN" sz="2400" b="1" dirty="0">
                <a:solidFill>
                  <a:prstClr val="black"/>
                </a:solidFill>
                <a:latin typeface="微软雅黑"/>
                <a:ea typeface="微软雅黑"/>
              </a:rPr>
              <a:t>=</a:t>
            </a:r>
            <a:r>
              <a:rPr lang="en-US" altLang="zh-CN" sz="2400" b="1" dirty="0">
                <a:solidFill>
                  <a:srgbClr val="171BEB"/>
                </a:solidFill>
                <a:latin typeface="微软雅黑"/>
                <a:ea typeface="微软雅黑"/>
              </a:rPr>
              <a:t>0</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usecols</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None</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unpack</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False</a:t>
            </a:r>
            <a:r>
              <a:rPr lang="en-US" altLang="zh-CN" sz="2400" b="1" dirty="0">
                <a:solidFill>
                  <a:prstClr val="black"/>
                </a:solidFill>
                <a:latin typeface="微软雅黑"/>
                <a:ea typeface="微软雅黑"/>
              </a:rPr>
              <a:t>, </a:t>
            </a:r>
            <a:r>
              <a:rPr lang="en-US" altLang="zh-CN" sz="2400" b="1" dirty="0" err="1">
                <a:solidFill>
                  <a:srgbClr val="660099"/>
                </a:solidFill>
                <a:latin typeface="微软雅黑"/>
                <a:ea typeface="微软雅黑"/>
              </a:rPr>
              <a:t>ndmin</a:t>
            </a:r>
            <a:r>
              <a:rPr lang="en-US" altLang="zh-CN" sz="2400" b="1" dirty="0">
                <a:solidFill>
                  <a:prstClr val="black"/>
                </a:solidFill>
                <a:latin typeface="微软雅黑"/>
                <a:ea typeface="微软雅黑"/>
              </a:rPr>
              <a:t>=</a:t>
            </a:r>
            <a:r>
              <a:rPr lang="en-US" altLang="zh-CN" sz="2400" b="1" dirty="0">
                <a:solidFill>
                  <a:srgbClr val="171BEB"/>
                </a:solidFill>
                <a:latin typeface="微软雅黑"/>
                <a:ea typeface="微软雅黑"/>
              </a:rPr>
              <a:t>0</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encoding</a:t>
            </a:r>
            <a:r>
              <a:rPr lang="en-US" altLang="zh-CN" sz="2400" b="1" dirty="0">
                <a:solidFill>
                  <a:prstClr val="black"/>
                </a:solidFill>
                <a:latin typeface="微软雅黑"/>
                <a:ea typeface="微软雅黑"/>
              </a:rPr>
              <a:t>=</a:t>
            </a:r>
            <a:r>
              <a:rPr lang="en-US" altLang="zh-CN" sz="2400" b="1" dirty="0">
                <a:solidFill>
                  <a:srgbClr val="171BEB"/>
                </a:solidFill>
                <a:latin typeface="微软雅黑"/>
                <a:ea typeface="微软雅黑"/>
              </a:rPr>
              <a:t>'bytes'</a:t>
            </a:r>
            <a:r>
              <a:rPr lang="en-US" altLang="zh-CN" sz="2400" b="1" dirty="0">
                <a:solidFill>
                  <a:prstClr val="black"/>
                </a:solidFill>
                <a:latin typeface="微软雅黑"/>
                <a:ea typeface="微软雅黑"/>
              </a:rPr>
              <a:t> , </a:t>
            </a:r>
            <a:r>
              <a:rPr lang="en-US" altLang="zh-CN" sz="2400" b="1" dirty="0" err="1">
                <a:solidFill>
                  <a:srgbClr val="660099"/>
                </a:solidFill>
                <a:latin typeface="微软雅黑"/>
                <a:ea typeface="微软雅黑"/>
              </a:rPr>
              <a:t>max_rows</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None</a:t>
            </a:r>
            <a:r>
              <a:rPr lang="en-US" altLang="zh-CN" sz="2400" b="1" dirty="0">
                <a:solidFill>
                  <a:prstClr val="black"/>
                </a:solidFill>
                <a:latin typeface="微软雅黑"/>
                <a:ea typeface="微软雅黑"/>
              </a:rPr>
              <a:t>)</a:t>
            </a:r>
            <a:endParaRPr lang="en-US" altLang="zh-CN" sz="2400" b="1" dirty="0">
              <a:solidFill>
                <a:prstClr val="black"/>
              </a:solidFill>
              <a:latin typeface="微软雅黑"/>
              <a:ea typeface="微软雅黑"/>
            </a:endParaRPr>
          </a:p>
        </p:txBody>
      </p:sp>
      <p:sp>
        <p:nvSpPr>
          <p:cNvPr id="6" name="内容占位符 4"/>
          <p:cNvSpPr txBox="1"/>
          <p:nvPr/>
        </p:nvSpPr>
        <p:spPr>
          <a:xfrm>
            <a:off x="838200" y="1029125"/>
            <a:ext cx="10515600" cy="2751625"/>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457200" indent="-457200">
              <a:lnSpc>
                <a:spcPct val="150000"/>
              </a:lnSpc>
              <a:buFont typeface="+mj-lt"/>
              <a:buAutoNum type="arabicPeriod" startAt="2"/>
            </a:pPr>
            <a:r>
              <a:rPr lang="en-US" altLang="zh-CN" sz="2400" b="1" dirty="0" err="1">
                <a:solidFill>
                  <a:srgbClr val="0070C0"/>
                </a:solidFill>
                <a:latin typeface="微软雅黑" panose="020B0503020204020204" pitchFamily="34" charset="-122"/>
                <a:ea typeface="微软雅黑" panose="020B0503020204020204" pitchFamily="34" charset="-122"/>
              </a:rPr>
              <a:t>loadtxt</a:t>
            </a:r>
            <a:r>
              <a:rPr lang="en-US" altLang="zh-CN" sz="2400" b="1" dirty="0">
                <a:solidFill>
                  <a:srgbClr val="0070C0"/>
                </a:solidFill>
                <a:latin typeface="微软雅黑" panose="020B0503020204020204" pitchFamily="34" charset="-122"/>
                <a:ea typeface="微软雅黑" panose="020B0503020204020204" pitchFamily="34" charset="-122"/>
              </a:rPr>
              <a:t>() </a:t>
            </a:r>
            <a:r>
              <a:rPr lang="zh-CN" altLang="en-US" sz="2400" b="1" dirty="0">
                <a:solidFill>
                  <a:srgbClr val="0070C0"/>
                </a:solidFill>
                <a:latin typeface="微软雅黑" panose="020B0503020204020204" pitchFamily="34" charset="-122"/>
                <a:ea typeface="微软雅黑" panose="020B0503020204020204" pitchFamily="34" charset="-122"/>
              </a:rPr>
              <a:t>函数</a:t>
            </a:r>
            <a:endParaRPr lang="en-US" altLang="zh-CN" sz="2400" b="1" dirty="0">
              <a:solidFill>
                <a:srgbClr val="0070C0"/>
              </a:solidFill>
              <a:latin typeface="微软雅黑" panose="020B0503020204020204" pitchFamily="34" charset="-122"/>
              <a:ea typeface="微软雅黑" panose="020B0503020204020204" pitchFamily="34" charset="-122"/>
            </a:endParaRPr>
          </a:p>
          <a:p>
            <a:pPr>
              <a:lnSpc>
                <a:spcPct val="150000"/>
              </a:lnSpc>
            </a:pPr>
            <a:r>
              <a:rPr lang="zh-CN" altLang="en-US" sz="2400" dirty="0">
                <a:solidFill>
                  <a:sysClr val="windowText" lastClr="000000">
                    <a:lumMod val="85000"/>
                    <a:lumOff val="15000"/>
                  </a:sysClr>
                </a:solidFill>
                <a:latin typeface="微软雅黑" panose="020B0503020204020204" pitchFamily="34" charset="-122"/>
                <a:ea typeface="微软雅黑" panose="020B0503020204020204" pitchFamily="34" charset="-122"/>
              </a:rPr>
              <a:t>与 </a:t>
            </a:r>
            <a:r>
              <a:rPr lang="en-US" altLang="zh-CN" sz="2400" dirty="0" err="1">
                <a:solidFill>
                  <a:sysClr val="windowText" lastClr="000000">
                    <a:lumMod val="85000"/>
                    <a:lumOff val="15000"/>
                  </a:sysClr>
                </a:solidFill>
                <a:latin typeface="微软雅黑" panose="020B0503020204020204" pitchFamily="34" charset="-122"/>
                <a:ea typeface="微软雅黑" panose="020B0503020204020204" pitchFamily="34" charset="-122"/>
              </a:rPr>
              <a:t>genfromtxt</a:t>
            </a:r>
            <a:r>
              <a:rPr lang="en-US" altLang="zh-CN" sz="2400" dirty="0">
                <a:solidFill>
                  <a:sysClr val="windowText" lastClr="000000">
                    <a:lumMod val="85000"/>
                    <a:lumOff val="15000"/>
                  </a:sysClr>
                </a:solidFill>
                <a:latin typeface="微软雅黑" panose="020B0503020204020204" pitchFamily="34" charset="-122"/>
                <a:ea typeface="微软雅黑" panose="020B0503020204020204" pitchFamily="34" charset="-122"/>
              </a:rPr>
              <a:t>() </a:t>
            </a:r>
            <a:r>
              <a:rPr lang="zh-CN" altLang="en-US" sz="2400" dirty="0">
                <a:solidFill>
                  <a:sysClr val="windowText" lastClr="000000">
                    <a:lumMod val="85000"/>
                    <a:lumOff val="15000"/>
                  </a:sysClr>
                </a:solidFill>
                <a:latin typeface="微软雅黑" panose="020B0503020204020204" pitchFamily="34" charset="-122"/>
                <a:ea typeface="微软雅黑" panose="020B0503020204020204" pitchFamily="34" charset="-122"/>
              </a:rPr>
              <a:t>函数功能类似，也可以用于</a:t>
            </a:r>
            <a:r>
              <a:rPr lang="zh-CN" altLang="en-US" sz="2400" b="1" dirty="0">
                <a:solidFill>
                  <a:schemeClr val="accent2"/>
                </a:solidFill>
                <a:latin typeface="微软雅黑" panose="020B0503020204020204" pitchFamily="34" charset="-122"/>
                <a:ea typeface="微软雅黑" panose="020B0503020204020204" pitchFamily="34" charset="-122"/>
              </a:rPr>
              <a:t>读取</a:t>
            </a:r>
            <a:r>
              <a:rPr lang="zh-CN" altLang="en-US" sz="2400" dirty="0">
                <a:solidFill>
                  <a:sysClr val="windowText" lastClr="000000">
                    <a:lumMod val="85000"/>
                    <a:lumOff val="15000"/>
                  </a:sysClr>
                </a:solidFill>
                <a:latin typeface="微软雅黑" panose="020B0503020204020204" pitchFamily="34" charset="-122"/>
                <a:ea typeface="微软雅黑" panose="020B0503020204020204" pitchFamily="34" charset="-122"/>
              </a:rPr>
              <a:t>文件中的数据。</a:t>
            </a:r>
            <a:endParaRPr lang="en-US" altLang="zh-CN" sz="2400" dirty="0">
              <a:solidFill>
                <a:sysClr val="windowText" lastClr="000000">
                  <a:lumMod val="85000"/>
                  <a:lumOff val="15000"/>
                </a:sysClr>
              </a:solidFill>
              <a:latin typeface="微软雅黑" panose="020B0503020204020204" pitchFamily="34" charset="-122"/>
              <a:ea typeface="微软雅黑" panose="020B0503020204020204" pitchFamily="34" charset="-122"/>
            </a:endParaRPr>
          </a:p>
          <a:p>
            <a:pPr>
              <a:lnSpc>
                <a:spcPct val="150000"/>
              </a:lnSpc>
            </a:pPr>
            <a:r>
              <a:rPr lang="zh-CN" altLang="en-US" sz="2400" dirty="0">
                <a:solidFill>
                  <a:sysClr val="windowText" lastClr="000000">
                    <a:lumMod val="85000"/>
                    <a:lumOff val="15000"/>
                  </a:sysClr>
                </a:solidFill>
                <a:latin typeface="微软雅黑" panose="020B0503020204020204" pitchFamily="34" charset="-122"/>
                <a:ea typeface="微软雅黑" panose="020B0503020204020204" pitchFamily="34" charset="-122"/>
              </a:rPr>
              <a:t>快速读取简单格式化的文件</a:t>
            </a:r>
            <a:endParaRPr lang="en-US" altLang="zh-CN" sz="2400" dirty="0">
              <a:solidFill>
                <a:sysClr val="windowText" lastClr="000000">
                  <a:lumMod val="85000"/>
                  <a:lumOff val="15000"/>
                </a:sysClr>
              </a:solidFill>
              <a:latin typeface="微软雅黑" panose="020B0503020204020204" pitchFamily="34" charset="-122"/>
              <a:ea typeface="微软雅黑" panose="020B0503020204020204" pitchFamily="34" charset="-122"/>
            </a:endParaRPr>
          </a:p>
          <a:p>
            <a:pPr>
              <a:lnSpc>
                <a:spcPct val="150000"/>
              </a:lnSpc>
            </a:pPr>
            <a:r>
              <a:rPr lang="zh-CN" altLang="en-US" sz="2400" dirty="0">
                <a:solidFill>
                  <a:sysClr val="windowText" lastClr="000000">
                    <a:lumMod val="85000"/>
                    <a:lumOff val="15000"/>
                  </a:sysClr>
                </a:solidFill>
                <a:latin typeface="微软雅黑" panose="020B0503020204020204" pitchFamily="34" charset="-122"/>
                <a:ea typeface="微软雅黑" panose="020B0503020204020204" pitchFamily="34" charset="-122"/>
              </a:rPr>
              <a:t>要求目标文件每一行具有</a:t>
            </a:r>
            <a:r>
              <a:rPr lang="zh-CN" altLang="en-US" sz="2400" b="1" dirty="0">
                <a:solidFill>
                  <a:schemeClr val="accent2"/>
                </a:solidFill>
                <a:latin typeface="微软雅黑" panose="020B0503020204020204" pitchFamily="34" charset="-122"/>
                <a:ea typeface="微软雅黑" panose="020B0503020204020204" pitchFamily="34" charset="-122"/>
              </a:rPr>
              <a:t>相同数量的数据</a:t>
            </a:r>
            <a:r>
              <a:rPr lang="zh-CN" altLang="en-US" sz="2400" dirty="0">
                <a:solidFill>
                  <a:sysClr val="windowText" lastClr="000000">
                    <a:lumMod val="85000"/>
                    <a:lumOff val="15000"/>
                  </a:sysClr>
                </a:solidFill>
                <a:latin typeface="微软雅黑" panose="020B0503020204020204" pitchFamily="34" charset="-122"/>
                <a:ea typeface="微软雅黑" panose="020B0503020204020204" pitchFamily="34" charset="-122"/>
              </a:rPr>
              <a:t>。</a:t>
            </a:r>
            <a:endParaRPr kumimoji="0" lang="zh-CN" altLang="en-US"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25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7.5.3</a:t>
            </a:r>
            <a:endParaRPr lang="zh-CN" altLang="en-US" dirty="0"/>
          </a:p>
        </p:txBody>
      </p:sp>
      <p:sp>
        <p:nvSpPr>
          <p:cNvPr id="3" name="标题 2"/>
          <p:cNvSpPr>
            <a:spLocks noGrp="1"/>
          </p:cNvSpPr>
          <p:nvPr>
            <p:ph type="title"/>
          </p:nvPr>
        </p:nvSpPr>
        <p:spPr/>
        <p:txBody>
          <a:bodyPr/>
          <a:lstStyle/>
          <a:p>
            <a:r>
              <a:rPr lang="zh-CN" altLang="en-US" dirty="0"/>
              <a:t>写文件</a:t>
            </a:r>
            <a:endParaRPr lang="zh-CN" altLang="en-US" dirty="0"/>
          </a:p>
        </p:txBody>
      </p:sp>
      <p:sp>
        <p:nvSpPr>
          <p:cNvPr id="2" name="内容占位符 5"/>
          <p:cNvSpPr txBox="1"/>
          <p:nvPr/>
        </p:nvSpPr>
        <p:spPr>
          <a:xfrm>
            <a:off x="698688" y="4525701"/>
            <a:ext cx="10794623" cy="1678329"/>
          </a:xfrm>
          <a:prstGeom prst="roundRect">
            <a:avLst>
              <a:gd name="adj" fmla="val 18448"/>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0" eaLnBrk="0" fontAlgn="base" hangingPunct="0">
              <a:lnSpc>
                <a:spcPct val="125000"/>
              </a:lnSpc>
              <a:spcBef>
                <a:spcPct val="0"/>
              </a:spcBef>
              <a:spcAft>
                <a:spcPct val="0"/>
              </a:spcAft>
              <a:defRPr/>
            </a:pPr>
            <a:r>
              <a:rPr lang="en-US" altLang="zh-CN" sz="2400" b="1" dirty="0" err="1">
                <a:solidFill>
                  <a:prstClr val="black"/>
                </a:solidFill>
                <a:latin typeface="微软雅黑"/>
                <a:ea typeface="微软雅黑"/>
              </a:rPr>
              <a:t>numpy.</a:t>
            </a:r>
            <a:r>
              <a:rPr lang="en-US" altLang="zh-CN" sz="2400" b="1" dirty="0" err="1">
                <a:solidFill>
                  <a:srgbClr val="FF6A02"/>
                </a:solidFill>
                <a:latin typeface="微软雅黑"/>
                <a:ea typeface="微软雅黑"/>
              </a:rPr>
              <a:t>savetxt</a:t>
            </a:r>
            <a:r>
              <a:rPr lang="en-US" altLang="zh-CN" sz="2400" b="1" dirty="0">
                <a:solidFill>
                  <a:prstClr val="black"/>
                </a:solidFill>
                <a:latin typeface="微软雅黑"/>
                <a:ea typeface="微软雅黑"/>
              </a:rPr>
              <a:t>(fname, X, </a:t>
            </a:r>
            <a:r>
              <a:rPr lang="en-US" altLang="zh-CN" sz="2400" b="1" dirty="0" err="1">
                <a:solidFill>
                  <a:srgbClr val="660099"/>
                </a:solidFill>
                <a:latin typeface="微软雅黑"/>
                <a:ea typeface="微软雅黑"/>
              </a:rPr>
              <a:t>fmt</a:t>
            </a:r>
            <a:r>
              <a:rPr lang="en-US" altLang="zh-CN" sz="2400" b="1" dirty="0">
                <a:solidFill>
                  <a:prstClr val="black"/>
                </a:solidFill>
                <a:latin typeface="微软雅黑"/>
                <a:ea typeface="微软雅黑"/>
              </a:rPr>
              <a:t>=</a:t>
            </a:r>
            <a:r>
              <a:rPr lang="en-US" altLang="zh-CN" sz="2400" b="1" dirty="0">
                <a:solidFill>
                  <a:srgbClr val="171BEB"/>
                </a:solidFill>
                <a:latin typeface="微软雅黑"/>
                <a:ea typeface="微软雅黑"/>
              </a:rPr>
              <a:t>'%.18e'</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delimiter</a:t>
            </a:r>
            <a:r>
              <a:rPr lang="en-US" altLang="zh-CN" sz="2400" b="1" dirty="0">
                <a:solidFill>
                  <a:prstClr val="black"/>
                </a:solidFill>
                <a:latin typeface="微软雅黑"/>
                <a:ea typeface="微软雅黑"/>
              </a:rPr>
              <a:t>=</a:t>
            </a:r>
            <a:r>
              <a:rPr lang="en-US" altLang="zh-CN" sz="2400" b="1" dirty="0">
                <a:solidFill>
                  <a:srgbClr val="171BEB"/>
                </a:solidFill>
                <a:latin typeface="微软雅黑"/>
                <a:ea typeface="微软雅黑"/>
              </a:rPr>
              <a:t>' '</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newline</a:t>
            </a:r>
            <a:r>
              <a:rPr lang="en-US" altLang="zh-CN" sz="2400" b="1" dirty="0">
                <a:solidFill>
                  <a:prstClr val="black"/>
                </a:solidFill>
                <a:latin typeface="微软雅黑"/>
                <a:ea typeface="微软雅黑"/>
              </a:rPr>
              <a:t>=</a:t>
            </a:r>
            <a:r>
              <a:rPr lang="en-US" altLang="zh-CN" sz="2400" b="1" dirty="0">
                <a:solidFill>
                  <a:srgbClr val="171BEB"/>
                </a:solidFill>
                <a:latin typeface="微软雅黑"/>
                <a:ea typeface="微软雅黑"/>
              </a:rPr>
              <a:t>'\n'</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header</a:t>
            </a:r>
            <a:r>
              <a:rPr lang="en-US" altLang="zh-CN" sz="2400" b="1" dirty="0">
                <a:solidFill>
                  <a:prstClr val="black"/>
                </a:solidFill>
                <a:latin typeface="微软雅黑"/>
                <a:ea typeface="微软雅黑"/>
              </a:rPr>
              <a:t>=</a:t>
            </a:r>
            <a:r>
              <a:rPr lang="en-US" altLang="zh-CN" sz="2400" b="1" dirty="0">
                <a:solidFill>
                  <a:srgbClr val="171BEB"/>
                </a:solidFill>
                <a:latin typeface="微软雅黑"/>
                <a:ea typeface="微软雅黑"/>
              </a:rPr>
              <a:t>''</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footer</a:t>
            </a:r>
            <a:r>
              <a:rPr lang="en-US" altLang="zh-CN" sz="2400" b="1" dirty="0">
                <a:solidFill>
                  <a:prstClr val="black"/>
                </a:solidFill>
                <a:latin typeface="微软雅黑"/>
                <a:ea typeface="微软雅黑"/>
              </a:rPr>
              <a:t>=</a:t>
            </a:r>
            <a:r>
              <a:rPr lang="en-US" altLang="zh-CN" sz="2400" b="1" dirty="0">
                <a:solidFill>
                  <a:srgbClr val="171BEB"/>
                </a:solidFill>
                <a:latin typeface="微软雅黑"/>
                <a:ea typeface="微软雅黑"/>
              </a:rPr>
              <a:t>''</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comments</a:t>
            </a:r>
            <a:r>
              <a:rPr lang="en-US" altLang="zh-CN" sz="2400" b="1" dirty="0">
                <a:solidFill>
                  <a:prstClr val="black"/>
                </a:solidFill>
                <a:latin typeface="微软雅黑"/>
                <a:ea typeface="微软雅黑"/>
              </a:rPr>
              <a:t>=</a:t>
            </a:r>
            <a:r>
              <a:rPr lang="en-US" altLang="zh-CN" sz="2400" b="1" dirty="0">
                <a:solidFill>
                  <a:srgbClr val="171BEB"/>
                </a:solidFill>
                <a:latin typeface="微软雅黑"/>
                <a:ea typeface="微软雅黑"/>
              </a:rPr>
              <a:t>'#'</a:t>
            </a:r>
            <a:r>
              <a:rPr lang="en-US" altLang="zh-CN" sz="2400" b="1" dirty="0">
                <a:solidFill>
                  <a:prstClr val="black"/>
                </a:solidFill>
                <a:latin typeface="微软雅黑"/>
                <a:ea typeface="微软雅黑"/>
              </a:rPr>
              <a:t>, </a:t>
            </a:r>
            <a:r>
              <a:rPr lang="en-US" altLang="zh-CN" sz="2400" b="1" dirty="0">
                <a:solidFill>
                  <a:srgbClr val="660099"/>
                </a:solidFill>
                <a:latin typeface="微软雅黑"/>
                <a:ea typeface="微软雅黑"/>
              </a:rPr>
              <a:t>encoding</a:t>
            </a:r>
            <a:r>
              <a:rPr lang="en-US" altLang="zh-CN" sz="2400" b="1" dirty="0">
                <a:solidFill>
                  <a:prstClr val="black"/>
                </a:solidFill>
                <a:latin typeface="微软雅黑"/>
                <a:ea typeface="微软雅黑"/>
              </a:rPr>
              <a:t>=</a:t>
            </a:r>
            <a:r>
              <a:rPr lang="en-US" altLang="zh-CN" sz="2400" b="1" dirty="0">
                <a:solidFill>
                  <a:srgbClr val="F80505"/>
                </a:solidFill>
                <a:latin typeface="微软雅黑"/>
                <a:ea typeface="微软雅黑"/>
              </a:rPr>
              <a:t>None</a:t>
            </a:r>
            <a:r>
              <a:rPr lang="en-US" altLang="zh-CN" sz="2400" b="1" dirty="0">
                <a:solidFill>
                  <a:prstClr val="black"/>
                </a:solidFill>
                <a:latin typeface="微软雅黑"/>
                <a:ea typeface="微软雅黑"/>
              </a:rPr>
              <a:t>)</a:t>
            </a:r>
            <a:endParaRPr lang="en-US" altLang="zh-CN" sz="2400" b="1" dirty="0">
              <a:solidFill>
                <a:prstClr val="black"/>
              </a:solidFill>
              <a:latin typeface="微软雅黑"/>
              <a:ea typeface="微软雅黑"/>
            </a:endParaRPr>
          </a:p>
        </p:txBody>
      </p:sp>
      <p:sp>
        <p:nvSpPr>
          <p:cNvPr id="5" name="内容占位符 4"/>
          <p:cNvSpPr txBox="1"/>
          <p:nvPr/>
        </p:nvSpPr>
        <p:spPr>
          <a:xfrm>
            <a:off x="838200" y="1029125"/>
            <a:ext cx="10515600" cy="3156795"/>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nSpc>
                <a:spcPct val="150000"/>
              </a:lnSpc>
              <a:buNone/>
            </a:pPr>
            <a:r>
              <a:rPr lang="en-US" altLang="zh-CN" sz="2400" b="1" dirty="0">
                <a:solidFill>
                  <a:srgbClr val="0070C0"/>
                </a:solidFill>
                <a:latin typeface="微软雅黑" panose="020B0503020204020204" pitchFamily="34" charset="-122"/>
                <a:ea typeface="微软雅黑" panose="020B0503020204020204" pitchFamily="34" charset="-122"/>
              </a:rPr>
              <a:t>   </a:t>
            </a:r>
            <a:r>
              <a:rPr lang="en-US" altLang="zh-CN" sz="2400" b="1" dirty="0" err="1">
                <a:solidFill>
                  <a:srgbClr val="0070C0"/>
                </a:solidFill>
                <a:latin typeface="微软雅黑" panose="020B0503020204020204" pitchFamily="34" charset="-122"/>
                <a:ea typeface="微软雅黑" panose="020B0503020204020204" pitchFamily="34" charset="-122"/>
              </a:rPr>
              <a:t>savetxt</a:t>
            </a:r>
            <a:r>
              <a:rPr lang="en-US" altLang="zh-CN" sz="2400" b="1" dirty="0">
                <a:solidFill>
                  <a:srgbClr val="0070C0"/>
                </a:solidFill>
                <a:latin typeface="微软雅黑" panose="020B0503020204020204" pitchFamily="34" charset="-122"/>
                <a:ea typeface="微软雅黑" panose="020B0503020204020204" pitchFamily="34" charset="-122"/>
              </a:rPr>
              <a:t>() </a:t>
            </a:r>
            <a:r>
              <a:rPr lang="zh-CN" altLang="en-US" sz="2400" b="1" dirty="0">
                <a:solidFill>
                  <a:srgbClr val="0070C0"/>
                </a:solidFill>
                <a:latin typeface="微软雅黑" panose="020B0503020204020204" pitchFamily="34" charset="-122"/>
                <a:ea typeface="微软雅黑" panose="020B0503020204020204" pitchFamily="34" charset="-122"/>
              </a:rPr>
              <a:t>方法</a:t>
            </a:r>
            <a:endParaRPr lang="en-US" altLang="zh-CN" sz="2400" b="1" dirty="0">
              <a:solidFill>
                <a:srgbClr val="0070C0"/>
              </a:solidFill>
              <a:latin typeface="微软雅黑" panose="020B0503020204020204" pitchFamily="34" charset="-122"/>
              <a:ea typeface="微软雅黑" panose="020B0503020204020204" pitchFamily="34" charset="-122"/>
            </a:endParaRPr>
          </a:p>
          <a:p>
            <a:pPr>
              <a:lnSpc>
                <a:spcPct val="150000"/>
              </a:lnSpc>
            </a:pPr>
            <a:r>
              <a:rPr lang="zh-CN" altLang="en-US" sz="2400" dirty="0">
                <a:solidFill>
                  <a:sysClr val="windowText" lastClr="000000">
                    <a:lumMod val="85000"/>
                    <a:lumOff val="15000"/>
                  </a:sysClr>
                </a:solidFill>
                <a:latin typeface="微软雅黑" panose="020B0503020204020204" pitchFamily="34" charset="-122"/>
                <a:ea typeface="微软雅黑" panose="020B0503020204020204" pitchFamily="34" charset="-122"/>
              </a:rPr>
              <a:t>用于</a:t>
            </a:r>
            <a:r>
              <a:rPr lang="zh-CN" altLang="en-US" sz="2400" b="1" dirty="0">
                <a:solidFill>
                  <a:schemeClr val="accent2"/>
                </a:solidFill>
                <a:latin typeface="微软雅黑" panose="020B0503020204020204" pitchFamily="34" charset="-122"/>
                <a:ea typeface="微软雅黑" panose="020B0503020204020204" pitchFamily="34" charset="-122"/>
              </a:rPr>
              <a:t>保存数组到文本文件</a:t>
            </a:r>
            <a:endParaRPr lang="en-US" altLang="zh-CN" sz="2400" b="1" dirty="0">
              <a:solidFill>
                <a:schemeClr val="accent2"/>
              </a:solidFill>
              <a:latin typeface="微软雅黑" panose="020B0503020204020204" pitchFamily="34" charset="-122"/>
              <a:ea typeface="微软雅黑" panose="020B0503020204020204" pitchFamily="34" charset="-122"/>
            </a:endParaRPr>
          </a:p>
          <a:p>
            <a:pPr>
              <a:lnSpc>
                <a:spcPct val="150000"/>
              </a:lnSpc>
            </a:pPr>
            <a:r>
              <a:rPr lang="zh-CN" altLang="en-US" sz="2400" dirty="0">
                <a:solidFill>
                  <a:sysClr val="windowText" lastClr="000000">
                    <a:lumMod val="85000"/>
                    <a:lumOff val="15000"/>
                  </a:sysClr>
                </a:solidFill>
                <a:latin typeface="微软雅黑" panose="020B0503020204020204" pitchFamily="34" charset="-122"/>
                <a:ea typeface="微软雅黑" panose="020B0503020204020204" pitchFamily="34" charset="-122"/>
              </a:rPr>
              <a:t>其语法和参数大部分参数的意义与 </a:t>
            </a:r>
            <a:r>
              <a:rPr lang="en-US" altLang="zh-CN" sz="2400" dirty="0" err="1">
                <a:solidFill>
                  <a:sysClr val="windowText" lastClr="000000">
                    <a:lumMod val="85000"/>
                    <a:lumOff val="15000"/>
                  </a:sysClr>
                </a:solidFill>
                <a:latin typeface="微软雅黑" panose="020B0503020204020204" pitchFamily="34" charset="-122"/>
                <a:ea typeface="微软雅黑" panose="020B0503020204020204" pitchFamily="34" charset="-122"/>
              </a:rPr>
              <a:t>genfromtxt</a:t>
            </a:r>
            <a:r>
              <a:rPr lang="en-US" altLang="zh-CN" sz="2400" dirty="0">
                <a:solidFill>
                  <a:sysClr val="windowText" lastClr="000000">
                    <a:lumMod val="85000"/>
                    <a:lumOff val="15000"/>
                  </a:sysClr>
                </a:solidFill>
                <a:latin typeface="微软雅黑" panose="020B0503020204020204" pitchFamily="34" charset="-122"/>
                <a:ea typeface="微软雅黑" panose="020B0503020204020204" pitchFamily="34" charset="-122"/>
              </a:rPr>
              <a:t>() </a:t>
            </a:r>
            <a:r>
              <a:rPr lang="zh-CN" altLang="en-US" sz="2400" dirty="0">
                <a:solidFill>
                  <a:sysClr val="windowText" lastClr="000000">
                    <a:lumMod val="85000"/>
                    <a:lumOff val="15000"/>
                  </a:sysClr>
                </a:solidFill>
                <a:latin typeface="微软雅黑" panose="020B0503020204020204" pitchFamily="34" charset="-122"/>
                <a:ea typeface="微软雅黑" panose="020B0503020204020204" pitchFamily="34" charset="-122"/>
              </a:rPr>
              <a:t>函数相似。</a:t>
            </a:r>
            <a:endParaRPr lang="en-US" altLang="zh-CN" sz="2400" dirty="0">
              <a:solidFill>
                <a:sysClr val="windowText" lastClr="000000">
                  <a:lumMod val="85000"/>
                  <a:lumOff val="15000"/>
                </a:sysClr>
              </a:solidFill>
              <a:latin typeface="微软雅黑" panose="020B0503020204020204" pitchFamily="34" charset="-122"/>
              <a:ea typeface="微软雅黑" panose="020B0503020204020204" pitchFamily="34" charset="-122"/>
            </a:endParaRPr>
          </a:p>
          <a:p>
            <a:pPr>
              <a:lnSpc>
                <a:spcPct val="150000"/>
              </a:lnSpc>
            </a:pPr>
            <a:r>
              <a:rPr lang="zh-CN" altLang="en-US" sz="2400" dirty="0">
                <a:solidFill>
                  <a:sysClr val="windowText" lastClr="000000">
                    <a:lumMod val="85000"/>
                    <a:lumOff val="15000"/>
                  </a:sysClr>
                </a:solidFill>
                <a:latin typeface="微软雅黑" panose="020B0503020204020204" pitchFamily="34" charset="-122"/>
                <a:ea typeface="微软雅黑" panose="020B0503020204020204" pitchFamily="34" charset="-122"/>
              </a:rPr>
              <a:t>参数中 </a:t>
            </a:r>
            <a:r>
              <a:rPr lang="en-US" altLang="zh-CN" sz="2400" dirty="0">
                <a:solidFill>
                  <a:sysClr val="windowText" lastClr="000000">
                    <a:lumMod val="85000"/>
                    <a:lumOff val="15000"/>
                  </a:sysClr>
                </a:solidFill>
                <a:latin typeface="微软雅黑" panose="020B0503020204020204" pitchFamily="34" charset="-122"/>
                <a:ea typeface="微软雅黑" panose="020B0503020204020204" pitchFamily="34" charset="-122"/>
              </a:rPr>
              <a:t>encoding </a:t>
            </a:r>
            <a:r>
              <a:rPr lang="zh-CN" altLang="en-US" sz="2400" dirty="0">
                <a:solidFill>
                  <a:sysClr val="windowText" lastClr="000000">
                    <a:lumMod val="85000"/>
                    <a:lumOff val="15000"/>
                  </a:sysClr>
                </a:solidFill>
                <a:latin typeface="微软雅黑" panose="020B0503020204020204" pitchFamily="34" charset="-122"/>
                <a:ea typeface="微软雅黑" panose="020B0503020204020204" pitchFamily="34" charset="-122"/>
              </a:rPr>
              <a:t>的值为“</a:t>
            </a:r>
            <a:r>
              <a:rPr lang="en-US" altLang="zh-CN" sz="2400" dirty="0">
                <a:solidFill>
                  <a:sysClr val="windowText" lastClr="000000">
                    <a:lumMod val="85000"/>
                    <a:lumOff val="15000"/>
                  </a:sysClr>
                </a:solidFill>
                <a:latin typeface="微软雅黑" panose="020B0503020204020204" pitchFamily="34" charset="-122"/>
                <a:ea typeface="微软雅黑" panose="020B0503020204020204" pitchFamily="34" charset="-122"/>
              </a:rPr>
              <a:t>None”</a:t>
            </a:r>
            <a:r>
              <a:rPr lang="zh-CN" altLang="en-US" sz="2400" dirty="0">
                <a:solidFill>
                  <a:sysClr val="windowText" lastClr="000000">
                    <a:lumMod val="85000"/>
                    <a:lumOff val="15000"/>
                  </a:sysClr>
                </a:solidFill>
                <a:latin typeface="微软雅黑" panose="020B0503020204020204" pitchFamily="34" charset="-122"/>
                <a:ea typeface="微软雅黑" panose="020B0503020204020204" pitchFamily="34" charset="-122"/>
              </a:rPr>
              <a:t>或字符串，用于指定编码输出文件的编码类型，当输出为字节流时此参数不可用。</a:t>
            </a:r>
            <a:endParaRPr kumimoji="0" lang="zh-CN" altLang="en-US"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25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7.6 </a:t>
            </a:r>
            <a:r>
              <a:rPr lang="zh-CN" altLang="en-US" dirty="0"/>
              <a:t>利用 </a:t>
            </a:r>
            <a:r>
              <a:rPr lang="en-US" altLang="zh-CN" dirty="0"/>
              <a:t>NumPy </a:t>
            </a:r>
            <a:r>
              <a:rPr lang="zh-CN" altLang="en-US" dirty="0"/>
              <a:t>读写数据文件</a:t>
            </a:r>
            <a:endParaRPr lang="zh-CN" altLang="en-US" dirty="0"/>
          </a:p>
        </p:txBody>
      </p:sp>
      <p:sp>
        <p:nvSpPr>
          <p:cNvPr id="7" name="内容占位符 6"/>
          <p:cNvSpPr>
            <a:spLocks noGrp="1"/>
          </p:cNvSpPr>
          <p:nvPr>
            <p:ph sz="quarter" idx="15"/>
          </p:nvPr>
        </p:nvSpPr>
        <p:spPr/>
        <p:txBody>
          <a:bodyPr>
            <a:normAutofit/>
          </a:bodyPr>
          <a:lstStyle/>
          <a:p>
            <a:pPr>
              <a:lnSpc>
                <a:spcPct val="125000"/>
              </a:lnSpc>
              <a:spcBef>
                <a:spcPts val="500"/>
              </a:spcBef>
            </a:pPr>
            <a:r>
              <a:rPr lang="zh-CN" altLang="en-US" sz="2800" b="1" dirty="0">
                <a:solidFill>
                  <a:srgbClr val="0070C0"/>
                </a:solidFill>
                <a:latin typeface="+mj-lt"/>
              </a:rPr>
              <a:t>实例说明：</a:t>
            </a:r>
            <a:endParaRPr lang="en-US" altLang="zh-CN" sz="2800" b="1" dirty="0">
              <a:solidFill>
                <a:srgbClr val="0070C0"/>
              </a:solidFill>
              <a:latin typeface="+mj-lt"/>
            </a:endParaRPr>
          </a:p>
          <a:p>
            <a:pPr marL="342900" indent="-342900">
              <a:lnSpc>
                <a:spcPct val="150000"/>
              </a:lnSpc>
              <a:spcBef>
                <a:spcPts val="500"/>
              </a:spcBef>
              <a:buFont typeface="Arial" panose="020B0604020202090204" pitchFamily="34" charset="0"/>
              <a:buChar char="•"/>
            </a:pPr>
            <a:r>
              <a:rPr lang="zh-CN" altLang="en-US" dirty="0">
                <a:latin typeface="+mj-lt"/>
              </a:rPr>
              <a:t>文件“</a:t>
            </a:r>
            <a:r>
              <a:rPr lang="en-US" altLang="zh-CN" dirty="0">
                <a:latin typeface="+mj-lt"/>
              </a:rPr>
              <a:t>score_num.csv”</a:t>
            </a:r>
            <a:r>
              <a:rPr lang="zh-CN" altLang="en-US" dirty="0">
                <a:latin typeface="+mj-lt"/>
              </a:rPr>
              <a:t>保存学生成绩数据，中文编码类型为</a:t>
            </a:r>
            <a:r>
              <a:rPr lang="en-US" altLang="zh-CN" dirty="0">
                <a:latin typeface="+mj-lt"/>
              </a:rPr>
              <a:t>utf-8</a:t>
            </a:r>
            <a:r>
              <a:rPr lang="zh-CN" altLang="en-US" dirty="0">
                <a:latin typeface="+mj-lt"/>
              </a:rPr>
              <a:t>，分隔符为半角逗号。</a:t>
            </a:r>
            <a:endParaRPr lang="en-US" altLang="zh-CN" dirty="0">
              <a:latin typeface="+mj-lt"/>
            </a:endParaRPr>
          </a:p>
          <a:p>
            <a:pPr marL="457200" indent="-457200">
              <a:lnSpc>
                <a:spcPct val="150000"/>
              </a:lnSpc>
              <a:spcBef>
                <a:spcPts val="500"/>
              </a:spcBef>
              <a:buFont typeface="+mj-lt"/>
              <a:buAutoNum type="arabicPeriod"/>
            </a:pPr>
            <a:r>
              <a:rPr lang="zh-CN" altLang="en-US" dirty="0">
                <a:latin typeface="+mj-lt"/>
              </a:rPr>
              <a:t>将文件</a:t>
            </a:r>
            <a:r>
              <a:rPr lang="zh-CN" altLang="en-US" b="1" dirty="0">
                <a:solidFill>
                  <a:schemeClr val="accent2"/>
                </a:solidFill>
                <a:latin typeface="+mj-lt"/>
              </a:rPr>
              <a:t>读入</a:t>
            </a:r>
            <a:r>
              <a:rPr lang="zh-CN" altLang="en-US" dirty="0">
                <a:latin typeface="+mj-lt"/>
              </a:rPr>
              <a:t>数组，数据以字符串形式输出</a:t>
            </a:r>
            <a:endParaRPr lang="zh-CN" altLang="en-US" dirty="0">
              <a:latin typeface="+mj-lt"/>
            </a:endParaRPr>
          </a:p>
          <a:p>
            <a:pPr marL="457200" indent="-457200">
              <a:lnSpc>
                <a:spcPct val="150000"/>
              </a:lnSpc>
              <a:spcBef>
                <a:spcPts val="500"/>
              </a:spcBef>
              <a:buFont typeface="+mj-lt"/>
              <a:buAutoNum type="arabicPeriod"/>
            </a:pPr>
            <a:r>
              <a:rPr lang="zh-CN" altLang="en-US" dirty="0">
                <a:latin typeface="+mj-lt"/>
              </a:rPr>
              <a:t>读取</a:t>
            </a:r>
            <a:r>
              <a:rPr lang="zh-CN" altLang="en-US" b="1" dirty="0">
                <a:solidFill>
                  <a:schemeClr val="accent2"/>
                </a:solidFill>
                <a:latin typeface="+mj-lt"/>
              </a:rPr>
              <a:t>除学号和总分</a:t>
            </a:r>
            <a:r>
              <a:rPr lang="zh-CN" altLang="en-US" dirty="0">
                <a:latin typeface="+mj-lt"/>
              </a:rPr>
              <a:t>以外的数据到数组中</a:t>
            </a:r>
            <a:endParaRPr lang="zh-CN" altLang="en-US" dirty="0">
              <a:latin typeface="+mj-lt"/>
            </a:endParaRPr>
          </a:p>
          <a:p>
            <a:pPr marL="457200" indent="-457200">
              <a:lnSpc>
                <a:spcPct val="150000"/>
              </a:lnSpc>
              <a:spcBef>
                <a:spcPts val="500"/>
              </a:spcBef>
              <a:buFont typeface="+mj-lt"/>
              <a:buAutoNum type="arabicPeriod"/>
            </a:pPr>
            <a:r>
              <a:rPr lang="zh-CN" altLang="en-US" dirty="0">
                <a:latin typeface="+mj-lt"/>
              </a:rPr>
              <a:t>返回</a:t>
            </a:r>
            <a:r>
              <a:rPr lang="zh-CN" altLang="en-US" b="1" dirty="0">
                <a:solidFill>
                  <a:schemeClr val="accent2"/>
                </a:solidFill>
                <a:latin typeface="+mj-lt"/>
              </a:rPr>
              <a:t>只包含成绩数据</a:t>
            </a:r>
            <a:r>
              <a:rPr lang="zh-CN" altLang="en-US" dirty="0">
                <a:latin typeface="+mj-lt"/>
              </a:rPr>
              <a:t>的数组，数据转为</a:t>
            </a:r>
            <a:r>
              <a:rPr lang="zh-CN" altLang="en-US" b="1" dirty="0">
                <a:solidFill>
                  <a:schemeClr val="accent2"/>
                </a:solidFill>
                <a:latin typeface="+mj-lt"/>
              </a:rPr>
              <a:t>浮点型</a:t>
            </a:r>
            <a:endParaRPr lang="zh-CN" altLang="en-US" b="1" dirty="0">
              <a:solidFill>
                <a:schemeClr val="accent2"/>
              </a:solidFill>
              <a:latin typeface="+mj-lt"/>
            </a:endParaRPr>
          </a:p>
          <a:p>
            <a:pPr marL="457200" indent="-457200">
              <a:lnSpc>
                <a:spcPct val="150000"/>
              </a:lnSpc>
              <a:spcBef>
                <a:spcPts val="500"/>
              </a:spcBef>
              <a:buFont typeface="+mj-lt"/>
              <a:buAutoNum type="arabicPeriod"/>
            </a:pPr>
            <a:r>
              <a:rPr lang="zh-CN" altLang="en-US" dirty="0">
                <a:latin typeface="+mj-lt"/>
              </a:rPr>
              <a:t>将第 </a:t>
            </a:r>
            <a:r>
              <a:rPr lang="en-US" altLang="zh-CN" dirty="0">
                <a:latin typeface="+mj-lt"/>
              </a:rPr>
              <a:t>3 </a:t>
            </a:r>
            <a:r>
              <a:rPr lang="zh-CN" altLang="en-US" dirty="0">
                <a:latin typeface="+mj-lt"/>
              </a:rPr>
              <a:t>步读取的数组中的数据以</a:t>
            </a:r>
            <a:r>
              <a:rPr lang="zh-CN" altLang="en-US" b="1" dirty="0">
                <a:solidFill>
                  <a:schemeClr val="accent2"/>
                </a:solidFill>
                <a:latin typeface="+mj-lt"/>
              </a:rPr>
              <a:t>字符串类型</a:t>
            </a:r>
            <a:r>
              <a:rPr lang="zh-CN" altLang="en-US" dirty="0">
                <a:latin typeface="+mj-lt"/>
              </a:rPr>
              <a:t>写入文本文件“</a:t>
            </a:r>
            <a:r>
              <a:rPr lang="en-US" altLang="zh-CN" dirty="0">
                <a:latin typeface="+mj-lt"/>
              </a:rPr>
              <a:t>scoresave.txt”</a:t>
            </a:r>
            <a:r>
              <a:rPr lang="zh-CN" altLang="en-US" dirty="0">
                <a:latin typeface="+mj-lt"/>
              </a:rPr>
              <a:t>中，用</a:t>
            </a:r>
            <a:r>
              <a:rPr lang="zh-CN" altLang="en-US" b="1" dirty="0">
                <a:solidFill>
                  <a:schemeClr val="accent2"/>
                </a:solidFill>
                <a:latin typeface="+mj-lt"/>
              </a:rPr>
              <a:t>空格作分隔符</a:t>
            </a:r>
            <a:endParaRPr lang="zh-CN" altLang="en-US" b="1" dirty="0">
              <a:solidFill>
                <a:schemeClr val="accent2"/>
              </a:solidFill>
              <a:latin typeface="+mj-lt"/>
            </a:endParaRPr>
          </a:p>
        </p:txBody>
      </p:sp>
      <p:sp>
        <p:nvSpPr>
          <p:cNvPr id="6" name="内容占位符 5"/>
          <p:cNvSpPr>
            <a:spLocks noGrp="1"/>
          </p:cNvSpPr>
          <p:nvPr>
            <p:ph sz="quarter" idx="13"/>
          </p:nvPr>
        </p:nvSpPr>
        <p:spPr/>
        <p:txBody>
          <a:bodyPr/>
          <a:lstStyle/>
          <a:p>
            <a:r>
              <a:rPr lang="zh-CN" altLang="en-US" dirty="0"/>
              <a:t>实例</a:t>
            </a:r>
            <a:endParaRPr lang="zh-CN" altLang="en-US"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7.6 </a:t>
            </a:r>
            <a:r>
              <a:rPr lang="zh-CN" altLang="en-US" dirty="0"/>
              <a:t>利用 </a:t>
            </a:r>
            <a:r>
              <a:rPr lang="en-US" altLang="zh-CN" dirty="0"/>
              <a:t>NumPy </a:t>
            </a:r>
            <a:r>
              <a:rPr lang="zh-CN" altLang="en-US" dirty="0"/>
              <a:t>读写数据文件</a:t>
            </a:r>
            <a:endParaRPr lang="zh-CN" altLang="en-US" dirty="0"/>
          </a:p>
        </p:txBody>
      </p:sp>
      <p:sp>
        <p:nvSpPr>
          <p:cNvPr id="7" name="内容占位符 6"/>
          <p:cNvSpPr>
            <a:spLocks noGrp="1"/>
          </p:cNvSpPr>
          <p:nvPr>
            <p:ph sz="quarter" idx="14"/>
          </p:nvPr>
        </p:nvSpPr>
        <p:spPr/>
        <p:txBody>
          <a:bodyPr/>
          <a:lstStyle/>
          <a:p>
            <a:r>
              <a:rPr lang="zh-CN" altLang="en-US" dirty="0"/>
              <a:t>实例 </a:t>
            </a:r>
            <a:endParaRPr lang="zh-CN" altLang="en-US" dirty="0"/>
          </a:p>
        </p:txBody>
      </p:sp>
      <p:sp>
        <p:nvSpPr>
          <p:cNvPr id="4" name="内容占位符 3"/>
          <p:cNvSpPr>
            <a:spLocks noGrp="1"/>
          </p:cNvSpPr>
          <p:nvPr>
            <p:ph sz="quarter" idx="13"/>
          </p:nvPr>
        </p:nvSpPr>
        <p:spPr>
          <a:xfrm>
            <a:off x="688044" y="3119784"/>
            <a:ext cx="10815912" cy="2148391"/>
          </a:xfrm>
          <a:prstGeom prst="roundRect">
            <a:avLst>
              <a:gd name="adj" fmla="val 15948"/>
            </a:avLst>
          </a:prstGeom>
        </p:spPr>
        <p:txBody>
          <a:bodyPr>
            <a:normAutofit/>
          </a:bodyPr>
          <a:lstStyle/>
          <a:p>
            <a:r>
              <a:rPr lang="en-US" altLang="zh-CN" b="0" dirty="0">
                <a:solidFill>
                  <a:srgbClr val="4B69C6"/>
                </a:solidFill>
                <a:effectLst/>
                <a:latin typeface="+mj-lt"/>
              </a:rPr>
              <a:t>import</a:t>
            </a:r>
            <a:r>
              <a:rPr lang="en-US" altLang="zh-CN" b="0" dirty="0">
                <a:solidFill>
                  <a:srgbClr val="333333"/>
                </a:solidFill>
                <a:effectLst/>
                <a:latin typeface="+mj-lt"/>
              </a:rPr>
              <a:t> </a:t>
            </a:r>
            <a:r>
              <a:rPr lang="en-US" altLang="zh-CN" b="1" dirty="0" err="1">
                <a:solidFill>
                  <a:srgbClr val="7A3E9D"/>
                </a:solidFill>
                <a:effectLst/>
                <a:latin typeface="+mj-lt"/>
              </a:rPr>
              <a:t>numpy</a:t>
            </a:r>
            <a:r>
              <a:rPr lang="en-US" altLang="zh-CN" b="0" dirty="0">
                <a:solidFill>
                  <a:srgbClr val="333333"/>
                </a:solidFill>
                <a:effectLst/>
                <a:latin typeface="+mj-lt"/>
              </a:rPr>
              <a:t> </a:t>
            </a:r>
            <a:r>
              <a:rPr lang="en-US" altLang="zh-CN" b="0" dirty="0">
                <a:solidFill>
                  <a:srgbClr val="4B69C6"/>
                </a:solidFill>
                <a:effectLst/>
                <a:latin typeface="+mj-lt"/>
              </a:rPr>
              <a:t>as</a:t>
            </a:r>
            <a:r>
              <a:rPr lang="en-US" altLang="zh-CN" b="0" dirty="0">
                <a:solidFill>
                  <a:srgbClr val="333333"/>
                </a:solidFill>
                <a:effectLst/>
                <a:latin typeface="+mj-lt"/>
              </a:rPr>
              <a:t> </a:t>
            </a:r>
            <a:r>
              <a:rPr lang="en-US" altLang="zh-CN" b="1" dirty="0">
                <a:solidFill>
                  <a:srgbClr val="7A3E9D"/>
                </a:solidFill>
                <a:effectLst/>
                <a:latin typeface="+mj-lt"/>
              </a:rPr>
              <a:t>np</a:t>
            </a:r>
            <a:endParaRPr lang="en-US" altLang="zh-CN" b="0" dirty="0">
              <a:solidFill>
                <a:srgbClr val="333333"/>
              </a:solidFill>
              <a:effectLst/>
              <a:latin typeface="+mj-lt"/>
            </a:endParaRPr>
          </a:p>
          <a:p>
            <a:br>
              <a:rPr lang="en-US" altLang="zh-CN" b="0" dirty="0">
                <a:solidFill>
                  <a:srgbClr val="333333"/>
                </a:solidFill>
                <a:effectLst/>
                <a:latin typeface="+mj-lt"/>
              </a:rPr>
            </a:br>
            <a:r>
              <a:rPr lang="en-US" altLang="zh-CN" b="0" dirty="0">
                <a:solidFill>
                  <a:srgbClr val="7A3E9D"/>
                </a:solidFill>
                <a:effectLst/>
                <a:latin typeface="+mj-lt"/>
              </a:rPr>
              <a:t>data</a:t>
            </a:r>
            <a:r>
              <a:rPr lang="en-US" altLang="zh-CN" b="0" dirty="0">
                <a:solidFill>
                  <a:srgbClr val="333333"/>
                </a:solidFill>
                <a:effectLst/>
                <a:latin typeface="+mj-lt"/>
              </a:rPr>
              <a:t> </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1" dirty="0" err="1">
                <a:solidFill>
                  <a:srgbClr val="7A3E9D"/>
                </a:solidFill>
                <a:effectLst/>
                <a:latin typeface="+mj-lt"/>
              </a:rPr>
              <a:t>np</a:t>
            </a:r>
            <a:r>
              <a:rPr lang="en-US" altLang="zh-CN" b="0" dirty="0" err="1">
                <a:solidFill>
                  <a:srgbClr val="777777"/>
                </a:solidFill>
                <a:effectLst/>
                <a:latin typeface="+mj-lt"/>
              </a:rPr>
              <a:t>.</a:t>
            </a:r>
            <a:r>
              <a:rPr lang="en-US" altLang="zh-CN" b="1" dirty="0" err="1">
                <a:solidFill>
                  <a:srgbClr val="AA3731"/>
                </a:solidFill>
                <a:effectLst/>
                <a:latin typeface="+mj-lt"/>
              </a:rPr>
              <a:t>loadtxt</a:t>
            </a:r>
            <a:r>
              <a:rPr lang="en-US" altLang="zh-CN" b="0" dirty="0">
                <a:solidFill>
                  <a:srgbClr val="777777"/>
                </a:solidFill>
                <a:effectLst/>
                <a:latin typeface="+mj-lt"/>
              </a:rPr>
              <a:t>('</a:t>
            </a:r>
            <a:r>
              <a:rPr lang="en-US" altLang="zh-CN" b="0" dirty="0">
                <a:solidFill>
                  <a:srgbClr val="448C27"/>
                </a:solidFill>
                <a:effectLst/>
                <a:latin typeface="+mj-lt"/>
              </a:rPr>
              <a:t>score_num.csv</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1" dirty="0">
                <a:solidFill>
                  <a:srgbClr val="7A3E9D"/>
                </a:solidFill>
                <a:effectLst/>
                <a:latin typeface="+mj-lt"/>
              </a:rPr>
              <a:t>str</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7A3E9D"/>
                </a:solidFill>
                <a:effectLst/>
                <a:latin typeface="+mj-lt"/>
              </a:rPr>
              <a:t>delimiter</a:t>
            </a:r>
            <a:r>
              <a:rPr lang="en-US" altLang="zh-CN" b="0" dirty="0">
                <a:solidFill>
                  <a:srgbClr val="777777"/>
                </a:solidFill>
                <a:effectLst/>
                <a:latin typeface="+mj-lt"/>
              </a:rPr>
              <a:t>='</a:t>
            </a:r>
            <a:r>
              <a:rPr lang="en-US" altLang="zh-CN" b="0" dirty="0">
                <a:solidFill>
                  <a:srgbClr val="448C27"/>
                </a:solidFill>
                <a:effectLst/>
                <a:latin typeface="+mj-lt"/>
              </a:rPr>
              <a:t>,</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7A3E9D"/>
                </a:solidFill>
                <a:effectLst/>
                <a:latin typeface="+mj-lt"/>
              </a:rPr>
              <a:t>encoding</a:t>
            </a:r>
            <a:r>
              <a:rPr lang="en-US" altLang="zh-CN" b="0" dirty="0">
                <a:solidFill>
                  <a:srgbClr val="777777"/>
                </a:solidFill>
                <a:effectLst/>
                <a:latin typeface="+mj-lt"/>
              </a:rPr>
              <a:t>='</a:t>
            </a:r>
            <a:r>
              <a:rPr lang="en-US" altLang="zh-CN" b="0" dirty="0">
                <a:solidFill>
                  <a:srgbClr val="448C27"/>
                </a:solidFill>
                <a:effectLst/>
                <a:latin typeface="+mj-lt"/>
              </a:rPr>
              <a:t>utf-8</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AAAAAA"/>
                </a:solidFill>
                <a:effectLst/>
                <a:latin typeface="+mj-lt"/>
              </a:rPr>
              <a:t># </a:t>
            </a:r>
            <a:r>
              <a:rPr lang="zh-CN" altLang="en-US" b="0" dirty="0">
                <a:solidFill>
                  <a:srgbClr val="AAAAAA"/>
                </a:solidFill>
                <a:effectLst/>
                <a:latin typeface="+mj-lt"/>
              </a:rPr>
              <a:t>读文件到列表</a:t>
            </a:r>
            <a:endParaRPr lang="zh-CN" altLang="en-US" b="0" dirty="0">
              <a:solidFill>
                <a:srgbClr val="333333"/>
              </a:solidFill>
              <a:effectLst/>
              <a:latin typeface="+mj-lt"/>
            </a:endParaRPr>
          </a:p>
          <a:p>
            <a:r>
              <a:rPr lang="en-US" altLang="zh-CN" b="1" dirty="0">
                <a:solidFill>
                  <a:srgbClr val="AA3731"/>
                </a:solidFill>
                <a:effectLst/>
                <a:latin typeface="+mj-lt"/>
              </a:rPr>
              <a:t>print</a:t>
            </a:r>
            <a:r>
              <a:rPr lang="en-US" altLang="zh-CN" b="0" dirty="0">
                <a:solidFill>
                  <a:srgbClr val="777777"/>
                </a:solidFill>
                <a:effectLst/>
                <a:latin typeface="+mj-lt"/>
              </a:rPr>
              <a:t>(</a:t>
            </a:r>
            <a:r>
              <a:rPr lang="en-US" altLang="zh-CN" b="0" dirty="0">
                <a:solidFill>
                  <a:srgbClr val="7A3E9D"/>
                </a:solidFill>
                <a:effectLst/>
                <a:latin typeface="+mj-lt"/>
              </a:rPr>
              <a:t>data</a:t>
            </a:r>
            <a:r>
              <a:rPr lang="en-US" altLang="zh-CN" b="0" dirty="0">
                <a:solidFill>
                  <a:srgbClr val="777777"/>
                </a:solidFill>
                <a:effectLst/>
                <a:latin typeface="+mj-lt"/>
              </a:rPr>
              <a:t>)</a:t>
            </a:r>
            <a:endParaRPr lang="en-US" altLang="zh-CN" b="0" dirty="0">
              <a:solidFill>
                <a:srgbClr val="333333"/>
              </a:solidFill>
              <a:effectLst/>
              <a:latin typeface="+mj-lt"/>
            </a:endParaRPr>
          </a:p>
        </p:txBody>
      </p:sp>
      <p:sp>
        <p:nvSpPr>
          <p:cNvPr id="2" name="内容占位符 1"/>
          <p:cNvSpPr txBox="1"/>
          <p:nvPr/>
        </p:nvSpPr>
        <p:spPr>
          <a:xfrm>
            <a:off x="688044" y="1459454"/>
            <a:ext cx="10815912" cy="1665562"/>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25000"/>
              </a:lnSpc>
              <a:buClr>
                <a:sysClr val="windowText" lastClr="000000"/>
              </a:buClr>
            </a:pPr>
            <a:r>
              <a:rPr lang="zh-CN" altLang="en-US" sz="2400" dirty="0">
                <a:solidFill>
                  <a:sysClr val="windowText" lastClr="000000"/>
                </a:solidFill>
                <a:latin typeface="微软雅黑" panose="020B0503020204020204" pitchFamily="34" charset="-122"/>
                <a:ea typeface="微软雅黑" panose="020B0503020204020204" pitchFamily="34" charset="-122"/>
              </a:rPr>
              <a:t>观察文件内容，发现每一行数据的数量都相同，没有缺失数据，可以利用 </a:t>
            </a:r>
            <a:r>
              <a:rPr lang="en-US" altLang="zh-CN" sz="2400" b="1" dirty="0" err="1">
                <a:solidFill>
                  <a:schemeClr val="accent2"/>
                </a:solidFill>
                <a:latin typeface="微软雅黑" panose="020B0503020204020204" pitchFamily="34" charset="-122"/>
                <a:ea typeface="微软雅黑" panose="020B0503020204020204" pitchFamily="34" charset="-122"/>
              </a:rPr>
              <a:t>loadtxt</a:t>
            </a:r>
            <a:r>
              <a:rPr lang="en-US" altLang="zh-CN" sz="2400" b="1" dirty="0">
                <a:solidFill>
                  <a:schemeClr val="accent2"/>
                </a:solidFill>
                <a:latin typeface="微软雅黑" panose="020B0503020204020204" pitchFamily="34" charset="-122"/>
                <a:ea typeface="微软雅黑" panose="020B0503020204020204" pitchFamily="34" charset="-122"/>
              </a:rPr>
              <a:t>() </a:t>
            </a:r>
            <a:r>
              <a:rPr lang="zh-CN" altLang="en-US" sz="2400" dirty="0">
                <a:solidFill>
                  <a:sysClr val="windowText" lastClr="000000"/>
                </a:solidFill>
                <a:latin typeface="微软雅黑" panose="020B0503020204020204" pitchFamily="34" charset="-122"/>
                <a:ea typeface="微软雅黑" panose="020B0503020204020204" pitchFamily="34" charset="-122"/>
              </a:rPr>
              <a:t>函数完成对其的读写：</a:t>
            </a:r>
            <a:endParaRPr lang="zh-CN" altLang="en-US" sz="2400" dirty="0">
              <a:solidFill>
                <a:sysClr val="windowText" lastClr="000000"/>
              </a:solidFill>
              <a:latin typeface="微软雅黑" panose="020B0503020204020204" pitchFamily="34" charset="-122"/>
              <a:ea typeface="微软雅黑" panose="020B0503020204020204" pitchFamily="34" charset="-122"/>
            </a:endParaRPr>
          </a:p>
          <a:p>
            <a:pPr marL="457200" indent="-457200">
              <a:lnSpc>
                <a:spcPct val="125000"/>
              </a:lnSpc>
              <a:buClr>
                <a:sysClr val="windowText" lastClr="000000"/>
              </a:buClr>
              <a:buFont typeface="+mj-lt"/>
              <a:buAutoNum type="arabicPeriod"/>
            </a:pPr>
            <a:r>
              <a:rPr lang="zh-CN" altLang="en-US" sz="2400" dirty="0">
                <a:solidFill>
                  <a:sysClr val="windowText" lastClr="000000"/>
                </a:solidFill>
                <a:latin typeface="微软雅黑" panose="020B0503020204020204" pitchFamily="34" charset="-122"/>
                <a:ea typeface="微软雅黑" panose="020B0503020204020204" pitchFamily="34" charset="-122"/>
              </a:rPr>
              <a:t>数据以字符串形式输出，分隔符为逗号，指明编码类型为 </a:t>
            </a:r>
            <a:r>
              <a:rPr lang="en-US" altLang="zh-CN" sz="2400" dirty="0">
                <a:solidFill>
                  <a:sysClr val="windowText" lastClr="000000"/>
                </a:solidFill>
                <a:latin typeface="微软雅黑" panose="020B0503020204020204" pitchFamily="34" charset="-122"/>
                <a:ea typeface="微软雅黑" panose="020B0503020204020204" pitchFamily="34" charset="-122"/>
              </a:rPr>
              <a:t>'utf-8'</a:t>
            </a:r>
            <a:r>
              <a:rPr lang="zh-CN" altLang="en-US" sz="2400" dirty="0">
                <a:solidFill>
                  <a:sysClr val="windowText" lastClr="000000"/>
                </a:solidFill>
                <a:latin typeface="微软雅黑" panose="020B0503020204020204" pitchFamily="34" charset="-122"/>
                <a:ea typeface="微软雅黑" panose="020B0503020204020204" pitchFamily="34" charset="-122"/>
              </a:rPr>
              <a:t>：</a:t>
            </a:r>
            <a:endParaRPr lang="zh-CN" altLang="en-US" sz="2400" dirty="0">
              <a:solidFill>
                <a:sysClr val="windowText" lastClr="00000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688044" y="3078481"/>
            <a:ext cx="10815912" cy="3251200"/>
          </a:xfrm>
          <a:prstGeom prst="roundRect">
            <a:avLst>
              <a:gd name="adj" fmla="val 5518"/>
            </a:avLst>
          </a:prstGeom>
          <a:solidFill>
            <a:srgbClr val="0070C0"/>
          </a:solidFill>
          <a:ln>
            <a:solidFill>
              <a:schemeClr val="bg1"/>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nchorCtr="0"/>
          <a:lstStyle>
            <a:defPPr>
              <a:defRPr lang="zh-CN"/>
            </a:defPPr>
            <a:lvl1pPr>
              <a:defRPr sz="24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25000"/>
              </a:lnSpc>
              <a:spcBef>
                <a:spcPts val="50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输出：</a:t>
            </a:r>
            <a:endParaRPr kumimoji="0" lang="en-US" altLang="zh-CN"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lvl="0">
              <a:lnSpc>
                <a:spcPct val="125000"/>
              </a:lnSpc>
              <a:spcBef>
                <a:spcPts val="500"/>
              </a:spcBef>
              <a:defRPr/>
            </a:pPr>
            <a:r>
              <a:rPr lang="en-US" altLang="zh-CN" sz="2000" b="1" dirty="0">
                <a:solidFill>
                  <a:prstClr val="white"/>
                </a:solidFill>
                <a:latin typeface="微软雅黑" panose="020B0503020204020204" pitchFamily="34" charset="-122"/>
                <a:ea typeface="微软雅黑" panose="020B0503020204020204" pitchFamily="34" charset="-122"/>
              </a:rPr>
              <a:t>[['</a:t>
            </a:r>
            <a:r>
              <a:rPr lang="zh-CN" altLang="en-US" sz="2000" b="1" dirty="0">
                <a:solidFill>
                  <a:prstClr val="white"/>
                </a:solidFill>
                <a:latin typeface="微软雅黑" panose="020B0503020204020204" pitchFamily="34" charset="-122"/>
                <a:ea typeface="微软雅黑" panose="020B0503020204020204" pitchFamily="34" charset="-122"/>
              </a:rPr>
              <a:t>姓名</a:t>
            </a:r>
            <a:r>
              <a:rPr lang="en-US" altLang="zh-CN" sz="2000" b="1" dirty="0">
                <a:solidFill>
                  <a:prstClr val="white"/>
                </a:solidFill>
                <a:latin typeface="微软雅黑" panose="020B0503020204020204" pitchFamily="34" charset="-122"/>
                <a:ea typeface="微软雅黑" panose="020B0503020204020204" pitchFamily="34" charset="-122"/>
              </a:rPr>
              <a:t>' '</a:t>
            </a:r>
            <a:r>
              <a:rPr lang="zh-CN" altLang="en-US" sz="2000" b="1" dirty="0">
                <a:solidFill>
                  <a:prstClr val="white"/>
                </a:solidFill>
                <a:latin typeface="微软雅黑" panose="020B0503020204020204" pitchFamily="34" charset="-122"/>
                <a:ea typeface="微软雅黑" panose="020B0503020204020204" pitchFamily="34" charset="-122"/>
              </a:rPr>
              <a:t>学号</a:t>
            </a:r>
            <a:r>
              <a:rPr lang="en-US" altLang="zh-CN" sz="2000" b="1" dirty="0">
                <a:solidFill>
                  <a:prstClr val="white"/>
                </a:solidFill>
                <a:latin typeface="微软雅黑" panose="020B0503020204020204" pitchFamily="34" charset="-122"/>
                <a:ea typeface="微软雅黑" panose="020B0503020204020204" pitchFamily="34" charset="-122"/>
              </a:rPr>
              <a:t>' 'C</a:t>
            </a:r>
            <a:r>
              <a:rPr lang="zh-CN" altLang="en-US" sz="2000" b="1" dirty="0">
                <a:solidFill>
                  <a:prstClr val="white"/>
                </a:solidFill>
                <a:latin typeface="微软雅黑" panose="020B0503020204020204" pitchFamily="34" charset="-122"/>
                <a:ea typeface="微软雅黑" panose="020B0503020204020204" pitchFamily="34" charset="-122"/>
              </a:rPr>
              <a:t>语言</a:t>
            </a:r>
            <a:r>
              <a:rPr lang="en-US" altLang="zh-CN" sz="2000" b="1" dirty="0">
                <a:solidFill>
                  <a:prstClr val="white"/>
                </a:solidFill>
                <a:latin typeface="微软雅黑" panose="020B0503020204020204" pitchFamily="34" charset="-122"/>
                <a:ea typeface="微软雅黑" panose="020B0503020204020204" pitchFamily="34" charset="-122"/>
              </a:rPr>
              <a:t>' 'Java' 'Python' 'VB' 'C++' '</a:t>
            </a:r>
            <a:r>
              <a:rPr lang="zh-CN" altLang="en-US" sz="2000" b="1" dirty="0">
                <a:solidFill>
                  <a:prstClr val="white"/>
                </a:solidFill>
                <a:latin typeface="微软雅黑" panose="020B0503020204020204" pitchFamily="34" charset="-122"/>
                <a:ea typeface="微软雅黑" panose="020B0503020204020204" pitchFamily="34" charset="-122"/>
              </a:rPr>
              <a:t>总分</a:t>
            </a:r>
            <a:r>
              <a:rPr lang="en-US" altLang="zh-CN" sz="2000" b="1" dirty="0">
                <a:solidFill>
                  <a:prstClr val="white"/>
                </a:solidFill>
                <a:latin typeface="微软雅黑" panose="020B0503020204020204" pitchFamily="34" charset="-122"/>
                <a:ea typeface="微软雅黑" panose="020B0503020204020204" pitchFamily="34" charset="-122"/>
              </a:rPr>
              <a:t>'] </a:t>
            </a:r>
            <a:endParaRPr lang="en-US" altLang="zh-CN" sz="2000" b="1" dirty="0">
              <a:solidFill>
                <a:prstClr val="white"/>
              </a:solidFill>
              <a:latin typeface="微软雅黑" panose="020B0503020204020204" pitchFamily="34" charset="-122"/>
              <a:ea typeface="微软雅黑" panose="020B0503020204020204" pitchFamily="34" charset="-122"/>
            </a:endParaRPr>
          </a:p>
          <a:p>
            <a:pPr lvl="0">
              <a:lnSpc>
                <a:spcPct val="125000"/>
              </a:lnSpc>
              <a:spcBef>
                <a:spcPts val="500"/>
              </a:spcBef>
              <a:defRPr/>
            </a:pPr>
            <a:r>
              <a:rPr lang="en-US" altLang="zh-CN" sz="2000" b="1" dirty="0">
                <a:solidFill>
                  <a:prstClr val="white"/>
                </a:solidFill>
                <a:latin typeface="微软雅黑" panose="020B0503020204020204" pitchFamily="34" charset="-122"/>
                <a:ea typeface="微软雅黑" panose="020B0503020204020204" pitchFamily="34" charset="-122"/>
              </a:rPr>
              <a:t> ['</a:t>
            </a:r>
            <a:r>
              <a:rPr lang="zh-CN" altLang="en-US" sz="2000" b="1" dirty="0">
                <a:solidFill>
                  <a:prstClr val="white"/>
                </a:solidFill>
                <a:latin typeface="微软雅黑" panose="020B0503020204020204" pitchFamily="34" charset="-122"/>
                <a:ea typeface="微软雅黑" panose="020B0503020204020204" pitchFamily="34" charset="-122"/>
              </a:rPr>
              <a:t>朱佳</a:t>
            </a:r>
            <a:r>
              <a:rPr lang="en-US" altLang="zh-CN" sz="2000" b="1" dirty="0">
                <a:solidFill>
                  <a:prstClr val="white"/>
                </a:solidFill>
                <a:latin typeface="微软雅黑" panose="020B0503020204020204" pitchFamily="34" charset="-122"/>
                <a:ea typeface="微软雅黑" panose="020B0503020204020204" pitchFamily="34" charset="-122"/>
              </a:rPr>
              <a:t>' '0121701100511' '75' '93' '66' '85' '88' '407'] </a:t>
            </a:r>
            <a:endParaRPr lang="en-US" altLang="zh-CN" sz="2000" b="1" dirty="0">
              <a:solidFill>
                <a:prstClr val="white"/>
              </a:solidFill>
              <a:latin typeface="微软雅黑" panose="020B0503020204020204" pitchFamily="34" charset="-122"/>
              <a:ea typeface="微软雅黑" panose="020B0503020204020204" pitchFamily="34" charset="-122"/>
            </a:endParaRPr>
          </a:p>
          <a:p>
            <a:pPr lvl="0">
              <a:lnSpc>
                <a:spcPct val="125000"/>
              </a:lnSpc>
              <a:spcBef>
                <a:spcPts val="500"/>
              </a:spcBef>
              <a:defRPr/>
            </a:pPr>
            <a:r>
              <a:rPr lang="en-US" altLang="zh-CN" sz="2000" b="1" dirty="0">
                <a:solidFill>
                  <a:prstClr val="white"/>
                </a:solidFill>
                <a:latin typeface="微软雅黑" panose="020B0503020204020204" pitchFamily="34" charset="-122"/>
                <a:ea typeface="微软雅黑" panose="020B0503020204020204" pitchFamily="34" charset="-122"/>
              </a:rPr>
              <a:t> ['</a:t>
            </a:r>
            <a:r>
              <a:rPr lang="zh-CN" altLang="en-US" sz="2000" b="1" dirty="0">
                <a:solidFill>
                  <a:prstClr val="white"/>
                </a:solidFill>
                <a:latin typeface="微软雅黑" panose="020B0503020204020204" pitchFamily="34" charset="-122"/>
                <a:ea typeface="微软雅黑" panose="020B0503020204020204" pitchFamily="34" charset="-122"/>
              </a:rPr>
              <a:t>李思</a:t>
            </a:r>
            <a:r>
              <a:rPr lang="en-US" altLang="zh-CN" sz="2000" b="1" dirty="0">
                <a:solidFill>
                  <a:prstClr val="white"/>
                </a:solidFill>
                <a:latin typeface="微软雅黑" panose="020B0503020204020204" pitchFamily="34" charset="-122"/>
                <a:ea typeface="微软雅黑" panose="020B0503020204020204" pitchFamily="34" charset="-122"/>
              </a:rPr>
              <a:t>' '0121701100513' '86' '76' '96' '93' '67' '418'] </a:t>
            </a:r>
            <a:endParaRPr lang="en-US" altLang="zh-CN" sz="2000" b="1" dirty="0">
              <a:solidFill>
                <a:prstClr val="white"/>
              </a:solidFill>
              <a:latin typeface="微软雅黑" panose="020B0503020204020204" pitchFamily="34" charset="-122"/>
              <a:ea typeface="微软雅黑" panose="020B0503020204020204" pitchFamily="34" charset="-122"/>
            </a:endParaRPr>
          </a:p>
          <a:p>
            <a:pPr lvl="0">
              <a:lnSpc>
                <a:spcPct val="125000"/>
              </a:lnSpc>
              <a:spcBef>
                <a:spcPts val="500"/>
              </a:spcBef>
              <a:defRPr/>
            </a:pPr>
            <a:r>
              <a:rPr lang="en-US" altLang="zh-CN" sz="2000" b="1" dirty="0">
                <a:solidFill>
                  <a:prstClr val="white"/>
                </a:solidFill>
                <a:latin typeface="微软雅黑" panose="020B0503020204020204" pitchFamily="34" charset="-122"/>
                <a:ea typeface="微软雅黑" panose="020B0503020204020204" pitchFamily="34" charset="-122"/>
              </a:rPr>
              <a:t> ['</a:t>
            </a:r>
            <a:r>
              <a:rPr lang="zh-CN" altLang="en-US" sz="2000" b="1" dirty="0">
                <a:solidFill>
                  <a:prstClr val="white"/>
                </a:solidFill>
                <a:latin typeface="微软雅黑" panose="020B0503020204020204" pitchFamily="34" charset="-122"/>
                <a:ea typeface="微软雅黑" panose="020B0503020204020204" pitchFamily="34" charset="-122"/>
              </a:rPr>
              <a:t>郑君</a:t>
            </a:r>
            <a:r>
              <a:rPr lang="en-US" altLang="zh-CN" sz="2000" b="1" dirty="0">
                <a:solidFill>
                  <a:prstClr val="white"/>
                </a:solidFill>
                <a:latin typeface="微软雅黑" panose="020B0503020204020204" pitchFamily="34" charset="-122"/>
                <a:ea typeface="微软雅黑" panose="020B0503020204020204" pitchFamily="34" charset="-122"/>
              </a:rPr>
              <a:t>' '0121701100514' '88' '98' '76' '90' '89' '441'] </a:t>
            </a:r>
            <a:endParaRPr lang="en-US" altLang="zh-CN" sz="2000" b="1" dirty="0">
              <a:solidFill>
                <a:prstClr val="white"/>
              </a:solidFill>
              <a:latin typeface="微软雅黑" panose="020B0503020204020204" pitchFamily="34" charset="-122"/>
              <a:ea typeface="微软雅黑" panose="020B0503020204020204" pitchFamily="34" charset="-122"/>
            </a:endParaRPr>
          </a:p>
          <a:p>
            <a:pPr lvl="0">
              <a:lnSpc>
                <a:spcPct val="125000"/>
              </a:lnSpc>
              <a:spcBef>
                <a:spcPts val="500"/>
              </a:spcBef>
              <a:defRPr/>
            </a:pPr>
            <a:r>
              <a:rPr lang="en-US" altLang="zh-CN" sz="2000" b="1" dirty="0">
                <a:solidFill>
                  <a:prstClr val="white"/>
                </a:solidFill>
                <a:latin typeface="微软雅黑" panose="020B0503020204020204" pitchFamily="34" charset="-122"/>
                <a:ea typeface="微软雅黑" panose="020B0503020204020204" pitchFamily="34" charset="-122"/>
              </a:rPr>
              <a:t> ['</a:t>
            </a:r>
            <a:r>
              <a:rPr lang="zh-CN" altLang="en-US" sz="2000" b="1" dirty="0">
                <a:solidFill>
                  <a:prstClr val="white"/>
                </a:solidFill>
                <a:latin typeface="微软雅黑" panose="020B0503020204020204" pitchFamily="34" charset="-122"/>
                <a:ea typeface="微软雅黑" panose="020B0503020204020204" pitchFamily="34" charset="-122"/>
              </a:rPr>
              <a:t>王雪</a:t>
            </a:r>
            <a:r>
              <a:rPr lang="en-US" altLang="zh-CN" sz="2000" b="1" dirty="0">
                <a:solidFill>
                  <a:prstClr val="white"/>
                </a:solidFill>
                <a:latin typeface="微软雅黑" panose="020B0503020204020204" pitchFamily="34" charset="-122"/>
                <a:ea typeface="微软雅黑" panose="020B0503020204020204" pitchFamily="34" charset="-122"/>
              </a:rPr>
              <a:t>' '0121701100515' '99' '96' '91' '88' '86' '460']  </a:t>
            </a:r>
            <a:endParaRPr lang="en-US" altLang="zh-CN" sz="2000" b="1" dirty="0">
              <a:solidFill>
                <a:prstClr val="white"/>
              </a:solidFill>
              <a:latin typeface="微软雅黑" panose="020B0503020204020204" pitchFamily="34" charset="-122"/>
              <a:ea typeface="微软雅黑" panose="020B0503020204020204" pitchFamily="34" charset="-122"/>
            </a:endParaRPr>
          </a:p>
          <a:p>
            <a:pPr lvl="0">
              <a:lnSpc>
                <a:spcPct val="125000"/>
              </a:lnSpc>
              <a:spcBef>
                <a:spcPts val="500"/>
              </a:spcBef>
              <a:defRPr/>
            </a:pPr>
            <a:r>
              <a:rPr lang="en-US" altLang="zh-CN" sz="2000" b="1" dirty="0">
                <a:solidFill>
                  <a:prstClr val="white"/>
                </a:solidFill>
                <a:latin typeface="微软雅黑" panose="020B0503020204020204" pitchFamily="34" charset="-122"/>
                <a:ea typeface="微软雅黑" panose="020B0503020204020204" pitchFamily="34" charset="-122"/>
              </a:rPr>
              <a:t> ['</a:t>
            </a:r>
            <a:r>
              <a:rPr lang="zh-CN" altLang="en-US" sz="2000" b="1" dirty="0">
                <a:solidFill>
                  <a:prstClr val="white"/>
                </a:solidFill>
                <a:latin typeface="微软雅黑" panose="020B0503020204020204" pitchFamily="34" charset="-122"/>
                <a:ea typeface="微软雅黑" panose="020B0503020204020204" pitchFamily="34" charset="-122"/>
              </a:rPr>
              <a:t>罗明</a:t>
            </a:r>
            <a:r>
              <a:rPr lang="en-US" altLang="zh-CN" sz="2000" b="1" dirty="0">
                <a:solidFill>
                  <a:prstClr val="white"/>
                </a:solidFill>
                <a:latin typeface="微软雅黑" panose="020B0503020204020204" pitchFamily="34" charset="-122"/>
                <a:ea typeface="微软雅黑" panose="020B0503020204020204" pitchFamily="34" charset="-122"/>
              </a:rPr>
              <a:t>' '0121701100510' '95' '96' '85' '63' '91' '430']]</a:t>
            </a:r>
            <a:endParaRPr lang="en-US" altLang="zh-CN" sz="2000" b="1" dirty="0">
              <a:solidFill>
                <a:prstClr val="white"/>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250"/>
                                        <p:tgtEl>
                                          <p:spTgt spid="2">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bg/>
                                          </p:spTgt>
                                        </p:tgtEl>
                                        <p:attrNameLst>
                                          <p:attrName>style.visibility</p:attrName>
                                        </p:attrNameLst>
                                      </p:cBhvr>
                                      <p:to>
                                        <p:strVal val="visible"/>
                                      </p:to>
                                    </p:set>
                                    <p:animEffect transition="in" filter="fade">
                                      <p:cBhvr>
                                        <p:cTn id="10" dur="250"/>
                                        <p:tgtEl>
                                          <p:spTgt spid="4">
                                            <p:bg/>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Effect transition="in" filter="fade">
                                      <p:cBhvr>
                                        <p:cTn id="13" dur="250"/>
                                        <p:tgtEl>
                                          <p:spTgt spid="4">
                                            <p:txEl>
                                              <p:pRg st="0" end="0"/>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
                                            <p:txEl>
                                              <p:pRg st="1" end="1"/>
                                            </p:txEl>
                                          </p:spTgt>
                                        </p:tgtEl>
                                        <p:attrNameLst>
                                          <p:attrName>style.visibility</p:attrName>
                                        </p:attrNameLst>
                                      </p:cBhvr>
                                      <p:to>
                                        <p:strVal val="visible"/>
                                      </p:to>
                                    </p:set>
                                    <p:animEffect transition="in" filter="fade">
                                      <p:cBhvr>
                                        <p:cTn id="16" dur="250"/>
                                        <p:tgtEl>
                                          <p:spTgt spid="4">
                                            <p:txEl>
                                              <p:pRg st="1" end="1"/>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Effect transition="in" filter="fade">
                                      <p:cBhvr>
                                        <p:cTn id="19" dur="250"/>
                                        <p:tgtEl>
                                          <p:spTgt spid="4">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fade">
                                      <p:cBhvr>
                                        <p:cTn id="24" dur="2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build="p"/>
      <p:bldP spid="3" grpId="0" animBg="1"/>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7.6 </a:t>
            </a:r>
            <a:r>
              <a:rPr lang="zh-CN" altLang="en-US" dirty="0"/>
              <a:t>利用 </a:t>
            </a:r>
            <a:r>
              <a:rPr lang="en-US" altLang="zh-CN" dirty="0"/>
              <a:t>NumPy </a:t>
            </a:r>
            <a:r>
              <a:rPr lang="zh-CN" altLang="en-US" dirty="0"/>
              <a:t>读写数据文件</a:t>
            </a:r>
            <a:endParaRPr lang="zh-CN" altLang="en-US" dirty="0"/>
          </a:p>
        </p:txBody>
      </p:sp>
      <p:sp>
        <p:nvSpPr>
          <p:cNvPr id="7" name="内容占位符 6"/>
          <p:cNvSpPr>
            <a:spLocks noGrp="1"/>
          </p:cNvSpPr>
          <p:nvPr>
            <p:ph sz="quarter" idx="14"/>
          </p:nvPr>
        </p:nvSpPr>
        <p:spPr/>
        <p:txBody>
          <a:bodyPr/>
          <a:lstStyle/>
          <a:p>
            <a:r>
              <a:rPr lang="zh-CN" altLang="en-US" dirty="0"/>
              <a:t>实例 </a:t>
            </a:r>
            <a:endParaRPr lang="zh-CN" altLang="en-US" dirty="0"/>
          </a:p>
        </p:txBody>
      </p:sp>
      <p:sp>
        <p:nvSpPr>
          <p:cNvPr id="9" name="内容占位符 3"/>
          <p:cNvSpPr txBox="1"/>
          <p:nvPr/>
        </p:nvSpPr>
        <p:spPr>
          <a:xfrm>
            <a:off x="688044" y="1859280"/>
            <a:ext cx="10815912" cy="2519680"/>
          </a:xfrm>
          <a:prstGeom prst="roundRect">
            <a:avLst>
              <a:gd name="adj" fmla="val 15948"/>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b="0" dirty="0">
                <a:solidFill>
                  <a:srgbClr val="4B69C6"/>
                </a:solidFill>
                <a:effectLst/>
                <a:latin typeface="+mj-lt"/>
              </a:rPr>
              <a:t>import</a:t>
            </a:r>
            <a:r>
              <a:rPr lang="en-US" altLang="zh-CN" b="0" dirty="0">
                <a:solidFill>
                  <a:srgbClr val="333333"/>
                </a:solidFill>
                <a:effectLst/>
                <a:latin typeface="+mj-lt"/>
              </a:rPr>
              <a:t> </a:t>
            </a:r>
            <a:r>
              <a:rPr lang="en-US" altLang="zh-CN" b="1" dirty="0" err="1">
                <a:solidFill>
                  <a:srgbClr val="7A3E9D"/>
                </a:solidFill>
                <a:effectLst/>
                <a:latin typeface="+mj-lt"/>
              </a:rPr>
              <a:t>numpy</a:t>
            </a:r>
            <a:r>
              <a:rPr lang="en-US" altLang="zh-CN" b="0" dirty="0">
                <a:solidFill>
                  <a:srgbClr val="333333"/>
                </a:solidFill>
                <a:effectLst/>
                <a:latin typeface="+mj-lt"/>
              </a:rPr>
              <a:t> </a:t>
            </a:r>
            <a:r>
              <a:rPr lang="en-US" altLang="zh-CN" b="0" dirty="0">
                <a:solidFill>
                  <a:srgbClr val="4B69C6"/>
                </a:solidFill>
                <a:effectLst/>
                <a:latin typeface="+mj-lt"/>
              </a:rPr>
              <a:t>as</a:t>
            </a:r>
            <a:r>
              <a:rPr lang="en-US" altLang="zh-CN" b="0" dirty="0">
                <a:solidFill>
                  <a:srgbClr val="333333"/>
                </a:solidFill>
                <a:effectLst/>
                <a:latin typeface="+mj-lt"/>
              </a:rPr>
              <a:t> </a:t>
            </a:r>
            <a:r>
              <a:rPr lang="en-US" altLang="zh-CN" b="1" dirty="0">
                <a:solidFill>
                  <a:srgbClr val="7A3E9D"/>
                </a:solidFill>
                <a:effectLst/>
                <a:latin typeface="+mj-lt"/>
              </a:rPr>
              <a:t>np</a:t>
            </a:r>
            <a:endParaRPr lang="en-US" altLang="zh-CN" b="0" dirty="0">
              <a:solidFill>
                <a:srgbClr val="333333"/>
              </a:solidFill>
              <a:effectLst/>
              <a:latin typeface="+mj-lt"/>
            </a:endParaRPr>
          </a:p>
          <a:p>
            <a:r>
              <a:rPr lang="en-US" altLang="zh-CN" b="0" dirty="0">
                <a:solidFill>
                  <a:srgbClr val="333333"/>
                </a:solidFill>
                <a:effectLst/>
                <a:latin typeface="+mj-lt"/>
              </a:rPr>
              <a:t> </a:t>
            </a:r>
            <a:endParaRPr lang="en-US" altLang="zh-CN" b="0" dirty="0">
              <a:solidFill>
                <a:srgbClr val="333333"/>
              </a:solidFill>
              <a:effectLst/>
              <a:latin typeface="+mj-lt"/>
            </a:endParaRPr>
          </a:p>
          <a:p>
            <a:r>
              <a:rPr lang="en-US" altLang="zh-CN" b="0" dirty="0">
                <a:solidFill>
                  <a:srgbClr val="7A3E9D"/>
                </a:solidFill>
                <a:effectLst/>
                <a:latin typeface="+mj-lt"/>
              </a:rPr>
              <a:t>data</a:t>
            </a:r>
            <a:r>
              <a:rPr lang="en-US" altLang="zh-CN" b="0" dirty="0">
                <a:solidFill>
                  <a:srgbClr val="333333"/>
                </a:solidFill>
                <a:effectLst/>
                <a:latin typeface="+mj-lt"/>
              </a:rPr>
              <a:t> </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1" dirty="0" err="1">
                <a:solidFill>
                  <a:srgbClr val="7A3E9D"/>
                </a:solidFill>
                <a:effectLst/>
                <a:latin typeface="+mj-lt"/>
              </a:rPr>
              <a:t>np</a:t>
            </a:r>
            <a:r>
              <a:rPr lang="en-US" altLang="zh-CN" b="0" dirty="0" err="1">
                <a:solidFill>
                  <a:srgbClr val="777777"/>
                </a:solidFill>
                <a:effectLst/>
                <a:latin typeface="+mj-lt"/>
              </a:rPr>
              <a:t>.</a:t>
            </a:r>
            <a:r>
              <a:rPr lang="en-US" altLang="zh-CN" b="1" dirty="0" err="1">
                <a:solidFill>
                  <a:srgbClr val="AA3731"/>
                </a:solidFill>
                <a:effectLst/>
                <a:latin typeface="+mj-lt"/>
              </a:rPr>
              <a:t>loadtxt</a:t>
            </a:r>
            <a:r>
              <a:rPr lang="en-US" altLang="zh-CN" b="0" dirty="0">
                <a:solidFill>
                  <a:srgbClr val="777777"/>
                </a:solidFill>
                <a:effectLst/>
                <a:latin typeface="+mj-lt"/>
              </a:rPr>
              <a:t>('</a:t>
            </a:r>
            <a:r>
              <a:rPr lang="en-US" altLang="zh-CN" b="0" dirty="0" err="1">
                <a:solidFill>
                  <a:srgbClr val="448C27"/>
                </a:solidFill>
                <a:effectLst/>
                <a:latin typeface="+mj-lt"/>
              </a:rPr>
              <a:t>score_num.csv</a:t>
            </a:r>
            <a:r>
              <a:rPr lang="en-US" altLang="zh-CN" b="0" dirty="0" err="1">
                <a:solidFill>
                  <a:srgbClr val="777777"/>
                </a:solidFill>
                <a:effectLst/>
                <a:latin typeface="+mj-lt"/>
              </a:rPr>
              <a:t>',</a:t>
            </a:r>
            <a:r>
              <a:rPr lang="en-US" altLang="zh-CN" b="1" dirty="0" err="1">
                <a:solidFill>
                  <a:srgbClr val="7A3E9D"/>
                </a:solidFill>
                <a:effectLst/>
                <a:latin typeface="+mj-lt"/>
              </a:rPr>
              <a:t>str</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7A3E9D"/>
                </a:solidFill>
                <a:effectLst/>
                <a:latin typeface="+mj-lt"/>
              </a:rPr>
              <a:t>usecols</a:t>
            </a:r>
            <a:r>
              <a:rPr lang="en-US" altLang="zh-CN" b="0" dirty="0">
                <a:solidFill>
                  <a:srgbClr val="777777"/>
                </a:solidFill>
                <a:effectLst/>
                <a:latin typeface="+mj-lt"/>
              </a:rPr>
              <a:t>=(</a:t>
            </a:r>
            <a:r>
              <a:rPr lang="en-US" altLang="zh-CN" b="0" dirty="0">
                <a:solidFill>
                  <a:srgbClr val="9C5D27"/>
                </a:solidFill>
                <a:effectLst/>
                <a:latin typeface="+mj-lt"/>
              </a:rPr>
              <a:t>0</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9C5D27"/>
                </a:solidFill>
                <a:effectLst/>
                <a:latin typeface="+mj-lt"/>
              </a:rPr>
              <a:t>2</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9C5D27"/>
                </a:solidFill>
                <a:effectLst/>
                <a:latin typeface="+mj-lt"/>
              </a:rPr>
              <a:t>3</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9C5D27"/>
                </a:solidFill>
                <a:effectLst/>
                <a:latin typeface="+mj-lt"/>
              </a:rPr>
              <a:t>4</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9C5D27"/>
                </a:solidFill>
                <a:effectLst/>
                <a:latin typeface="+mj-lt"/>
              </a:rPr>
              <a:t>5</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9C5D27"/>
                </a:solidFill>
                <a:effectLst/>
                <a:latin typeface="+mj-lt"/>
              </a:rPr>
              <a:t>6</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7A3E9D"/>
                </a:solidFill>
                <a:effectLst/>
                <a:latin typeface="+mj-lt"/>
              </a:rPr>
              <a:t>delimiter</a:t>
            </a:r>
            <a:r>
              <a:rPr lang="en-US" altLang="zh-CN" b="0" dirty="0">
                <a:solidFill>
                  <a:srgbClr val="777777"/>
                </a:solidFill>
                <a:effectLst/>
                <a:latin typeface="+mj-lt"/>
              </a:rPr>
              <a:t>='</a:t>
            </a:r>
            <a:r>
              <a:rPr lang="en-US" altLang="zh-CN" b="0" dirty="0">
                <a:solidFill>
                  <a:srgbClr val="448C27"/>
                </a:solidFill>
                <a:effectLst/>
                <a:latin typeface="+mj-lt"/>
              </a:rPr>
              <a:t>,</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7A3E9D"/>
                </a:solidFill>
                <a:effectLst/>
                <a:latin typeface="+mj-lt"/>
              </a:rPr>
              <a:t>encoding</a:t>
            </a:r>
            <a:r>
              <a:rPr lang="en-US" altLang="zh-CN" b="0" dirty="0">
                <a:solidFill>
                  <a:srgbClr val="777777"/>
                </a:solidFill>
                <a:effectLst/>
                <a:latin typeface="+mj-lt"/>
              </a:rPr>
              <a:t>='</a:t>
            </a:r>
            <a:r>
              <a:rPr lang="en-US" altLang="zh-CN" b="0" dirty="0">
                <a:solidFill>
                  <a:srgbClr val="448C27"/>
                </a:solidFill>
                <a:effectLst/>
                <a:latin typeface="+mj-lt"/>
              </a:rPr>
              <a:t>utf-8</a:t>
            </a:r>
            <a:r>
              <a:rPr lang="en-US" altLang="zh-CN" b="0" dirty="0">
                <a:solidFill>
                  <a:srgbClr val="777777"/>
                </a:solidFill>
                <a:effectLst/>
                <a:latin typeface="+mj-lt"/>
              </a:rPr>
              <a:t>')</a:t>
            </a:r>
            <a:endParaRPr lang="en-US" altLang="zh-CN" b="0" dirty="0">
              <a:solidFill>
                <a:srgbClr val="333333"/>
              </a:solidFill>
              <a:effectLst/>
              <a:latin typeface="+mj-lt"/>
            </a:endParaRPr>
          </a:p>
          <a:p>
            <a:r>
              <a:rPr lang="en-US" altLang="zh-CN" b="1" dirty="0">
                <a:solidFill>
                  <a:srgbClr val="AA3731"/>
                </a:solidFill>
                <a:effectLst/>
                <a:latin typeface="+mj-lt"/>
              </a:rPr>
              <a:t>print</a:t>
            </a:r>
            <a:r>
              <a:rPr lang="en-US" altLang="zh-CN" b="0" dirty="0">
                <a:solidFill>
                  <a:srgbClr val="777777"/>
                </a:solidFill>
                <a:effectLst/>
                <a:latin typeface="+mj-lt"/>
              </a:rPr>
              <a:t>(</a:t>
            </a:r>
            <a:r>
              <a:rPr lang="en-US" altLang="zh-CN" b="0" dirty="0">
                <a:solidFill>
                  <a:srgbClr val="7A3E9D"/>
                </a:solidFill>
                <a:effectLst/>
                <a:latin typeface="+mj-lt"/>
              </a:rPr>
              <a:t>data</a:t>
            </a:r>
            <a:r>
              <a:rPr lang="en-US" altLang="zh-CN" b="0" dirty="0">
                <a:solidFill>
                  <a:srgbClr val="777777"/>
                </a:solidFill>
                <a:effectLst/>
                <a:latin typeface="+mj-lt"/>
              </a:rPr>
              <a:t>)</a:t>
            </a:r>
            <a:endParaRPr lang="en-US" altLang="zh-CN" b="0" dirty="0">
              <a:solidFill>
                <a:srgbClr val="333333"/>
              </a:solidFill>
              <a:effectLst/>
              <a:latin typeface="+mj-lt"/>
            </a:endParaRPr>
          </a:p>
        </p:txBody>
      </p:sp>
      <p:sp>
        <p:nvSpPr>
          <p:cNvPr id="10" name="内容占位符 1"/>
          <p:cNvSpPr txBox="1"/>
          <p:nvPr/>
        </p:nvSpPr>
        <p:spPr>
          <a:xfrm>
            <a:off x="840444" y="1097958"/>
            <a:ext cx="10815912" cy="584775"/>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457200" indent="-457200">
              <a:lnSpc>
                <a:spcPct val="125000"/>
              </a:lnSpc>
              <a:buClr>
                <a:sysClr val="windowText" lastClr="000000"/>
              </a:buClr>
              <a:buFont typeface="+mj-lt"/>
              <a:buAutoNum type="arabicPeriod" startAt="2"/>
            </a:pPr>
            <a:r>
              <a:rPr lang="zh-CN" altLang="en-US" sz="2400" dirty="0">
                <a:solidFill>
                  <a:sysClr val="windowText" lastClr="000000"/>
                </a:solidFill>
                <a:latin typeface="微软雅黑" panose="020B0503020204020204" pitchFamily="34" charset="-122"/>
                <a:ea typeface="微软雅黑" panose="020B0503020204020204" pitchFamily="34" charset="-122"/>
              </a:rPr>
              <a:t>读取除学号和总分以外的数据，</a:t>
            </a:r>
            <a:r>
              <a:rPr lang="en-US" altLang="zh-CN" sz="2400" b="1" dirty="0" err="1">
                <a:solidFill>
                  <a:schemeClr val="accent2"/>
                </a:solidFill>
                <a:latin typeface="微软雅黑" panose="020B0503020204020204" pitchFamily="34" charset="-122"/>
                <a:ea typeface="微软雅黑" panose="020B0503020204020204" pitchFamily="34" charset="-122"/>
              </a:rPr>
              <a:t>usecols</a:t>
            </a:r>
            <a:r>
              <a:rPr lang="en-US" altLang="zh-CN" sz="2400" b="1" dirty="0">
                <a:solidFill>
                  <a:schemeClr val="accent2"/>
                </a:solidFill>
                <a:latin typeface="微软雅黑" panose="020B0503020204020204" pitchFamily="34" charset="-122"/>
                <a:ea typeface="微软雅黑" panose="020B0503020204020204" pitchFamily="34" charset="-122"/>
              </a:rPr>
              <a:t> </a:t>
            </a:r>
            <a:r>
              <a:rPr lang="zh-CN" altLang="en-US" sz="2400" b="1" dirty="0">
                <a:solidFill>
                  <a:schemeClr val="accent2"/>
                </a:solidFill>
                <a:latin typeface="微软雅黑" panose="020B0503020204020204" pitchFamily="34" charset="-122"/>
                <a:ea typeface="微软雅黑" panose="020B0503020204020204" pitchFamily="34" charset="-122"/>
              </a:rPr>
              <a:t>值</a:t>
            </a:r>
            <a:r>
              <a:rPr lang="zh-CN" altLang="en-US" sz="2400" dirty="0">
                <a:solidFill>
                  <a:sysClr val="windowText" lastClr="000000"/>
                </a:solidFill>
                <a:latin typeface="微软雅黑" panose="020B0503020204020204" pitchFamily="34" charset="-122"/>
                <a:ea typeface="微软雅黑" panose="020B0503020204020204" pitchFamily="34" charset="-122"/>
              </a:rPr>
              <a:t>设为读取数据列的序号的元组：</a:t>
            </a:r>
            <a:endParaRPr lang="zh-CN" altLang="en-US" sz="2400" dirty="0">
              <a:solidFill>
                <a:sysClr val="windowText" lastClr="000000"/>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5945844" y="3441641"/>
            <a:ext cx="5407956" cy="3241041"/>
          </a:xfrm>
          <a:prstGeom prst="roundRect">
            <a:avLst>
              <a:gd name="adj" fmla="val 5518"/>
            </a:avLst>
          </a:prstGeom>
          <a:solidFill>
            <a:srgbClr val="0070C0"/>
          </a:solidFill>
          <a:ln>
            <a:solidFill>
              <a:schemeClr val="bg1"/>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nchorCtr="0"/>
          <a:lstStyle>
            <a:defPPr>
              <a:defRPr lang="zh-CN"/>
            </a:defPPr>
            <a:lvl1pPr>
              <a:defRPr sz="24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25000"/>
              </a:lnSpc>
              <a:spcBef>
                <a:spcPts val="50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输出：</a:t>
            </a:r>
            <a:endParaRPr kumimoji="0" lang="en-US" altLang="zh-CN"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lvl="0">
              <a:lnSpc>
                <a:spcPct val="125000"/>
              </a:lnSpc>
              <a:spcBef>
                <a:spcPts val="500"/>
              </a:spcBef>
              <a:defRPr/>
            </a:pPr>
            <a:r>
              <a:rPr lang="en-US" altLang="zh-CN" sz="2000" b="1" dirty="0">
                <a:solidFill>
                  <a:prstClr val="white"/>
                </a:solidFill>
                <a:latin typeface="微软雅黑" panose="020B0503020204020204" pitchFamily="34" charset="-122"/>
                <a:ea typeface="微软雅黑" panose="020B0503020204020204" pitchFamily="34" charset="-122"/>
              </a:rPr>
              <a:t>[['</a:t>
            </a:r>
            <a:r>
              <a:rPr lang="zh-CN" altLang="en-US" sz="2000" b="1" dirty="0">
                <a:solidFill>
                  <a:prstClr val="white"/>
                </a:solidFill>
                <a:latin typeface="微软雅黑" panose="020B0503020204020204" pitchFamily="34" charset="-122"/>
                <a:ea typeface="微软雅黑" panose="020B0503020204020204" pitchFamily="34" charset="-122"/>
              </a:rPr>
              <a:t>姓名</a:t>
            </a:r>
            <a:r>
              <a:rPr lang="en-US" altLang="zh-CN" sz="2000" b="1" dirty="0">
                <a:solidFill>
                  <a:prstClr val="white"/>
                </a:solidFill>
                <a:latin typeface="微软雅黑" panose="020B0503020204020204" pitchFamily="34" charset="-122"/>
                <a:ea typeface="微软雅黑" panose="020B0503020204020204" pitchFamily="34" charset="-122"/>
              </a:rPr>
              <a:t>' 'C</a:t>
            </a:r>
            <a:r>
              <a:rPr lang="zh-CN" altLang="en-US" sz="2000" b="1" dirty="0">
                <a:solidFill>
                  <a:prstClr val="white"/>
                </a:solidFill>
                <a:latin typeface="微软雅黑" panose="020B0503020204020204" pitchFamily="34" charset="-122"/>
                <a:ea typeface="微软雅黑" panose="020B0503020204020204" pitchFamily="34" charset="-122"/>
              </a:rPr>
              <a:t>语言</a:t>
            </a:r>
            <a:r>
              <a:rPr lang="en-US" altLang="zh-CN" sz="2000" b="1" dirty="0">
                <a:solidFill>
                  <a:prstClr val="white"/>
                </a:solidFill>
                <a:latin typeface="微软雅黑" panose="020B0503020204020204" pitchFamily="34" charset="-122"/>
                <a:ea typeface="微软雅黑" panose="020B0503020204020204" pitchFamily="34" charset="-122"/>
              </a:rPr>
              <a:t>' 'Java' 'Python' 'VB' 'C++']  </a:t>
            </a:r>
            <a:endParaRPr lang="en-US" altLang="zh-CN" sz="2000" b="1" dirty="0">
              <a:solidFill>
                <a:prstClr val="white"/>
              </a:solidFill>
              <a:latin typeface="微软雅黑" panose="020B0503020204020204" pitchFamily="34" charset="-122"/>
              <a:ea typeface="微软雅黑" panose="020B0503020204020204" pitchFamily="34" charset="-122"/>
            </a:endParaRPr>
          </a:p>
          <a:p>
            <a:pPr lvl="0">
              <a:lnSpc>
                <a:spcPct val="125000"/>
              </a:lnSpc>
              <a:spcBef>
                <a:spcPts val="500"/>
              </a:spcBef>
              <a:defRPr/>
            </a:pPr>
            <a:r>
              <a:rPr lang="en-US" altLang="zh-CN" sz="2000" b="1" dirty="0">
                <a:solidFill>
                  <a:prstClr val="white"/>
                </a:solidFill>
                <a:latin typeface="微软雅黑" panose="020B0503020204020204" pitchFamily="34" charset="-122"/>
                <a:ea typeface="微软雅黑" panose="020B0503020204020204" pitchFamily="34" charset="-122"/>
              </a:rPr>
              <a:t> ['</a:t>
            </a:r>
            <a:r>
              <a:rPr lang="zh-CN" altLang="en-US" sz="2000" b="1" dirty="0">
                <a:solidFill>
                  <a:prstClr val="white"/>
                </a:solidFill>
                <a:latin typeface="微软雅黑" panose="020B0503020204020204" pitchFamily="34" charset="-122"/>
                <a:ea typeface="微软雅黑" panose="020B0503020204020204" pitchFamily="34" charset="-122"/>
              </a:rPr>
              <a:t>朱佳</a:t>
            </a:r>
            <a:r>
              <a:rPr lang="en-US" altLang="zh-CN" sz="2000" b="1" dirty="0">
                <a:solidFill>
                  <a:prstClr val="white"/>
                </a:solidFill>
                <a:latin typeface="微软雅黑" panose="020B0503020204020204" pitchFamily="34" charset="-122"/>
                <a:ea typeface="微软雅黑" panose="020B0503020204020204" pitchFamily="34" charset="-122"/>
              </a:rPr>
              <a:t>' '75' '93' '66' '85' '88'] </a:t>
            </a:r>
            <a:endParaRPr lang="en-US" altLang="zh-CN" sz="2000" b="1" dirty="0">
              <a:solidFill>
                <a:prstClr val="white"/>
              </a:solidFill>
              <a:latin typeface="微软雅黑" panose="020B0503020204020204" pitchFamily="34" charset="-122"/>
              <a:ea typeface="微软雅黑" panose="020B0503020204020204" pitchFamily="34" charset="-122"/>
            </a:endParaRPr>
          </a:p>
          <a:p>
            <a:pPr lvl="0">
              <a:lnSpc>
                <a:spcPct val="125000"/>
              </a:lnSpc>
              <a:spcBef>
                <a:spcPts val="500"/>
              </a:spcBef>
              <a:defRPr/>
            </a:pPr>
            <a:r>
              <a:rPr lang="en-US" altLang="zh-CN" sz="2000" b="1" dirty="0">
                <a:solidFill>
                  <a:prstClr val="white"/>
                </a:solidFill>
                <a:latin typeface="微软雅黑" panose="020B0503020204020204" pitchFamily="34" charset="-122"/>
                <a:ea typeface="微软雅黑" panose="020B0503020204020204" pitchFamily="34" charset="-122"/>
              </a:rPr>
              <a:t> ['</a:t>
            </a:r>
            <a:r>
              <a:rPr lang="zh-CN" altLang="en-US" sz="2000" b="1" dirty="0">
                <a:solidFill>
                  <a:prstClr val="white"/>
                </a:solidFill>
                <a:latin typeface="微软雅黑" panose="020B0503020204020204" pitchFamily="34" charset="-122"/>
                <a:ea typeface="微软雅黑" panose="020B0503020204020204" pitchFamily="34" charset="-122"/>
              </a:rPr>
              <a:t>李思</a:t>
            </a:r>
            <a:r>
              <a:rPr lang="en-US" altLang="zh-CN" sz="2000" b="1" dirty="0">
                <a:solidFill>
                  <a:prstClr val="white"/>
                </a:solidFill>
                <a:latin typeface="微软雅黑" panose="020B0503020204020204" pitchFamily="34" charset="-122"/>
                <a:ea typeface="微软雅黑" panose="020B0503020204020204" pitchFamily="34" charset="-122"/>
              </a:rPr>
              <a:t>' '86' '76' '96' '93' '67']  </a:t>
            </a:r>
            <a:endParaRPr lang="en-US" altLang="zh-CN" sz="2000" b="1" dirty="0">
              <a:solidFill>
                <a:prstClr val="white"/>
              </a:solidFill>
              <a:latin typeface="微软雅黑" panose="020B0503020204020204" pitchFamily="34" charset="-122"/>
              <a:ea typeface="微软雅黑" panose="020B0503020204020204" pitchFamily="34" charset="-122"/>
            </a:endParaRPr>
          </a:p>
          <a:p>
            <a:pPr lvl="0">
              <a:lnSpc>
                <a:spcPct val="125000"/>
              </a:lnSpc>
              <a:spcBef>
                <a:spcPts val="500"/>
              </a:spcBef>
              <a:defRPr/>
            </a:pPr>
            <a:r>
              <a:rPr lang="en-US" altLang="zh-CN" sz="2000" b="1" dirty="0">
                <a:solidFill>
                  <a:prstClr val="white"/>
                </a:solidFill>
                <a:latin typeface="微软雅黑" panose="020B0503020204020204" pitchFamily="34" charset="-122"/>
                <a:ea typeface="微软雅黑" panose="020B0503020204020204" pitchFamily="34" charset="-122"/>
              </a:rPr>
              <a:t> ['</a:t>
            </a:r>
            <a:r>
              <a:rPr lang="zh-CN" altLang="en-US" sz="2000" b="1" dirty="0">
                <a:solidFill>
                  <a:prstClr val="white"/>
                </a:solidFill>
                <a:latin typeface="微软雅黑" panose="020B0503020204020204" pitchFamily="34" charset="-122"/>
                <a:ea typeface="微软雅黑" panose="020B0503020204020204" pitchFamily="34" charset="-122"/>
              </a:rPr>
              <a:t>郑君</a:t>
            </a:r>
            <a:r>
              <a:rPr lang="en-US" altLang="zh-CN" sz="2000" b="1" dirty="0">
                <a:solidFill>
                  <a:prstClr val="white"/>
                </a:solidFill>
                <a:latin typeface="微软雅黑" panose="020B0503020204020204" pitchFamily="34" charset="-122"/>
                <a:ea typeface="微软雅黑" panose="020B0503020204020204" pitchFamily="34" charset="-122"/>
              </a:rPr>
              <a:t>' '88' '98' '76' '90' '89']  </a:t>
            </a:r>
            <a:endParaRPr lang="en-US" altLang="zh-CN" sz="2000" b="1" dirty="0">
              <a:solidFill>
                <a:prstClr val="white"/>
              </a:solidFill>
              <a:latin typeface="微软雅黑" panose="020B0503020204020204" pitchFamily="34" charset="-122"/>
              <a:ea typeface="微软雅黑" panose="020B0503020204020204" pitchFamily="34" charset="-122"/>
            </a:endParaRPr>
          </a:p>
          <a:p>
            <a:pPr lvl="0">
              <a:lnSpc>
                <a:spcPct val="125000"/>
              </a:lnSpc>
              <a:spcBef>
                <a:spcPts val="500"/>
              </a:spcBef>
              <a:defRPr/>
            </a:pPr>
            <a:r>
              <a:rPr lang="en-US" altLang="zh-CN" sz="2000" b="1" dirty="0">
                <a:solidFill>
                  <a:prstClr val="white"/>
                </a:solidFill>
                <a:latin typeface="微软雅黑" panose="020B0503020204020204" pitchFamily="34" charset="-122"/>
                <a:ea typeface="微软雅黑" panose="020B0503020204020204" pitchFamily="34" charset="-122"/>
              </a:rPr>
              <a:t> ['</a:t>
            </a:r>
            <a:r>
              <a:rPr lang="zh-CN" altLang="en-US" sz="2000" b="1" dirty="0">
                <a:solidFill>
                  <a:prstClr val="white"/>
                </a:solidFill>
                <a:latin typeface="微软雅黑" panose="020B0503020204020204" pitchFamily="34" charset="-122"/>
                <a:ea typeface="微软雅黑" panose="020B0503020204020204" pitchFamily="34" charset="-122"/>
              </a:rPr>
              <a:t>王雪</a:t>
            </a:r>
            <a:r>
              <a:rPr lang="en-US" altLang="zh-CN" sz="2000" b="1" dirty="0">
                <a:solidFill>
                  <a:prstClr val="white"/>
                </a:solidFill>
                <a:latin typeface="微软雅黑" panose="020B0503020204020204" pitchFamily="34" charset="-122"/>
                <a:ea typeface="微软雅黑" panose="020B0503020204020204" pitchFamily="34" charset="-122"/>
              </a:rPr>
              <a:t>' '99' '96' '91' '88' '86']  </a:t>
            </a:r>
            <a:endParaRPr lang="en-US" altLang="zh-CN" sz="2000" b="1" dirty="0">
              <a:solidFill>
                <a:prstClr val="white"/>
              </a:solidFill>
              <a:latin typeface="微软雅黑" panose="020B0503020204020204" pitchFamily="34" charset="-122"/>
              <a:ea typeface="微软雅黑" panose="020B0503020204020204" pitchFamily="34" charset="-122"/>
            </a:endParaRPr>
          </a:p>
          <a:p>
            <a:pPr lvl="0">
              <a:lnSpc>
                <a:spcPct val="125000"/>
              </a:lnSpc>
              <a:spcBef>
                <a:spcPts val="500"/>
              </a:spcBef>
              <a:defRPr/>
            </a:pPr>
            <a:r>
              <a:rPr lang="en-US" altLang="zh-CN" sz="2000" b="1" dirty="0">
                <a:solidFill>
                  <a:prstClr val="white"/>
                </a:solidFill>
                <a:latin typeface="微软雅黑" panose="020B0503020204020204" pitchFamily="34" charset="-122"/>
                <a:ea typeface="微软雅黑" panose="020B0503020204020204" pitchFamily="34" charset="-122"/>
              </a:rPr>
              <a:t> ['</a:t>
            </a:r>
            <a:r>
              <a:rPr lang="zh-CN" altLang="en-US" sz="2000" b="1" dirty="0">
                <a:solidFill>
                  <a:prstClr val="white"/>
                </a:solidFill>
                <a:latin typeface="微软雅黑" panose="020B0503020204020204" pitchFamily="34" charset="-122"/>
                <a:ea typeface="微软雅黑" panose="020B0503020204020204" pitchFamily="34" charset="-122"/>
              </a:rPr>
              <a:t>罗明</a:t>
            </a:r>
            <a:r>
              <a:rPr lang="en-US" altLang="zh-CN" sz="2000" b="1" dirty="0">
                <a:solidFill>
                  <a:prstClr val="white"/>
                </a:solidFill>
                <a:latin typeface="微软雅黑" panose="020B0503020204020204" pitchFamily="34" charset="-122"/>
                <a:ea typeface="微软雅黑" panose="020B0503020204020204" pitchFamily="34" charset="-122"/>
              </a:rPr>
              <a:t>' '95' '96' '85' '63' '91']]</a:t>
            </a:r>
            <a:endParaRPr lang="en-US" altLang="zh-CN" sz="2000" b="1" dirty="0">
              <a:solidFill>
                <a:prstClr val="white"/>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7.6 </a:t>
            </a:r>
            <a:r>
              <a:rPr lang="zh-CN" altLang="en-US" dirty="0"/>
              <a:t>利用 </a:t>
            </a:r>
            <a:r>
              <a:rPr lang="en-US" altLang="zh-CN" dirty="0"/>
              <a:t>NumPy </a:t>
            </a:r>
            <a:r>
              <a:rPr lang="zh-CN" altLang="en-US" dirty="0"/>
              <a:t>读写数据文件</a:t>
            </a:r>
            <a:endParaRPr lang="zh-CN" altLang="en-US" dirty="0"/>
          </a:p>
        </p:txBody>
      </p:sp>
      <p:sp>
        <p:nvSpPr>
          <p:cNvPr id="7" name="内容占位符 6"/>
          <p:cNvSpPr>
            <a:spLocks noGrp="1"/>
          </p:cNvSpPr>
          <p:nvPr>
            <p:ph sz="quarter" idx="14"/>
          </p:nvPr>
        </p:nvSpPr>
        <p:spPr/>
        <p:txBody>
          <a:bodyPr/>
          <a:lstStyle/>
          <a:p>
            <a:r>
              <a:rPr lang="zh-CN" altLang="en-US" dirty="0"/>
              <a:t>实例 </a:t>
            </a:r>
            <a:endParaRPr lang="zh-CN" altLang="en-US" dirty="0"/>
          </a:p>
        </p:txBody>
      </p:sp>
      <p:sp>
        <p:nvSpPr>
          <p:cNvPr id="6" name="内容占位符 3"/>
          <p:cNvSpPr txBox="1"/>
          <p:nvPr/>
        </p:nvSpPr>
        <p:spPr>
          <a:xfrm>
            <a:off x="688044" y="2184401"/>
            <a:ext cx="10815912" cy="2662902"/>
          </a:xfrm>
          <a:prstGeom prst="roundRect">
            <a:avLst>
              <a:gd name="adj" fmla="val 15948"/>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b="0" dirty="0">
                <a:solidFill>
                  <a:srgbClr val="4B69C6"/>
                </a:solidFill>
                <a:effectLst/>
                <a:latin typeface="+mj-lt"/>
              </a:rPr>
              <a:t>import</a:t>
            </a:r>
            <a:r>
              <a:rPr lang="en-US" altLang="zh-CN" b="0" dirty="0">
                <a:solidFill>
                  <a:srgbClr val="333333"/>
                </a:solidFill>
                <a:effectLst/>
                <a:latin typeface="+mj-lt"/>
              </a:rPr>
              <a:t> </a:t>
            </a:r>
            <a:r>
              <a:rPr lang="en-US" altLang="zh-CN" b="1" dirty="0" err="1">
                <a:solidFill>
                  <a:srgbClr val="7A3E9D"/>
                </a:solidFill>
                <a:effectLst/>
                <a:latin typeface="+mj-lt"/>
              </a:rPr>
              <a:t>numpy</a:t>
            </a:r>
            <a:r>
              <a:rPr lang="en-US" altLang="zh-CN" b="0" dirty="0">
                <a:solidFill>
                  <a:srgbClr val="333333"/>
                </a:solidFill>
                <a:effectLst/>
                <a:latin typeface="+mj-lt"/>
              </a:rPr>
              <a:t> </a:t>
            </a:r>
            <a:r>
              <a:rPr lang="en-US" altLang="zh-CN" b="0" dirty="0">
                <a:solidFill>
                  <a:srgbClr val="4B69C6"/>
                </a:solidFill>
                <a:effectLst/>
                <a:latin typeface="+mj-lt"/>
              </a:rPr>
              <a:t>as</a:t>
            </a:r>
            <a:r>
              <a:rPr lang="en-US" altLang="zh-CN" b="0" dirty="0">
                <a:solidFill>
                  <a:srgbClr val="333333"/>
                </a:solidFill>
                <a:effectLst/>
                <a:latin typeface="+mj-lt"/>
              </a:rPr>
              <a:t> </a:t>
            </a:r>
            <a:r>
              <a:rPr lang="en-US" altLang="zh-CN" b="1" dirty="0">
                <a:solidFill>
                  <a:srgbClr val="7A3E9D"/>
                </a:solidFill>
                <a:effectLst/>
                <a:latin typeface="+mj-lt"/>
              </a:rPr>
              <a:t>np</a:t>
            </a:r>
            <a:endParaRPr lang="en-US" altLang="zh-CN" b="0" dirty="0">
              <a:solidFill>
                <a:srgbClr val="333333"/>
              </a:solidFill>
              <a:effectLst/>
              <a:latin typeface="+mj-lt"/>
            </a:endParaRPr>
          </a:p>
          <a:p>
            <a:r>
              <a:rPr lang="en-US" altLang="zh-CN" b="0" dirty="0">
                <a:solidFill>
                  <a:srgbClr val="333333"/>
                </a:solidFill>
                <a:effectLst/>
                <a:latin typeface="+mj-lt"/>
              </a:rPr>
              <a:t> </a:t>
            </a:r>
            <a:endParaRPr lang="en-US" altLang="zh-CN" b="0" dirty="0">
              <a:solidFill>
                <a:srgbClr val="333333"/>
              </a:solidFill>
              <a:effectLst/>
              <a:latin typeface="+mj-lt"/>
            </a:endParaRPr>
          </a:p>
          <a:p>
            <a:r>
              <a:rPr lang="en-US" altLang="zh-CN" b="0" dirty="0">
                <a:solidFill>
                  <a:srgbClr val="7A3E9D"/>
                </a:solidFill>
                <a:effectLst/>
                <a:latin typeface="+mj-lt"/>
              </a:rPr>
              <a:t>data</a:t>
            </a:r>
            <a:r>
              <a:rPr lang="en-US" altLang="zh-CN" b="0" dirty="0">
                <a:solidFill>
                  <a:srgbClr val="333333"/>
                </a:solidFill>
                <a:effectLst/>
                <a:latin typeface="+mj-lt"/>
              </a:rPr>
              <a:t> </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1" dirty="0" err="1">
                <a:solidFill>
                  <a:srgbClr val="7A3E9D"/>
                </a:solidFill>
                <a:effectLst/>
                <a:latin typeface="+mj-lt"/>
              </a:rPr>
              <a:t>np</a:t>
            </a:r>
            <a:r>
              <a:rPr lang="en-US" altLang="zh-CN" b="0" dirty="0" err="1">
                <a:solidFill>
                  <a:srgbClr val="777777"/>
                </a:solidFill>
                <a:effectLst/>
                <a:latin typeface="+mj-lt"/>
              </a:rPr>
              <a:t>.</a:t>
            </a:r>
            <a:r>
              <a:rPr lang="en-US" altLang="zh-CN" b="1" dirty="0" err="1">
                <a:solidFill>
                  <a:srgbClr val="AA3731"/>
                </a:solidFill>
                <a:effectLst/>
                <a:latin typeface="+mj-lt"/>
              </a:rPr>
              <a:t>loadtxt</a:t>
            </a:r>
            <a:r>
              <a:rPr lang="en-US" altLang="zh-CN" b="0" dirty="0">
                <a:solidFill>
                  <a:srgbClr val="777777"/>
                </a:solidFill>
                <a:effectLst/>
                <a:latin typeface="+mj-lt"/>
              </a:rPr>
              <a:t>('</a:t>
            </a:r>
            <a:r>
              <a:rPr lang="en-US" altLang="zh-CN" b="0" dirty="0">
                <a:solidFill>
                  <a:srgbClr val="448C27"/>
                </a:solidFill>
                <a:effectLst/>
                <a:latin typeface="+mj-lt"/>
              </a:rPr>
              <a:t>score_num.csv</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7A3E9D"/>
                </a:solidFill>
                <a:effectLst/>
                <a:latin typeface="+mj-lt"/>
              </a:rPr>
              <a:t>usecols</a:t>
            </a:r>
            <a:r>
              <a:rPr lang="en-US" altLang="zh-CN" b="0" dirty="0">
                <a:solidFill>
                  <a:srgbClr val="777777"/>
                </a:solidFill>
                <a:effectLst/>
                <a:latin typeface="+mj-lt"/>
              </a:rPr>
              <a:t>=(</a:t>
            </a:r>
            <a:r>
              <a:rPr lang="en-US" altLang="zh-CN" b="0" dirty="0">
                <a:solidFill>
                  <a:srgbClr val="9C5D27"/>
                </a:solidFill>
                <a:effectLst/>
                <a:latin typeface="+mj-lt"/>
              </a:rPr>
              <a:t>2</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9C5D27"/>
                </a:solidFill>
                <a:effectLst/>
                <a:latin typeface="+mj-lt"/>
              </a:rPr>
              <a:t>3</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9C5D27"/>
                </a:solidFill>
                <a:effectLst/>
                <a:latin typeface="+mj-lt"/>
              </a:rPr>
              <a:t>4</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9C5D27"/>
                </a:solidFill>
                <a:effectLst/>
                <a:latin typeface="+mj-lt"/>
              </a:rPr>
              <a:t>5</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9C5D27"/>
                </a:solidFill>
                <a:effectLst/>
                <a:latin typeface="+mj-lt"/>
              </a:rPr>
              <a:t>6</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9C5D27"/>
                </a:solidFill>
                <a:effectLst/>
                <a:latin typeface="+mj-lt"/>
              </a:rPr>
              <a:t>7</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7A3E9D"/>
                </a:solidFill>
                <a:effectLst/>
                <a:latin typeface="+mj-lt"/>
              </a:rPr>
              <a:t>delimiter</a:t>
            </a:r>
            <a:r>
              <a:rPr lang="en-US" altLang="zh-CN" b="0" dirty="0">
                <a:solidFill>
                  <a:srgbClr val="777777"/>
                </a:solidFill>
                <a:effectLst/>
                <a:latin typeface="+mj-lt"/>
              </a:rPr>
              <a:t>='</a:t>
            </a:r>
            <a:r>
              <a:rPr lang="en-US" altLang="zh-CN" b="0" dirty="0">
                <a:solidFill>
                  <a:srgbClr val="448C27"/>
                </a:solidFill>
                <a:effectLst/>
                <a:latin typeface="+mj-lt"/>
              </a:rPr>
              <a:t>,</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err="1">
                <a:solidFill>
                  <a:srgbClr val="7A3E9D"/>
                </a:solidFill>
                <a:effectLst/>
                <a:latin typeface="+mj-lt"/>
              </a:rPr>
              <a:t>skiprows</a:t>
            </a:r>
            <a:r>
              <a:rPr lang="en-US" altLang="zh-CN" b="0" dirty="0">
                <a:solidFill>
                  <a:srgbClr val="777777"/>
                </a:solidFill>
                <a:effectLst/>
                <a:latin typeface="+mj-lt"/>
              </a:rPr>
              <a:t>=</a:t>
            </a:r>
            <a:r>
              <a:rPr lang="en-US" altLang="zh-CN" b="0" dirty="0">
                <a:solidFill>
                  <a:srgbClr val="9C5D27"/>
                </a:solidFill>
                <a:effectLst/>
                <a:latin typeface="+mj-lt"/>
              </a:rPr>
              <a:t>1</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7A3E9D"/>
                </a:solidFill>
                <a:effectLst/>
                <a:latin typeface="+mj-lt"/>
              </a:rPr>
              <a:t>encoding</a:t>
            </a:r>
            <a:r>
              <a:rPr lang="en-US" altLang="zh-CN" b="0" dirty="0">
                <a:solidFill>
                  <a:srgbClr val="777777"/>
                </a:solidFill>
                <a:effectLst/>
                <a:latin typeface="+mj-lt"/>
              </a:rPr>
              <a:t>='</a:t>
            </a:r>
            <a:r>
              <a:rPr lang="en-US" altLang="zh-CN" b="0" dirty="0">
                <a:solidFill>
                  <a:srgbClr val="448C27"/>
                </a:solidFill>
                <a:effectLst/>
                <a:latin typeface="+mj-lt"/>
              </a:rPr>
              <a:t>utf-8</a:t>
            </a:r>
            <a:r>
              <a:rPr lang="en-US" altLang="zh-CN" b="0" dirty="0">
                <a:solidFill>
                  <a:srgbClr val="777777"/>
                </a:solidFill>
                <a:effectLst/>
                <a:latin typeface="+mj-lt"/>
              </a:rPr>
              <a:t>')</a:t>
            </a:r>
            <a:endParaRPr lang="en-US" altLang="zh-CN" b="0" dirty="0">
              <a:solidFill>
                <a:srgbClr val="333333"/>
              </a:solidFill>
              <a:effectLst/>
              <a:latin typeface="+mj-lt"/>
            </a:endParaRPr>
          </a:p>
          <a:p>
            <a:r>
              <a:rPr lang="en-US" altLang="zh-CN" b="1" dirty="0">
                <a:solidFill>
                  <a:srgbClr val="AA3731"/>
                </a:solidFill>
                <a:effectLst/>
                <a:latin typeface="+mj-lt"/>
              </a:rPr>
              <a:t>print</a:t>
            </a:r>
            <a:r>
              <a:rPr lang="en-US" altLang="zh-CN" b="0" dirty="0">
                <a:solidFill>
                  <a:srgbClr val="777777"/>
                </a:solidFill>
                <a:effectLst/>
                <a:latin typeface="+mj-lt"/>
              </a:rPr>
              <a:t>(</a:t>
            </a:r>
            <a:r>
              <a:rPr lang="en-US" altLang="zh-CN" b="0" dirty="0">
                <a:solidFill>
                  <a:srgbClr val="7A3E9D"/>
                </a:solidFill>
                <a:effectLst/>
                <a:latin typeface="+mj-lt"/>
              </a:rPr>
              <a:t>data</a:t>
            </a:r>
            <a:r>
              <a:rPr lang="en-US" altLang="zh-CN" b="0" dirty="0">
                <a:solidFill>
                  <a:srgbClr val="777777"/>
                </a:solidFill>
                <a:effectLst/>
                <a:latin typeface="+mj-lt"/>
              </a:rPr>
              <a:t>)</a:t>
            </a:r>
            <a:endParaRPr lang="en-US" altLang="zh-CN" b="0" dirty="0">
              <a:solidFill>
                <a:srgbClr val="333333"/>
              </a:solidFill>
              <a:effectLst/>
              <a:latin typeface="+mj-lt"/>
            </a:endParaRPr>
          </a:p>
        </p:txBody>
      </p:sp>
      <p:sp>
        <p:nvSpPr>
          <p:cNvPr id="8" name="内容占位符 1"/>
          <p:cNvSpPr txBox="1"/>
          <p:nvPr/>
        </p:nvSpPr>
        <p:spPr>
          <a:xfrm>
            <a:off x="840444" y="1097958"/>
            <a:ext cx="10815912" cy="1055962"/>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457200" indent="-457200">
              <a:lnSpc>
                <a:spcPct val="125000"/>
              </a:lnSpc>
              <a:buClr>
                <a:sysClr val="windowText" lastClr="000000"/>
              </a:buClr>
              <a:buFont typeface="+mj-lt"/>
              <a:buAutoNum type="arabicPeriod" startAt="3"/>
            </a:pPr>
            <a:r>
              <a:rPr lang="zh-CN" altLang="en-US" sz="2400" dirty="0">
                <a:solidFill>
                  <a:sysClr val="windowText" lastClr="000000"/>
                </a:solidFill>
                <a:latin typeface="微软雅黑" panose="020B0503020204020204" pitchFamily="34" charset="-122"/>
                <a:ea typeface="微软雅黑" panose="020B0503020204020204" pitchFamily="34" charset="-122"/>
              </a:rPr>
              <a:t>用 </a:t>
            </a:r>
            <a:r>
              <a:rPr lang="en-US" altLang="zh-CN" sz="2400" dirty="0" err="1">
                <a:solidFill>
                  <a:sysClr val="windowText" lastClr="000000"/>
                </a:solidFill>
                <a:latin typeface="微软雅黑" panose="020B0503020204020204" pitchFamily="34" charset="-122"/>
                <a:ea typeface="微软雅黑" panose="020B0503020204020204" pitchFamily="34" charset="-122"/>
              </a:rPr>
              <a:t>skiprows</a:t>
            </a:r>
            <a:r>
              <a:rPr lang="en-US" altLang="zh-CN" sz="2400" dirty="0">
                <a:solidFill>
                  <a:sysClr val="windowText" lastClr="000000"/>
                </a:solidFill>
                <a:latin typeface="微软雅黑" panose="020B0503020204020204" pitchFamily="34" charset="-122"/>
                <a:ea typeface="微软雅黑" panose="020B0503020204020204" pitchFamily="34" charset="-122"/>
              </a:rPr>
              <a:t>=1 </a:t>
            </a:r>
            <a:r>
              <a:rPr lang="zh-CN" altLang="en-US" sz="2400" b="1" dirty="0">
                <a:solidFill>
                  <a:schemeClr val="accent2"/>
                </a:solidFill>
                <a:latin typeface="微软雅黑" panose="020B0503020204020204" pitchFamily="34" charset="-122"/>
                <a:ea typeface="微软雅黑" panose="020B0503020204020204" pitchFamily="34" charset="-122"/>
              </a:rPr>
              <a:t>略过第一行</a:t>
            </a:r>
            <a:r>
              <a:rPr lang="zh-CN" altLang="en-US" sz="2400" dirty="0">
                <a:solidFill>
                  <a:sysClr val="windowText" lastClr="000000"/>
                </a:solidFill>
                <a:latin typeface="微软雅黑" panose="020B0503020204020204" pitchFamily="34" charset="-122"/>
                <a:ea typeface="微软雅黑" panose="020B0503020204020204" pitchFamily="34" charset="-122"/>
              </a:rPr>
              <a:t>数据，只读取成绩数据，并转为默认数值类型（浮点型）</a:t>
            </a:r>
            <a:endParaRPr lang="zh-CN" altLang="en-US" sz="2400" dirty="0">
              <a:solidFill>
                <a:sysClr val="windowText" lastClr="000000"/>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7416800" y="3789680"/>
            <a:ext cx="3937000" cy="2893002"/>
          </a:xfrm>
          <a:prstGeom prst="roundRect">
            <a:avLst>
              <a:gd name="adj" fmla="val 5518"/>
            </a:avLst>
          </a:prstGeom>
          <a:solidFill>
            <a:srgbClr val="0070C0"/>
          </a:solidFill>
          <a:ln>
            <a:solidFill>
              <a:schemeClr val="bg1"/>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nchorCtr="0"/>
          <a:lstStyle>
            <a:defPPr>
              <a:defRPr lang="zh-CN"/>
            </a:defPPr>
            <a:lvl1pPr>
              <a:defRPr sz="24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400" rtl="0" eaLnBrk="1" fontAlgn="auto" latinLnBrk="0" hangingPunct="1">
              <a:lnSpc>
                <a:spcPct val="125000"/>
              </a:lnSpc>
              <a:spcBef>
                <a:spcPts val="50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输出：</a:t>
            </a:r>
            <a:endParaRPr kumimoji="0" lang="en-US" altLang="zh-CN"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lvl="0">
              <a:lnSpc>
                <a:spcPct val="125000"/>
              </a:lnSpc>
              <a:spcBef>
                <a:spcPts val="500"/>
              </a:spcBef>
              <a:defRPr/>
            </a:pPr>
            <a:r>
              <a:rPr lang="en-US" altLang="zh-CN" sz="2000" b="1" dirty="0">
                <a:solidFill>
                  <a:prstClr val="white"/>
                </a:solidFill>
                <a:latin typeface="微软雅黑" panose="020B0503020204020204" pitchFamily="34" charset="-122"/>
                <a:ea typeface="微软雅黑" panose="020B0503020204020204" pitchFamily="34" charset="-122"/>
              </a:rPr>
              <a:t>[[ 75.  93.  66.  85.  88. 407.] </a:t>
            </a:r>
            <a:endParaRPr lang="en-US" altLang="zh-CN" sz="2000" b="1" dirty="0">
              <a:solidFill>
                <a:prstClr val="white"/>
              </a:solidFill>
              <a:latin typeface="微软雅黑" panose="020B0503020204020204" pitchFamily="34" charset="-122"/>
              <a:ea typeface="微软雅黑" panose="020B0503020204020204" pitchFamily="34" charset="-122"/>
            </a:endParaRPr>
          </a:p>
          <a:p>
            <a:pPr lvl="0">
              <a:lnSpc>
                <a:spcPct val="125000"/>
              </a:lnSpc>
              <a:spcBef>
                <a:spcPts val="500"/>
              </a:spcBef>
              <a:defRPr/>
            </a:pPr>
            <a:r>
              <a:rPr lang="en-US" altLang="zh-CN" sz="2000" b="1" dirty="0">
                <a:solidFill>
                  <a:prstClr val="white"/>
                </a:solidFill>
                <a:latin typeface="微软雅黑" panose="020B0503020204020204" pitchFamily="34" charset="-122"/>
                <a:ea typeface="微软雅黑" panose="020B0503020204020204" pitchFamily="34" charset="-122"/>
              </a:rPr>
              <a:t> [ 86.  76.  96.  93.  67. 418.] </a:t>
            </a:r>
            <a:endParaRPr lang="en-US" altLang="zh-CN" sz="2000" b="1" dirty="0">
              <a:solidFill>
                <a:prstClr val="white"/>
              </a:solidFill>
              <a:latin typeface="微软雅黑" panose="020B0503020204020204" pitchFamily="34" charset="-122"/>
              <a:ea typeface="微软雅黑" panose="020B0503020204020204" pitchFamily="34" charset="-122"/>
            </a:endParaRPr>
          </a:p>
          <a:p>
            <a:pPr lvl="0">
              <a:lnSpc>
                <a:spcPct val="125000"/>
              </a:lnSpc>
              <a:spcBef>
                <a:spcPts val="500"/>
              </a:spcBef>
              <a:defRPr/>
            </a:pPr>
            <a:r>
              <a:rPr lang="en-US" altLang="zh-CN" sz="2000" b="1" dirty="0">
                <a:solidFill>
                  <a:prstClr val="white"/>
                </a:solidFill>
                <a:latin typeface="微软雅黑" panose="020B0503020204020204" pitchFamily="34" charset="-122"/>
                <a:ea typeface="微软雅黑" panose="020B0503020204020204" pitchFamily="34" charset="-122"/>
              </a:rPr>
              <a:t> [ 88.  98.  76.  90.  89. 441.] </a:t>
            </a:r>
            <a:endParaRPr lang="en-US" altLang="zh-CN" sz="2000" b="1" dirty="0">
              <a:solidFill>
                <a:prstClr val="white"/>
              </a:solidFill>
              <a:latin typeface="微软雅黑" panose="020B0503020204020204" pitchFamily="34" charset="-122"/>
              <a:ea typeface="微软雅黑" panose="020B0503020204020204" pitchFamily="34" charset="-122"/>
            </a:endParaRPr>
          </a:p>
          <a:p>
            <a:pPr lvl="0">
              <a:lnSpc>
                <a:spcPct val="125000"/>
              </a:lnSpc>
              <a:spcBef>
                <a:spcPts val="500"/>
              </a:spcBef>
              <a:defRPr/>
            </a:pPr>
            <a:r>
              <a:rPr lang="en-US" altLang="zh-CN" sz="2000" b="1" dirty="0">
                <a:solidFill>
                  <a:prstClr val="white"/>
                </a:solidFill>
                <a:latin typeface="微软雅黑" panose="020B0503020204020204" pitchFamily="34" charset="-122"/>
                <a:ea typeface="微软雅黑" panose="020B0503020204020204" pitchFamily="34" charset="-122"/>
              </a:rPr>
              <a:t> [ 99.  96.  91.  88.  86. 460.] </a:t>
            </a:r>
            <a:endParaRPr lang="en-US" altLang="zh-CN" sz="2000" b="1" dirty="0">
              <a:solidFill>
                <a:prstClr val="white"/>
              </a:solidFill>
              <a:latin typeface="微软雅黑" panose="020B0503020204020204" pitchFamily="34" charset="-122"/>
              <a:ea typeface="微软雅黑" panose="020B0503020204020204" pitchFamily="34" charset="-122"/>
            </a:endParaRPr>
          </a:p>
          <a:p>
            <a:pPr lvl="0">
              <a:lnSpc>
                <a:spcPct val="125000"/>
              </a:lnSpc>
              <a:spcBef>
                <a:spcPts val="500"/>
              </a:spcBef>
              <a:defRPr/>
            </a:pPr>
            <a:r>
              <a:rPr lang="en-US" altLang="zh-CN" sz="2000" b="1" dirty="0">
                <a:solidFill>
                  <a:prstClr val="white"/>
                </a:solidFill>
                <a:latin typeface="微软雅黑" panose="020B0503020204020204" pitchFamily="34" charset="-122"/>
                <a:ea typeface="微软雅黑" panose="020B0503020204020204" pitchFamily="34" charset="-122"/>
              </a:rPr>
              <a:t> [ 95.  96.  85.  63.  91. 430.]]</a:t>
            </a:r>
            <a:endParaRPr lang="en-US" altLang="zh-CN" sz="2000" b="1" dirty="0">
              <a:solidFill>
                <a:prstClr val="white"/>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7.6 </a:t>
            </a:r>
            <a:r>
              <a:rPr lang="zh-CN" altLang="en-US" dirty="0"/>
              <a:t>利用 </a:t>
            </a:r>
            <a:r>
              <a:rPr lang="en-US" altLang="zh-CN" dirty="0"/>
              <a:t>NumPy </a:t>
            </a:r>
            <a:r>
              <a:rPr lang="zh-CN" altLang="en-US" dirty="0"/>
              <a:t>读写数据文件</a:t>
            </a:r>
            <a:endParaRPr lang="zh-CN" altLang="en-US" dirty="0"/>
          </a:p>
        </p:txBody>
      </p:sp>
      <p:sp>
        <p:nvSpPr>
          <p:cNvPr id="7" name="内容占位符 6"/>
          <p:cNvSpPr>
            <a:spLocks noGrp="1"/>
          </p:cNvSpPr>
          <p:nvPr>
            <p:ph sz="quarter" idx="14"/>
          </p:nvPr>
        </p:nvSpPr>
        <p:spPr/>
        <p:txBody>
          <a:bodyPr/>
          <a:lstStyle/>
          <a:p>
            <a:r>
              <a:rPr lang="zh-CN" altLang="en-US" dirty="0"/>
              <a:t>实例 </a:t>
            </a:r>
            <a:endParaRPr lang="zh-CN" altLang="en-US" dirty="0"/>
          </a:p>
        </p:txBody>
      </p:sp>
      <p:sp>
        <p:nvSpPr>
          <p:cNvPr id="2" name="内容占位符 3"/>
          <p:cNvSpPr txBox="1"/>
          <p:nvPr/>
        </p:nvSpPr>
        <p:spPr>
          <a:xfrm>
            <a:off x="688044" y="1808479"/>
            <a:ext cx="10815912" cy="2360397"/>
          </a:xfrm>
          <a:prstGeom prst="roundRect">
            <a:avLst>
              <a:gd name="adj" fmla="val 15948"/>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b="0" dirty="0">
                <a:solidFill>
                  <a:srgbClr val="4B69C6"/>
                </a:solidFill>
                <a:effectLst/>
                <a:latin typeface="+mj-lt"/>
              </a:rPr>
              <a:t>import</a:t>
            </a:r>
            <a:r>
              <a:rPr lang="en-US" altLang="zh-CN" b="0" dirty="0">
                <a:solidFill>
                  <a:srgbClr val="333333"/>
                </a:solidFill>
                <a:effectLst/>
                <a:latin typeface="+mj-lt"/>
              </a:rPr>
              <a:t> </a:t>
            </a:r>
            <a:r>
              <a:rPr lang="en-US" altLang="zh-CN" b="1" dirty="0" err="1">
                <a:solidFill>
                  <a:srgbClr val="7A3E9D"/>
                </a:solidFill>
                <a:effectLst/>
                <a:latin typeface="+mj-lt"/>
              </a:rPr>
              <a:t>numpy</a:t>
            </a:r>
            <a:r>
              <a:rPr lang="en-US" altLang="zh-CN" b="0" dirty="0">
                <a:solidFill>
                  <a:srgbClr val="333333"/>
                </a:solidFill>
                <a:effectLst/>
                <a:latin typeface="+mj-lt"/>
              </a:rPr>
              <a:t> </a:t>
            </a:r>
            <a:r>
              <a:rPr lang="en-US" altLang="zh-CN" b="0" dirty="0">
                <a:solidFill>
                  <a:srgbClr val="4B69C6"/>
                </a:solidFill>
                <a:effectLst/>
                <a:latin typeface="+mj-lt"/>
              </a:rPr>
              <a:t>as</a:t>
            </a:r>
            <a:r>
              <a:rPr lang="en-US" altLang="zh-CN" b="0" dirty="0">
                <a:solidFill>
                  <a:srgbClr val="333333"/>
                </a:solidFill>
                <a:effectLst/>
                <a:latin typeface="+mj-lt"/>
              </a:rPr>
              <a:t> </a:t>
            </a:r>
            <a:r>
              <a:rPr lang="en-US" altLang="zh-CN" b="1" dirty="0">
                <a:solidFill>
                  <a:srgbClr val="7A3E9D"/>
                </a:solidFill>
                <a:effectLst/>
                <a:latin typeface="+mj-lt"/>
              </a:rPr>
              <a:t>np</a:t>
            </a:r>
            <a:endParaRPr lang="en-US" altLang="zh-CN" b="0" dirty="0">
              <a:solidFill>
                <a:srgbClr val="333333"/>
              </a:solidFill>
              <a:effectLst/>
              <a:latin typeface="+mj-lt"/>
            </a:endParaRPr>
          </a:p>
          <a:p>
            <a:br>
              <a:rPr lang="en-US" altLang="zh-CN" b="0" dirty="0">
                <a:solidFill>
                  <a:srgbClr val="333333"/>
                </a:solidFill>
                <a:effectLst/>
                <a:latin typeface="+mj-lt"/>
              </a:rPr>
            </a:br>
            <a:r>
              <a:rPr lang="en-US" altLang="zh-CN" b="0" dirty="0">
                <a:solidFill>
                  <a:srgbClr val="7A3E9D"/>
                </a:solidFill>
                <a:effectLst/>
                <a:latin typeface="+mj-lt"/>
              </a:rPr>
              <a:t>data</a:t>
            </a:r>
            <a:r>
              <a:rPr lang="en-US" altLang="zh-CN" b="0" dirty="0">
                <a:solidFill>
                  <a:srgbClr val="333333"/>
                </a:solidFill>
                <a:effectLst/>
                <a:latin typeface="+mj-lt"/>
              </a:rPr>
              <a:t> </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1" dirty="0" err="1">
                <a:solidFill>
                  <a:srgbClr val="7A3E9D"/>
                </a:solidFill>
                <a:effectLst/>
                <a:latin typeface="+mj-lt"/>
              </a:rPr>
              <a:t>np</a:t>
            </a:r>
            <a:r>
              <a:rPr lang="en-US" altLang="zh-CN" b="0" dirty="0" err="1">
                <a:solidFill>
                  <a:srgbClr val="777777"/>
                </a:solidFill>
                <a:effectLst/>
                <a:latin typeface="+mj-lt"/>
              </a:rPr>
              <a:t>.</a:t>
            </a:r>
            <a:r>
              <a:rPr lang="en-US" altLang="zh-CN" b="1" dirty="0" err="1">
                <a:solidFill>
                  <a:srgbClr val="AA3731"/>
                </a:solidFill>
                <a:effectLst/>
                <a:latin typeface="+mj-lt"/>
              </a:rPr>
              <a:t>loadtxt</a:t>
            </a:r>
            <a:r>
              <a:rPr lang="en-US" altLang="zh-CN" b="0" dirty="0">
                <a:solidFill>
                  <a:srgbClr val="777777"/>
                </a:solidFill>
                <a:effectLst/>
                <a:latin typeface="+mj-lt"/>
              </a:rPr>
              <a:t>('</a:t>
            </a:r>
            <a:r>
              <a:rPr lang="en-US" altLang="zh-CN" b="0" dirty="0" err="1">
                <a:solidFill>
                  <a:srgbClr val="448C27"/>
                </a:solidFill>
                <a:effectLst/>
                <a:latin typeface="+mj-lt"/>
              </a:rPr>
              <a:t>score_num.csv</a:t>
            </a:r>
            <a:r>
              <a:rPr lang="en-US" altLang="zh-CN" b="0" dirty="0" err="1">
                <a:solidFill>
                  <a:srgbClr val="777777"/>
                </a:solidFill>
                <a:effectLst/>
                <a:latin typeface="+mj-lt"/>
              </a:rPr>
              <a:t>',</a:t>
            </a:r>
            <a:r>
              <a:rPr lang="en-US" altLang="zh-CN" b="0" dirty="0" err="1">
                <a:solidFill>
                  <a:srgbClr val="7A3E9D"/>
                </a:solidFill>
                <a:effectLst/>
                <a:latin typeface="+mj-lt"/>
              </a:rPr>
              <a:t>usecols</a:t>
            </a:r>
            <a:r>
              <a:rPr lang="en-US" altLang="zh-CN" b="0" dirty="0">
                <a:solidFill>
                  <a:srgbClr val="777777"/>
                </a:solidFill>
                <a:effectLst/>
                <a:latin typeface="+mj-lt"/>
              </a:rPr>
              <a:t>=(</a:t>
            </a:r>
            <a:r>
              <a:rPr lang="en-US" altLang="zh-CN" b="0" dirty="0">
                <a:solidFill>
                  <a:srgbClr val="9C5D27"/>
                </a:solidFill>
                <a:effectLst/>
                <a:latin typeface="+mj-lt"/>
              </a:rPr>
              <a:t>2</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9C5D27"/>
                </a:solidFill>
                <a:effectLst/>
                <a:latin typeface="+mj-lt"/>
              </a:rPr>
              <a:t>3</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9C5D27"/>
                </a:solidFill>
                <a:effectLst/>
                <a:latin typeface="+mj-lt"/>
              </a:rPr>
              <a:t>4</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9C5D27"/>
                </a:solidFill>
                <a:effectLst/>
                <a:latin typeface="+mj-lt"/>
              </a:rPr>
              <a:t>5</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9C5D27"/>
                </a:solidFill>
                <a:effectLst/>
                <a:latin typeface="+mj-lt"/>
              </a:rPr>
              <a:t>6</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9C5D27"/>
                </a:solidFill>
                <a:effectLst/>
                <a:latin typeface="+mj-lt"/>
              </a:rPr>
              <a:t>7</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7A3E9D"/>
                </a:solidFill>
                <a:effectLst/>
                <a:latin typeface="+mj-lt"/>
              </a:rPr>
              <a:t>delimiter</a:t>
            </a:r>
            <a:r>
              <a:rPr lang="en-US" altLang="zh-CN" b="0" dirty="0">
                <a:solidFill>
                  <a:srgbClr val="777777"/>
                </a:solidFill>
                <a:effectLst/>
                <a:latin typeface="+mj-lt"/>
              </a:rPr>
              <a:t>='</a:t>
            </a:r>
            <a:r>
              <a:rPr lang="en-US" altLang="zh-CN" b="0" dirty="0">
                <a:solidFill>
                  <a:srgbClr val="448C27"/>
                </a:solidFill>
                <a:effectLst/>
                <a:latin typeface="+mj-lt"/>
              </a:rPr>
              <a:t>,</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err="1">
                <a:solidFill>
                  <a:srgbClr val="7A3E9D"/>
                </a:solidFill>
                <a:effectLst/>
                <a:latin typeface="+mj-lt"/>
              </a:rPr>
              <a:t>skiprows</a:t>
            </a:r>
            <a:r>
              <a:rPr lang="en-US" altLang="zh-CN" b="0" dirty="0">
                <a:solidFill>
                  <a:srgbClr val="777777"/>
                </a:solidFill>
                <a:effectLst/>
                <a:latin typeface="+mj-lt"/>
              </a:rPr>
              <a:t>=</a:t>
            </a:r>
            <a:r>
              <a:rPr lang="en-US" altLang="zh-CN" b="0" dirty="0">
                <a:solidFill>
                  <a:srgbClr val="9C5D27"/>
                </a:solidFill>
                <a:effectLst/>
                <a:latin typeface="+mj-lt"/>
              </a:rPr>
              <a:t>1</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7A3E9D"/>
                </a:solidFill>
                <a:effectLst/>
                <a:latin typeface="+mj-lt"/>
              </a:rPr>
              <a:t>encoding</a:t>
            </a:r>
            <a:r>
              <a:rPr lang="en-US" altLang="zh-CN" b="0" dirty="0">
                <a:solidFill>
                  <a:srgbClr val="777777"/>
                </a:solidFill>
                <a:effectLst/>
                <a:latin typeface="+mj-lt"/>
              </a:rPr>
              <a:t>='</a:t>
            </a:r>
            <a:r>
              <a:rPr lang="en-US" altLang="zh-CN" b="0" dirty="0">
                <a:solidFill>
                  <a:srgbClr val="448C27"/>
                </a:solidFill>
                <a:effectLst/>
                <a:latin typeface="+mj-lt"/>
              </a:rPr>
              <a:t>utf-8</a:t>
            </a:r>
            <a:r>
              <a:rPr lang="en-US" altLang="zh-CN" b="0" dirty="0">
                <a:solidFill>
                  <a:srgbClr val="777777"/>
                </a:solidFill>
                <a:effectLst/>
                <a:latin typeface="+mj-lt"/>
              </a:rPr>
              <a:t>')</a:t>
            </a:r>
            <a:endParaRPr lang="en-US" altLang="zh-CN" b="0" dirty="0">
              <a:solidFill>
                <a:srgbClr val="333333"/>
              </a:solidFill>
              <a:effectLst/>
              <a:latin typeface="+mj-lt"/>
            </a:endParaRPr>
          </a:p>
          <a:p>
            <a:r>
              <a:rPr lang="en-US" altLang="zh-CN" b="1" dirty="0" err="1">
                <a:solidFill>
                  <a:srgbClr val="7A3E9D"/>
                </a:solidFill>
                <a:effectLst/>
                <a:latin typeface="+mj-lt"/>
              </a:rPr>
              <a:t>np</a:t>
            </a:r>
            <a:r>
              <a:rPr lang="en-US" altLang="zh-CN" b="0" dirty="0" err="1">
                <a:solidFill>
                  <a:srgbClr val="777777"/>
                </a:solidFill>
                <a:effectLst/>
                <a:latin typeface="+mj-lt"/>
              </a:rPr>
              <a:t>.</a:t>
            </a:r>
            <a:r>
              <a:rPr lang="en-US" altLang="zh-CN" b="1" dirty="0" err="1">
                <a:solidFill>
                  <a:srgbClr val="AA3731"/>
                </a:solidFill>
                <a:effectLst/>
                <a:latin typeface="+mj-lt"/>
              </a:rPr>
              <a:t>savetxt</a:t>
            </a:r>
            <a:r>
              <a:rPr lang="en-US" altLang="zh-CN" b="0" dirty="0">
                <a:solidFill>
                  <a:srgbClr val="777777"/>
                </a:solidFill>
                <a:effectLst/>
                <a:latin typeface="+mj-lt"/>
              </a:rPr>
              <a:t>('</a:t>
            </a:r>
            <a:r>
              <a:rPr lang="en-US" altLang="zh-CN" b="0" dirty="0">
                <a:solidFill>
                  <a:srgbClr val="448C27"/>
                </a:solidFill>
                <a:effectLst/>
                <a:latin typeface="+mj-lt"/>
              </a:rPr>
              <a:t>score_save.txt</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7A3E9D"/>
                </a:solidFill>
                <a:effectLst/>
                <a:latin typeface="+mj-lt"/>
              </a:rPr>
              <a:t>data</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err="1">
                <a:solidFill>
                  <a:srgbClr val="7A3E9D"/>
                </a:solidFill>
                <a:effectLst/>
                <a:latin typeface="+mj-lt"/>
              </a:rPr>
              <a:t>fmt</a:t>
            </a:r>
            <a:r>
              <a:rPr lang="en-US" altLang="zh-CN" b="0" dirty="0">
                <a:solidFill>
                  <a:srgbClr val="777777"/>
                </a:solidFill>
                <a:effectLst/>
                <a:latin typeface="+mj-lt"/>
              </a:rPr>
              <a:t>="</a:t>
            </a:r>
            <a:r>
              <a:rPr lang="en-US" altLang="zh-CN" b="0" dirty="0">
                <a:solidFill>
                  <a:srgbClr val="9C5D27"/>
                </a:solidFill>
                <a:effectLst/>
                <a:latin typeface="+mj-lt"/>
              </a:rPr>
              <a:t>%</a:t>
            </a:r>
            <a:r>
              <a:rPr lang="en-US" altLang="zh-CN" b="0" dirty="0" err="1">
                <a:solidFill>
                  <a:srgbClr val="9C5D27"/>
                </a:solidFill>
                <a:effectLst/>
                <a:latin typeface="+mj-lt"/>
              </a:rPr>
              <a:t>s</a:t>
            </a:r>
            <a:r>
              <a:rPr lang="en-US" altLang="zh-CN" b="0" dirty="0" err="1">
                <a:solidFill>
                  <a:srgbClr val="777777"/>
                </a:solidFill>
                <a:effectLst/>
                <a:latin typeface="+mj-lt"/>
              </a:rPr>
              <a:t>",</a:t>
            </a:r>
            <a:r>
              <a:rPr lang="en-US" altLang="zh-CN" b="0" dirty="0" err="1">
                <a:solidFill>
                  <a:srgbClr val="7A3E9D"/>
                </a:solidFill>
                <a:effectLst/>
                <a:latin typeface="+mj-lt"/>
              </a:rPr>
              <a:t>delimiter</a:t>
            </a:r>
            <a:r>
              <a:rPr lang="en-US" altLang="zh-CN" b="0" dirty="0">
                <a:solidFill>
                  <a:srgbClr val="777777"/>
                </a:solidFill>
                <a:effectLst/>
                <a:latin typeface="+mj-lt"/>
              </a:rPr>
              <a:t>='</a:t>
            </a:r>
            <a:r>
              <a:rPr lang="en-US" altLang="zh-CN" b="0" dirty="0">
                <a:solidFill>
                  <a:srgbClr val="448C27"/>
                </a:solidFill>
                <a:effectLst/>
                <a:latin typeface="+mj-lt"/>
              </a:rPr>
              <a:t> </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7A3E9D"/>
                </a:solidFill>
                <a:effectLst/>
                <a:latin typeface="+mj-lt"/>
              </a:rPr>
              <a:t>encoding</a:t>
            </a:r>
            <a:r>
              <a:rPr lang="en-US" altLang="zh-CN" b="0" dirty="0">
                <a:solidFill>
                  <a:srgbClr val="777777"/>
                </a:solidFill>
                <a:effectLst/>
                <a:latin typeface="+mj-lt"/>
              </a:rPr>
              <a:t>='</a:t>
            </a:r>
            <a:r>
              <a:rPr lang="en-US" altLang="zh-CN" b="0" dirty="0">
                <a:solidFill>
                  <a:srgbClr val="448C27"/>
                </a:solidFill>
                <a:effectLst/>
                <a:latin typeface="+mj-lt"/>
              </a:rPr>
              <a:t>utf-8</a:t>
            </a:r>
            <a:r>
              <a:rPr lang="en-US" altLang="zh-CN" b="0" dirty="0">
                <a:solidFill>
                  <a:srgbClr val="777777"/>
                </a:solidFill>
                <a:effectLst/>
                <a:latin typeface="+mj-lt"/>
              </a:rPr>
              <a:t>')</a:t>
            </a:r>
            <a:endParaRPr lang="en-US" altLang="zh-CN" b="0" dirty="0">
              <a:solidFill>
                <a:srgbClr val="333333"/>
              </a:solidFill>
              <a:effectLst/>
              <a:latin typeface="+mj-lt"/>
            </a:endParaRPr>
          </a:p>
        </p:txBody>
      </p:sp>
      <p:sp>
        <p:nvSpPr>
          <p:cNvPr id="3" name="内容占位符 1"/>
          <p:cNvSpPr txBox="1"/>
          <p:nvPr/>
        </p:nvSpPr>
        <p:spPr>
          <a:xfrm>
            <a:off x="840444" y="1097958"/>
            <a:ext cx="10815912" cy="584775"/>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457200" indent="-457200">
              <a:lnSpc>
                <a:spcPct val="125000"/>
              </a:lnSpc>
              <a:buClr>
                <a:sysClr val="windowText" lastClr="000000"/>
              </a:buClr>
              <a:buFont typeface="+mj-lt"/>
              <a:buAutoNum type="arabicPeriod" startAt="4"/>
            </a:pPr>
            <a:r>
              <a:rPr lang="zh-CN" altLang="en-US" sz="2400" dirty="0">
                <a:solidFill>
                  <a:sysClr val="windowText" lastClr="000000"/>
                </a:solidFill>
                <a:latin typeface="微软雅黑" panose="020B0503020204020204" pitchFamily="34" charset="-122"/>
                <a:ea typeface="微软雅黑" panose="020B0503020204020204" pitchFamily="34" charset="-122"/>
              </a:rPr>
              <a:t>将读取的数组中的数据以</a:t>
            </a:r>
            <a:r>
              <a:rPr lang="zh-CN" altLang="en-US" sz="2400" b="1" dirty="0">
                <a:solidFill>
                  <a:schemeClr val="accent2"/>
                </a:solidFill>
                <a:latin typeface="微软雅黑" panose="020B0503020204020204" pitchFamily="34" charset="-122"/>
                <a:ea typeface="微软雅黑" panose="020B0503020204020204" pitchFamily="34" charset="-122"/>
              </a:rPr>
              <a:t>字符串类型写入</a:t>
            </a:r>
            <a:r>
              <a:rPr lang="zh-CN" altLang="en-US" sz="2400" dirty="0">
                <a:solidFill>
                  <a:sysClr val="windowText" lastClr="000000"/>
                </a:solidFill>
                <a:latin typeface="微软雅黑" panose="020B0503020204020204" pitchFamily="34" charset="-122"/>
                <a:ea typeface="微软雅黑" panose="020B0503020204020204" pitchFamily="34" charset="-122"/>
              </a:rPr>
              <a:t>文本文件“</a:t>
            </a:r>
            <a:r>
              <a:rPr lang="en-US" altLang="zh-CN" sz="2400" dirty="0">
                <a:solidFill>
                  <a:sysClr val="windowText" lastClr="000000"/>
                </a:solidFill>
                <a:latin typeface="微软雅黑" panose="020B0503020204020204" pitchFamily="34" charset="-122"/>
                <a:ea typeface="微软雅黑" panose="020B0503020204020204" pitchFamily="34" charset="-122"/>
              </a:rPr>
              <a:t>score_save.txt”</a:t>
            </a:r>
            <a:r>
              <a:rPr lang="zh-CN" altLang="en-US" sz="2400" dirty="0">
                <a:solidFill>
                  <a:sysClr val="windowText" lastClr="000000"/>
                </a:solidFill>
                <a:latin typeface="微软雅黑" panose="020B0503020204020204" pitchFamily="34" charset="-122"/>
                <a:ea typeface="微软雅黑" panose="020B0503020204020204" pitchFamily="34" charset="-122"/>
              </a:rPr>
              <a:t>中</a:t>
            </a:r>
            <a:endParaRPr lang="zh-CN" altLang="en-US" sz="2400" dirty="0">
              <a:solidFill>
                <a:sysClr val="windowText" lastClr="000000"/>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6614160" y="3840480"/>
            <a:ext cx="4739640" cy="2878211"/>
          </a:xfrm>
          <a:prstGeom prst="roundRect">
            <a:avLst>
              <a:gd name="adj" fmla="val 5518"/>
            </a:avLst>
          </a:prstGeom>
          <a:solidFill>
            <a:srgbClr val="0070C0"/>
          </a:solidFill>
          <a:ln>
            <a:solidFill>
              <a:schemeClr val="bg1"/>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nchorCtr="0"/>
          <a:lstStyle>
            <a:defPPr>
              <a:defRPr lang="zh-CN"/>
            </a:defPPr>
            <a:lvl1pPr>
              <a:defRPr sz="24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a:lnSpc>
                <a:spcPct val="125000"/>
              </a:lnSpc>
              <a:spcBef>
                <a:spcPts val="500"/>
              </a:spcBef>
              <a:defRPr/>
            </a:pPr>
            <a:r>
              <a:rPr lang="zh-CN" altLang="en-US" sz="2000" b="1" dirty="0">
                <a:solidFill>
                  <a:prstClr val="white"/>
                </a:solidFill>
                <a:latin typeface="微软雅黑" panose="020B0503020204020204" pitchFamily="34" charset="-122"/>
                <a:ea typeface="微软雅黑" panose="020B0503020204020204" pitchFamily="34" charset="-122"/>
              </a:rPr>
              <a:t>文件“</a:t>
            </a:r>
            <a:r>
              <a:rPr lang="en-US" altLang="zh-CN" sz="2000" b="1" dirty="0">
                <a:solidFill>
                  <a:prstClr val="white"/>
                </a:solidFill>
                <a:latin typeface="微软雅黑" panose="020B0503020204020204" pitchFamily="34" charset="-122"/>
                <a:ea typeface="微软雅黑" panose="020B0503020204020204" pitchFamily="34" charset="-122"/>
              </a:rPr>
              <a:t>score_save.txt”</a:t>
            </a:r>
            <a:r>
              <a:rPr lang="zh-CN" altLang="en-US" sz="2000" b="1" dirty="0">
                <a:solidFill>
                  <a:prstClr val="white"/>
                </a:solidFill>
                <a:latin typeface="微软雅黑" panose="020B0503020204020204" pitchFamily="34" charset="-122"/>
                <a:ea typeface="微软雅黑" panose="020B0503020204020204" pitchFamily="34" charset="-122"/>
              </a:rPr>
              <a:t>中的数据如下：</a:t>
            </a:r>
            <a:endParaRPr lang="zh-CN" altLang="en-US" sz="2000" b="1" dirty="0">
              <a:solidFill>
                <a:prstClr val="white"/>
              </a:solidFill>
              <a:latin typeface="微软雅黑" panose="020B0503020204020204" pitchFamily="34" charset="-122"/>
              <a:ea typeface="微软雅黑" panose="020B0503020204020204" pitchFamily="34" charset="-122"/>
            </a:endParaRPr>
          </a:p>
          <a:p>
            <a:pPr lvl="0">
              <a:lnSpc>
                <a:spcPct val="125000"/>
              </a:lnSpc>
              <a:spcBef>
                <a:spcPts val="500"/>
              </a:spcBef>
              <a:defRPr/>
            </a:pPr>
            <a:r>
              <a:rPr lang="en-US" altLang="zh-CN" sz="2000" b="1" dirty="0">
                <a:solidFill>
                  <a:prstClr val="white"/>
                </a:solidFill>
                <a:latin typeface="微软雅黑" panose="020B0503020204020204" pitchFamily="34" charset="-122"/>
                <a:ea typeface="微软雅黑" panose="020B0503020204020204" pitchFamily="34" charset="-122"/>
              </a:rPr>
              <a:t>75.0 93.0 66.0 85.0 88.0 407.0</a:t>
            </a:r>
            <a:endParaRPr lang="en-US" altLang="zh-CN" sz="2000" b="1" dirty="0">
              <a:solidFill>
                <a:prstClr val="white"/>
              </a:solidFill>
              <a:latin typeface="微软雅黑" panose="020B0503020204020204" pitchFamily="34" charset="-122"/>
              <a:ea typeface="微软雅黑" panose="020B0503020204020204" pitchFamily="34" charset="-122"/>
            </a:endParaRPr>
          </a:p>
          <a:p>
            <a:pPr lvl="0">
              <a:lnSpc>
                <a:spcPct val="125000"/>
              </a:lnSpc>
              <a:spcBef>
                <a:spcPts val="500"/>
              </a:spcBef>
              <a:defRPr/>
            </a:pPr>
            <a:r>
              <a:rPr lang="en-US" altLang="zh-CN" sz="2000" b="1" dirty="0">
                <a:solidFill>
                  <a:prstClr val="white"/>
                </a:solidFill>
                <a:latin typeface="微软雅黑" panose="020B0503020204020204" pitchFamily="34" charset="-122"/>
                <a:ea typeface="微软雅黑" panose="020B0503020204020204" pitchFamily="34" charset="-122"/>
              </a:rPr>
              <a:t>86.0 76.0 96.0 93.0 67.0 418.0</a:t>
            </a:r>
            <a:endParaRPr lang="en-US" altLang="zh-CN" sz="2000" b="1" dirty="0">
              <a:solidFill>
                <a:prstClr val="white"/>
              </a:solidFill>
              <a:latin typeface="微软雅黑" panose="020B0503020204020204" pitchFamily="34" charset="-122"/>
              <a:ea typeface="微软雅黑" panose="020B0503020204020204" pitchFamily="34" charset="-122"/>
            </a:endParaRPr>
          </a:p>
          <a:p>
            <a:pPr lvl="0">
              <a:lnSpc>
                <a:spcPct val="125000"/>
              </a:lnSpc>
              <a:spcBef>
                <a:spcPts val="500"/>
              </a:spcBef>
              <a:defRPr/>
            </a:pPr>
            <a:r>
              <a:rPr lang="en-US" altLang="zh-CN" sz="2000" b="1" dirty="0">
                <a:solidFill>
                  <a:prstClr val="white"/>
                </a:solidFill>
                <a:latin typeface="微软雅黑" panose="020B0503020204020204" pitchFamily="34" charset="-122"/>
                <a:ea typeface="微软雅黑" panose="020B0503020204020204" pitchFamily="34" charset="-122"/>
              </a:rPr>
              <a:t>88.0 98.0 76.0 90.0 89.0 441.0</a:t>
            </a:r>
            <a:endParaRPr lang="en-US" altLang="zh-CN" sz="2000" b="1" dirty="0">
              <a:solidFill>
                <a:prstClr val="white"/>
              </a:solidFill>
              <a:latin typeface="微软雅黑" panose="020B0503020204020204" pitchFamily="34" charset="-122"/>
              <a:ea typeface="微软雅黑" panose="020B0503020204020204" pitchFamily="34" charset="-122"/>
            </a:endParaRPr>
          </a:p>
          <a:p>
            <a:pPr lvl="0">
              <a:lnSpc>
                <a:spcPct val="125000"/>
              </a:lnSpc>
              <a:spcBef>
                <a:spcPts val="500"/>
              </a:spcBef>
              <a:defRPr/>
            </a:pPr>
            <a:r>
              <a:rPr lang="en-US" altLang="zh-CN" sz="2000" b="1" dirty="0">
                <a:solidFill>
                  <a:prstClr val="white"/>
                </a:solidFill>
                <a:latin typeface="微软雅黑" panose="020B0503020204020204" pitchFamily="34" charset="-122"/>
                <a:ea typeface="微软雅黑" panose="020B0503020204020204" pitchFamily="34" charset="-122"/>
              </a:rPr>
              <a:t>99.0 96.0 91.0 88.0 86.0 460.0</a:t>
            </a:r>
            <a:endParaRPr lang="en-US" altLang="zh-CN" sz="2000" b="1" dirty="0">
              <a:solidFill>
                <a:prstClr val="white"/>
              </a:solidFill>
              <a:latin typeface="微软雅黑" panose="020B0503020204020204" pitchFamily="34" charset="-122"/>
              <a:ea typeface="微软雅黑" panose="020B0503020204020204" pitchFamily="34" charset="-122"/>
            </a:endParaRPr>
          </a:p>
          <a:p>
            <a:pPr lvl="0">
              <a:lnSpc>
                <a:spcPct val="125000"/>
              </a:lnSpc>
              <a:spcBef>
                <a:spcPts val="500"/>
              </a:spcBef>
              <a:defRPr/>
            </a:pPr>
            <a:r>
              <a:rPr lang="en-US" altLang="zh-CN" sz="2000" b="1" dirty="0">
                <a:solidFill>
                  <a:prstClr val="white"/>
                </a:solidFill>
                <a:latin typeface="微软雅黑" panose="020B0503020204020204" pitchFamily="34" charset="-122"/>
                <a:ea typeface="微软雅黑" panose="020B0503020204020204" pitchFamily="34" charset="-122"/>
              </a:rPr>
              <a:t>95.0 96.0 85.0 63.0 91.0 430.0</a:t>
            </a:r>
            <a:endParaRPr lang="en-US" altLang="zh-CN" sz="2000" b="1" dirty="0">
              <a:solidFill>
                <a:prstClr val="white"/>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7.5.4</a:t>
            </a:r>
            <a:endParaRPr lang="zh-CN" altLang="en-US" dirty="0"/>
          </a:p>
        </p:txBody>
      </p:sp>
      <p:sp>
        <p:nvSpPr>
          <p:cNvPr id="3" name="标题 2"/>
          <p:cNvSpPr>
            <a:spLocks noGrp="1"/>
          </p:cNvSpPr>
          <p:nvPr>
            <p:ph type="title"/>
          </p:nvPr>
        </p:nvSpPr>
        <p:spPr/>
        <p:txBody>
          <a:bodyPr/>
          <a:lstStyle/>
          <a:p>
            <a:r>
              <a:rPr lang="zh-CN" altLang="en-US" dirty="0"/>
              <a:t>通用函数</a:t>
            </a:r>
            <a:endParaRPr lang="zh-CN" altLang="en-US" dirty="0"/>
          </a:p>
        </p:txBody>
      </p:sp>
      <p:sp>
        <p:nvSpPr>
          <p:cNvPr id="9" name="内容占位符 1"/>
          <p:cNvSpPr txBox="1"/>
          <p:nvPr/>
        </p:nvSpPr>
        <p:spPr>
          <a:xfrm>
            <a:off x="655074" y="989319"/>
            <a:ext cx="10881852" cy="3034042"/>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25000"/>
              </a:lnSpc>
              <a:defRPr/>
            </a:pP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通用函数（</a:t>
            </a:r>
            <a:r>
              <a:rPr kumimoji="0" lang="en-US" altLang="zh-CN"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universal function</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）也称为 </a:t>
            </a:r>
            <a:r>
              <a:rPr kumimoji="0" lang="en-US" altLang="zh-CN" sz="2400" b="0" i="0" u="none" strike="noStrike" kern="1200" cap="none" spc="0" normalizeH="0" baseline="0" noProof="0" dirty="0" err="1">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ufunc</a:t>
            </a:r>
            <a:r>
              <a:rPr kumimoji="0" lang="en-US" altLang="zh-CN"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 </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函数，是一种对数组的</a:t>
            </a:r>
            <a:r>
              <a:rPr kumimoji="0" lang="zh-CN" altLang="en-US" sz="24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每个元素进行运算</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的函数。许多通用函数是用 </a:t>
            </a:r>
            <a:r>
              <a:rPr kumimoji="0" lang="en-US" altLang="zh-CN"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C </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语言实现的、针对数组进行操作的、以数组作为输出，不需要对数组的每一个元素都进行操作，因此比 </a:t>
            </a:r>
            <a:r>
              <a:rPr kumimoji="0" lang="en-US" altLang="zh-CN"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math </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库中的函数</a:t>
            </a:r>
            <a:r>
              <a:rPr kumimoji="0" lang="zh-CN" altLang="en-US" sz="24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效率高 </a:t>
            </a:r>
            <a:r>
              <a:rPr kumimoji="0" lang="en-US" altLang="zh-CN" sz="24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6-10 </a:t>
            </a:r>
            <a:r>
              <a:rPr kumimoji="0" lang="zh-CN" altLang="en-US" sz="24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倍</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a:t>
            </a:r>
            <a:endPar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a:p>
            <a:pPr>
              <a:lnSpc>
                <a:spcPct val="125000"/>
              </a:lnSpc>
              <a:defRPr/>
            </a:pPr>
            <a:r>
              <a:rPr kumimoji="0" lang="en-US" altLang="zh-CN"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NumPy </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提供了许多用于</a:t>
            </a:r>
            <a:r>
              <a:rPr kumimoji="0" lang="zh-CN" altLang="en-US" sz="24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数学运算</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的通用函数，例如用于计算两个数组之和的 </a:t>
            </a:r>
            <a:r>
              <a:rPr kumimoji="0" lang="en-US" altLang="zh-CN"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add() </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函数</a:t>
            </a:r>
            <a:r>
              <a:rPr lang="zh-CN" altLang="en-US" sz="2400" dirty="0">
                <a:solidFill>
                  <a:sysClr val="windowText" lastClr="000000"/>
                </a:solidFill>
                <a:latin typeface="微软雅黑" panose="020B0503020204020204" pitchFamily="34" charset="-122"/>
                <a:ea typeface="微软雅黑" panose="020B0503020204020204" pitchFamily="34" charset="-122"/>
              </a:rPr>
              <a:t>：</a:t>
            </a:r>
            <a:endPar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p:txBody>
      </p:sp>
      <p:sp>
        <p:nvSpPr>
          <p:cNvPr id="10" name="内容占位符 3"/>
          <p:cNvSpPr txBox="1"/>
          <p:nvPr/>
        </p:nvSpPr>
        <p:spPr>
          <a:xfrm>
            <a:off x="688044" y="3962402"/>
            <a:ext cx="10815912" cy="2753359"/>
          </a:xfrm>
          <a:prstGeom prst="roundRect">
            <a:avLst>
              <a:gd name="adj" fmla="val 14103"/>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b="0" dirty="0">
                <a:solidFill>
                  <a:srgbClr val="4B69C6"/>
                </a:solidFill>
                <a:effectLst/>
                <a:latin typeface="+mj-lt"/>
              </a:rPr>
              <a:t>import</a:t>
            </a:r>
            <a:r>
              <a:rPr lang="en-US" altLang="zh-CN" b="0" dirty="0">
                <a:solidFill>
                  <a:srgbClr val="333333"/>
                </a:solidFill>
                <a:effectLst/>
                <a:latin typeface="+mj-lt"/>
              </a:rPr>
              <a:t> </a:t>
            </a:r>
            <a:r>
              <a:rPr lang="en-US" altLang="zh-CN" b="1" dirty="0" err="1">
                <a:solidFill>
                  <a:srgbClr val="7A3E9D"/>
                </a:solidFill>
                <a:effectLst/>
                <a:latin typeface="+mj-lt"/>
              </a:rPr>
              <a:t>numpy</a:t>
            </a:r>
            <a:r>
              <a:rPr lang="en-US" altLang="zh-CN" b="0" dirty="0">
                <a:solidFill>
                  <a:srgbClr val="333333"/>
                </a:solidFill>
                <a:effectLst/>
                <a:latin typeface="+mj-lt"/>
              </a:rPr>
              <a:t> </a:t>
            </a:r>
            <a:r>
              <a:rPr lang="en-US" altLang="zh-CN" b="0" dirty="0">
                <a:solidFill>
                  <a:srgbClr val="4B69C6"/>
                </a:solidFill>
                <a:effectLst/>
                <a:latin typeface="+mj-lt"/>
              </a:rPr>
              <a:t>as</a:t>
            </a:r>
            <a:r>
              <a:rPr lang="en-US" altLang="zh-CN" b="0" dirty="0">
                <a:solidFill>
                  <a:srgbClr val="333333"/>
                </a:solidFill>
                <a:effectLst/>
                <a:latin typeface="+mj-lt"/>
              </a:rPr>
              <a:t> </a:t>
            </a:r>
            <a:r>
              <a:rPr lang="en-US" altLang="zh-CN" b="1" dirty="0">
                <a:solidFill>
                  <a:srgbClr val="7A3E9D"/>
                </a:solidFill>
                <a:effectLst/>
                <a:latin typeface="+mj-lt"/>
              </a:rPr>
              <a:t>np</a:t>
            </a:r>
            <a:endParaRPr lang="en-US" altLang="zh-CN" b="0" dirty="0">
              <a:solidFill>
                <a:srgbClr val="333333"/>
              </a:solidFill>
              <a:effectLst/>
              <a:latin typeface="+mj-lt"/>
            </a:endParaRPr>
          </a:p>
          <a:p>
            <a:r>
              <a:rPr lang="en-US" altLang="zh-CN" b="0" dirty="0">
                <a:solidFill>
                  <a:srgbClr val="333333"/>
                </a:solidFill>
                <a:effectLst/>
                <a:latin typeface="+mj-lt"/>
              </a:rPr>
              <a:t> </a:t>
            </a:r>
            <a:endParaRPr lang="en-US" altLang="zh-CN" b="0" dirty="0">
              <a:solidFill>
                <a:srgbClr val="333333"/>
              </a:solidFill>
              <a:effectLst/>
              <a:latin typeface="+mj-lt"/>
            </a:endParaRPr>
          </a:p>
          <a:p>
            <a:r>
              <a:rPr lang="en-US" altLang="zh-CN" b="0" dirty="0">
                <a:solidFill>
                  <a:srgbClr val="7A3E9D"/>
                </a:solidFill>
                <a:effectLst/>
                <a:latin typeface="+mj-lt"/>
              </a:rPr>
              <a:t>a</a:t>
            </a:r>
            <a:r>
              <a:rPr lang="en-US" altLang="zh-CN" b="0" dirty="0">
                <a:solidFill>
                  <a:srgbClr val="333333"/>
                </a:solidFill>
                <a:effectLst/>
                <a:latin typeface="+mj-lt"/>
              </a:rPr>
              <a:t> </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1" dirty="0" err="1">
                <a:solidFill>
                  <a:srgbClr val="7A3E9D"/>
                </a:solidFill>
                <a:effectLst/>
                <a:latin typeface="+mj-lt"/>
              </a:rPr>
              <a:t>np</a:t>
            </a:r>
            <a:r>
              <a:rPr lang="en-US" altLang="zh-CN" b="0" dirty="0" err="1">
                <a:solidFill>
                  <a:srgbClr val="777777"/>
                </a:solidFill>
                <a:effectLst/>
                <a:latin typeface="+mj-lt"/>
              </a:rPr>
              <a:t>.</a:t>
            </a:r>
            <a:r>
              <a:rPr lang="en-US" altLang="zh-CN" b="1" dirty="0" err="1">
                <a:solidFill>
                  <a:srgbClr val="AA3731"/>
                </a:solidFill>
                <a:effectLst/>
                <a:latin typeface="+mj-lt"/>
              </a:rPr>
              <a:t>array</a:t>
            </a:r>
            <a:r>
              <a:rPr lang="en-US" altLang="zh-CN" b="0" dirty="0">
                <a:solidFill>
                  <a:srgbClr val="777777"/>
                </a:solidFill>
                <a:effectLst/>
                <a:latin typeface="+mj-lt"/>
              </a:rPr>
              <a:t>((</a:t>
            </a:r>
            <a:r>
              <a:rPr lang="en-US" altLang="zh-CN" b="0" dirty="0">
                <a:solidFill>
                  <a:srgbClr val="9C5D27"/>
                </a:solidFill>
                <a:effectLst/>
                <a:latin typeface="+mj-lt"/>
              </a:rPr>
              <a:t>1</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9C5D27"/>
                </a:solidFill>
                <a:effectLst/>
                <a:latin typeface="+mj-lt"/>
              </a:rPr>
              <a:t>2</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9C5D27"/>
                </a:solidFill>
                <a:effectLst/>
                <a:latin typeface="+mj-lt"/>
              </a:rPr>
              <a:t>3</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9C5D27"/>
                </a:solidFill>
                <a:effectLst/>
                <a:latin typeface="+mj-lt"/>
              </a:rPr>
              <a:t>4</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9C5D27"/>
                </a:solidFill>
                <a:effectLst/>
                <a:latin typeface="+mj-lt"/>
              </a:rPr>
              <a:t>5</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AAAAAA"/>
                </a:solidFill>
                <a:effectLst/>
                <a:latin typeface="+mj-lt"/>
              </a:rPr>
              <a:t># </a:t>
            </a:r>
            <a:r>
              <a:rPr lang="zh-CN" altLang="en-US" b="0" dirty="0">
                <a:solidFill>
                  <a:srgbClr val="AAAAAA"/>
                </a:solidFill>
                <a:effectLst/>
                <a:latin typeface="+mj-lt"/>
              </a:rPr>
              <a:t>数组 </a:t>
            </a:r>
            <a:r>
              <a:rPr lang="en-US" altLang="zh-CN" b="0" dirty="0">
                <a:solidFill>
                  <a:srgbClr val="AAAAAA"/>
                </a:solidFill>
                <a:effectLst/>
                <a:latin typeface="+mj-lt"/>
              </a:rPr>
              <a:t>[ 1  2  3  4  5]</a:t>
            </a:r>
            <a:endParaRPr lang="zh-CN" altLang="en-US" b="0" dirty="0">
              <a:solidFill>
                <a:srgbClr val="333333"/>
              </a:solidFill>
              <a:effectLst/>
              <a:latin typeface="+mj-lt"/>
            </a:endParaRPr>
          </a:p>
          <a:p>
            <a:r>
              <a:rPr lang="en-US" altLang="zh-CN" b="0" dirty="0">
                <a:solidFill>
                  <a:srgbClr val="7A3E9D"/>
                </a:solidFill>
                <a:effectLst/>
                <a:latin typeface="+mj-lt"/>
              </a:rPr>
              <a:t>b</a:t>
            </a:r>
            <a:r>
              <a:rPr lang="en-US" altLang="zh-CN" b="0" dirty="0">
                <a:solidFill>
                  <a:srgbClr val="333333"/>
                </a:solidFill>
                <a:effectLst/>
                <a:latin typeface="+mj-lt"/>
              </a:rPr>
              <a:t> </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1" dirty="0" err="1">
                <a:solidFill>
                  <a:srgbClr val="7A3E9D"/>
                </a:solidFill>
                <a:effectLst/>
                <a:latin typeface="+mj-lt"/>
              </a:rPr>
              <a:t>np</a:t>
            </a:r>
            <a:r>
              <a:rPr lang="en-US" altLang="zh-CN" b="0" dirty="0" err="1">
                <a:solidFill>
                  <a:srgbClr val="777777"/>
                </a:solidFill>
                <a:effectLst/>
                <a:latin typeface="+mj-lt"/>
              </a:rPr>
              <a:t>.</a:t>
            </a:r>
            <a:r>
              <a:rPr lang="en-US" altLang="zh-CN" b="1" dirty="0" err="1">
                <a:solidFill>
                  <a:srgbClr val="AA3731"/>
                </a:solidFill>
                <a:effectLst/>
                <a:latin typeface="+mj-lt"/>
              </a:rPr>
              <a:t>array</a:t>
            </a:r>
            <a:r>
              <a:rPr lang="en-US" altLang="zh-CN" b="0" dirty="0">
                <a:solidFill>
                  <a:srgbClr val="777777"/>
                </a:solidFill>
                <a:effectLst/>
                <a:latin typeface="+mj-lt"/>
              </a:rPr>
              <a:t>((</a:t>
            </a:r>
            <a:r>
              <a:rPr lang="en-US" altLang="zh-CN" b="0" dirty="0">
                <a:solidFill>
                  <a:srgbClr val="9C5D27"/>
                </a:solidFill>
                <a:effectLst/>
                <a:latin typeface="+mj-lt"/>
              </a:rPr>
              <a:t>6</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9C5D27"/>
                </a:solidFill>
                <a:effectLst/>
                <a:latin typeface="+mj-lt"/>
              </a:rPr>
              <a:t>7</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9C5D27"/>
                </a:solidFill>
                <a:effectLst/>
                <a:latin typeface="+mj-lt"/>
              </a:rPr>
              <a:t>8</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9C5D27"/>
                </a:solidFill>
                <a:effectLst/>
                <a:latin typeface="+mj-lt"/>
              </a:rPr>
              <a:t>9</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9C5D27"/>
                </a:solidFill>
                <a:effectLst/>
                <a:latin typeface="+mj-lt"/>
              </a:rPr>
              <a:t>10</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AAAAAA"/>
                </a:solidFill>
                <a:effectLst/>
                <a:latin typeface="+mj-lt"/>
              </a:rPr>
              <a:t># </a:t>
            </a:r>
            <a:r>
              <a:rPr lang="zh-CN" altLang="en-US" b="0" dirty="0">
                <a:solidFill>
                  <a:srgbClr val="AAAAAA"/>
                </a:solidFill>
                <a:effectLst/>
                <a:latin typeface="+mj-lt"/>
              </a:rPr>
              <a:t>数组 </a:t>
            </a:r>
            <a:r>
              <a:rPr lang="en-US" altLang="zh-CN" b="0" dirty="0">
                <a:solidFill>
                  <a:srgbClr val="AAAAAA"/>
                </a:solidFill>
                <a:effectLst/>
                <a:latin typeface="+mj-lt"/>
              </a:rPr>
              <a:t>[ 6  7  8  9 10]</a:t>
            </a:r>
            <a:endParaRPr lang="zh-CN" altLang="en-US" b="0" dirty="0">
              <a:solidFill>
                <a:srgbClr val="333333"/>
              </a:solidFill>
              <a:effectLst/>
              <a:latin typeface="+mj-lt"/>
            </a:endParaRPr>
          </a:p>
          <a:p>
            <a:r>
              <a:rPr lang="en-US" altLang="zh-CN" b="1" dirty="0">
                <a:solidFill>
                  <a:srgbClr val="AA3731"/>
                </a:solidFill>
                <a:effectLst/>
                <a:latin typeface="+mj-lt"/>
              </a:rPr>
              <a:t>print</a:t>
            </a:r>
            <a:r>
              <a:rPr lang="en-US" altLang="zh-CN" b="0" dirty="0">
                <a:solidFill>
                  <a:srgbClr val="777777"/>
                </a:solidFill>
                <a:effectLst/>
                <a:latin typeface="+mj-lt"/>
              </a:rPr>
              <a:t>(</a:t>
            </a:r>
            <a:r>
              <a:rPr lang="en-US" altLang="zh-CN" b="1" dirty="0" err="1">
                <a:solidFill>
                  <a:srgbClr val="7A3E9D"/>
                </a:solidFill>
                <a:effectLst/>
                <a:latin typeface="+mj-lt"/>
              </a:rPr>
              <a:t>np</a:t>
            </a:r>
            <a:r>
              <a:rPr lang="en-US" altLang="zh-CN" b="0" dirty="0" err="1">
                <a:solidFill>
                  <a:srgbClr val="777777"/>
                </a:solidFill>
                <a:effectLst/>
                <a:latin typeface="+mj-lt"/>
              </a:rPr>
              <a:t>.</a:t>
            </a:r>
            <a:r>
              <a:rPr lang="en-US" altLang="zh-CN" b="0" dirty="0" err="1">
                <a:solidFill>
                  <a:srgbClr val="7A3E9D"/>
                </a:solidFill>
                <a:effectLst/>
                <a:latin typeface="+mj-lt"/>
              </a:rPr>
              <a:t>add</a:t>
            </a:r>
            <a:r>
              <a:rPr lang="en-US" altLang="zh-CN" b="0" dirty="0">
                <a:solidFill>
                  <a:srgbClr val="777777"/>
                </a:solidFill>
                <a:effectLst/>
                <a:latin typeface="+mj-lt"/>
              </a:rPr>
              <a:t>(</a:t>
            </a:r>
            <a:r>
              <a:rPr lang="en-US" altLang="zh-CN" b="0" dirty="0">
                <a:solidFill>
                  <a:srgbClr val="7A3E9D"/>
                </a:solidFill>
                <a:effectLst/>
                <a:latin typeface="+mj-lt"/>
              </a:rPr>
              <a:t>a</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7A3E9D"/>
                </a:solidFill>
                <a:effectLst/>
                <a:latin typeface="+mj-lt"/>
              </a:rPr>
              <a:t>b</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AAAAAA"/>
                </a:solidFill>
                <a:effectLst/>
                <a:latin typeface="+mj-lt"/>
              </a:rPr>
              <a:t># </a:t>
            </a:r>
            <a:r>
              <a:rPr lang="zh-CN" altLang="en-US" b="0" dirty="0">
                <a:solidFill>
                  <a:srgbClr val="AAAAAA"/>
                </a:solidFill>
                <a:effectLst/>
                <a:latin typeface="+mj-lt"/>
              </a:rPr>
              <a:t>输出 </a:t>
            </a:r>
            <a:r>
              <a:rPr lang="en-US" altLang="zh-CN" b="0" dirty="0">
                <a:solidFill>
                  <a:srgbClr val="AAAAAA"/>
                </a:solidFill>
                <a:effectLst/>
                <a:latin typeface="+mj-lt"/>
              </a:rPr>
              <a:t>[ 7  9 11 13 15]</a:t>
            </a:r>
            <a:endParaRPr lang="zh-CN" altLang="en-US" b="0" dirty="0">
              <a:solidFill>
                <a:srgbClr val="333333"/>
              </a:solidFill>
              <a:effectLst/>
              <a:latin typeface="+mj-lt"/>
            </a:endParaRPr>
          </a:p>
          <a:p>
            <a:r>
              <a:rPr lang="en-US" altLang="zh-CN" b="1" dirty="0">
                <a:solidFill>
                  <a:srgbClr val="AA3731"/>
                </a:solidFill>
                <a:effectLst/>
                <a:latin typeface="+mj-lt"/>
              </a:rPr>
              <a:t>print</a:t>
            </a:r>
            <a:r>
              <a:rPr lang="en-US" altLang="zh-CN" b="0" dirty="0">
                <a:solidFill>
                  <a:srgbClr val="777777"/>
                </a:solidFill>
                <a:effectLst/>
                <a:latin typeface="+mj-lt"/>
              </a:rPr>
              <a:t>(</a:t>
            </a:r>
            <a:r>
              <a:rPr lang="en-US" altLang="zh-CN" b="0" dirty="0">
                <a:solidFill>
                  <a:srgbClr val="7A3E9D"/>
                </a:solidFill>
                <a:effectLst/>
                <a:latin typeface="+mj-lt"/>
              </a:rPr>
              <a:t>a</a:t>
            </a:r>
            <a:r>
              <a:rPr lang="en-US" altLang="zh-CN" b="0" dirty="0">
                <a:solidFill>
                  <a:srgbClr val="333333"/>
                </a:solidFill>
                <a:effectLst/>
                <a:latin typeface="+mj-lt"/>
              </a:rPr>
              <a:t> </a:t>
            </a:r>
            <a:r>
              <a:rPr lang="en-US" altLang="zh-CN" b="1" dirty="0">
                <a:solidFill>
                  <a:srgbClr val="AA3731"/>
                </a:solidFill>
                <a:effectLst/>
                <a:latin typeface="+mj-lt"/>
              </a:rPr>
              <a:t>+</a:t>
            </a:r>
            <a:r>
              <a:rPr lang="en-US" altLang="zh-CN" b="0" dirty="0">
                <a:solidFill>
                  <a:srgbClr val="333333"/>
                </a:solidFill>
                <a:effectLst/>
                <a:latin typeface="+mj-lt"/>
              </a:rPr>
              <a:t> </a:t>
            </a:r>
            <a:r>
              <a:rPr lang="en-US" altLang="zh-CN" b="0" dirty="0">
                <a:solidFill>
                  <a:srgbClr val="7A3E9D"/>
                </a:solidFill>
                <a:effectLst/>
                <a:latin typeface="+mj-lt"/>
              </a:rPr>
              <a:t>b</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AAAAAA"/>
                </a:solidFill>
                <a:effectLst/>
                <a:latin typeface="+mj-lt"/>
              </a:rPr>
              <a:t># </a:t>
            </a:r>
            <a:r>
              <a:rPr lang="zh-CN" altLang="en-US" b="0" dirty="0">
                <a:solidFill>
                  <a:srgbClr val="AAAAAA"/>
                </a:solidFill>
                <a:effectLst/>
                <a:latin typeface="+mj-lt"/>
              </a:rPr>
              <a:t>输出 </a:t>
            </a:r>
            <a:r>
              <a:rPr lang="en-US" altLang="zh-CN" b="0" dirty="0">
                <a:solidFill>
                  <a:srgbClr val="AAAAAA"/>
                </a:solidFill>
                <a:effectLst/>
                <a:latin typeface="+mj-lt"/>
              </a:rPr>
              <a:t>[ 7  9 11 13 15]</a:t>
            </a:r>
            <a:r>
              <a:rPr lang="zh-CN" altLang="en-US" b="0" dirty="0">
                <a:solidFill>
                  <a:srgbClr val="AAAAAA"/>
                </a:solidFill>
                <a:effectLst/>
                <a:latin typeface="+mj-lt"/>
              </a:rPr>
              <a:t>，二者等效</a:t>
            </a:r>
            <a:endParaRPr lang="zh-CN" altLang="en-US" b="0" dirty="0">
              <a:solidFill>
                <a:srgbClr val="333333"/>
              </a:solidFill>
              <a:effectLst/>
              <a:latin typeface="+mj-lt"/>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7.5.4</a:t>
            </a:r>
            <a:endParaRPr lang="zh-CN" altLang="en-US" dirty="0"/>
          </a:p>
        </p:txBody>
      </p:sp>
      <p:sp>
        <p:nvSpPr>
          <p:cNvPr id="3" name="标题 2"/>
          <p:cNvSpPr>
            <a:spLocks noGrp="1"/>
          </p:cNvSpPr>
          <p:nvPr>
            <p:ph type="title"/>
          </p:nvPr>
        </p:nvSpPr>
        <p:spPr/>
        <p:txBody>
          <a:bodyPr/>
          <a:lstStyle/>
          <a:p>
            <a:r>
              <a:rPr lang="zh-CN" altLang="en-US" dirty="0"/>
              <a:t>通用函数</a:t>
            </a:r>
            <a:endParaRPr lang="zh-CN" altLang="en-US" dirty="0"/>
          </a:p>
        </p:txBody>
      </p:sp>
      <p:sp>
        <p:nvSpPr>
          <p:cNvPr id="2" name="内容占位符 1"/>
          <p:cNvSpPr txBox="1"/>
          <p:nvPr/>
        </p:nvSpPr>
        <p:spPr>
          <a:xfrm>
            <a:off x="746637" y="989319"/>
            <a:ext cx="10698726" cy="1977401"/>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25000"/>
              </a:lnSpc>
              <a:defRPr/>
            </a:pPr>
            <a:r>
              <a:rPr kumimoji="0" lang="en-US" altLang="zh-CN"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NumPy </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为数组定义了各种</a:t>
            </a:r>
            <a:r>
              <a:rPr kumimoji="0" lang="zh-CN" altLang="en-US" sz="24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数学运算操作符</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，因此计算两个数组的运算可以用运算函数，也可以写为数组运算表达式。</a:t>
            </a:r>
            <a:endParaRPr kumimoji="0" lang="en-US" altLang="zh-CN"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a:p>
            <a:pPr>
              <a:lnSpc>
                <a:spcPct val="125000"/>
              </a:lnSpc>
              <a:defRPr/>
            </a:pP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例如两个数组相加可以简单的写为 </a:t>
            </a:r>
            <a:r>
              <a:rPr kumimoji="0" lang="en-US" altLang="zh-CN"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a + b</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。下表列出了常用于运算的通用函数及其对应的数组运算表达式。</a:t>
            </a:r>
            <a:endPar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5" name="表格 4"/>
          <p:cNvGraphicFramePr>
            <a:graphicFrameLocks noGrp="1"/>
          </p:cNvGraphicFramePr>
          <p:nvPr/>
        </p:nvGraphicFramePr>
        <p:xfrm>
          <a:off x="816241" y="3151250"/>
          <a:ext cx="10559517" cy="3519990"/>
        </p:xfrm>
        <a:graphic>
          <a:graphicData uri="http://schemas.openxmlformats.org/drawingml/2006/table">
            <a:tbl>
              <a:tblPr firstRow="1" firstCol="1" bandRow="1">
                <a:tableStyleId>{B301B821-A1FF-4177-AEE7-76D212191A09}</a:tableStyleId>
              </a:tblPr>
              <a:tblGrid>
                <a:gridCol w="3057505"/>
                <a:gridCol w="2005944"/>
                <a:gridCol w="3283810"/>
                <a:gridCol w="2212258"/>
              </a:tblGrid>
              <a:tr h="586665">
                <a:tc>
                  <a:txBody>
                    <a:bodyPr/>
                    <a:lstStyle/>
                    <a:p>
                      <a:pPr algn="ctr"/>
                      <a:r>
                        <a:rPr lang="en-US" sz="2400" kern="0" dirty="0" err="1">
                          <a:effectLst/>
                          <a:latin typeface="+mj-lt"/>
                        </a:rPr>
                        <a:t>ufunc</a:t>
                      </a:r>
                      <a:r>
                        <a:rPr lang="en-US" sz="2400" kern="0" dirty="0">
                          <a:effectLst/>
                          <a:latin typeface="+mj-lt"/>
                        </a:rPr>
                        <a:t> </a:t>
                      </a:r>
                      <a:r>
                        <a:rPr lang="en-US" sz="2400" kern="0" dirty="0" err="1">
                          <a:effectLst/>
                          <a:latin typeface="+mj-lt"/>
                        </a:rPr>
                        <a:t>函数</a:t>
                      </a:r>
                      <a:endParaRPr lang="zh-CN" sz="3200" kern="100" dirty="0">
                        <a:effectLst/>
                        <a:latin typeface="+mj-lt"/>
                        <a:ea typeface="等线" panose="02010600030101010101" pitchFamily="2" charset="-122"/>
                        <a:cs typeface="Times New Roman" panose="02020603050405020304" pitchFamily="18" charset="0"/>
                      </a:endParaRPr>
                    </a:p>
                  </a:txBody>
                  <a:tcPr marL="9525" marR="9525" marT="9525" marB="9525" anchor="ctr"/>
                </a:tc>
                <a:tc>
                  <a:txBody>
                    <a:bodyPr/>
                    <a:lstStyle/>
                    <a:p>
                      <a:pPr algn="ctr"/>
                      <a:r>
                        <a:rPr lang="en-US" sz="2400" kern="0" dirty="0" err="1">
                          <a:effectLst/>
                          <a:latin typeface="+mj-lt"/>
                        </a:rPr>
                        <a:t>表达式</a:t>
                      </a:r>
                      <a:endParaRPr lang="zh-CN" sz="3200" kern="100" dirty="0">
                        <a:effectLst/>
                        <a:latin typeface="+mj-lt"/>
                        <a:ea typeface="等线" panose="02010600030101010101" pitchFamily="2" charset="-122"/>
                        <a:cs typeface="Times New Roman" panose="02020603050405020304" pitchFamily="18" charset="0"/>
                      </a:endParaRPr>
                    </a:p>
                  </a:txBody>
                  <a:tcPr marL="9525" marR="9525" marT="9525" marB="9525" anchor="ctr">
                    <a:lnR w="12700" cap="flat" cmpd="sng" algn="ctr">
                      <a:solidFill>
                        <a:srgbClr val="0037A6"/>
                      </a:solidFill>
                      <a:prstDash val="solid"/>
                      <a:round/>
                      <a:headEnd type="none" w="med" len="med"/>
                      <a:tailEnd type="none" w="med" len="med"/>
                    </a:lnR>
                  </a:tcPr>
                </a:tc>
                <a:tc>
                  <a:txBody>
                    <a:bodyPr/>
                    <a:lstStyle/>
                    <a:p>
                      <a:pPr algn="ctr"/>
                      <a:r>
                        <a:rPr lang="en-US" sz="2400" kern="0" dirty="0" err="1">
                          <a:effectLst/>
                          <a:latin typeface="+mj-lt"/>
                        </a:rPr>
                        <a:t>ufunc</a:t>
                      </a:r>
                      <a:r>
                        <a:rPr lang="en-US" sz="2400" kern="0" dirty="0">
                          <a:effectLst/>
                          <a:latin typeface="+mj-lt"/>
                        </a:rPr>
                        <a:t> </a:t>
                      </a:r>
                      <a:r>
                        <a:rPr lang="en-US" sz="2400" kern="0" dirty="0" err="1">
                          <a:effectLst/>
                          <a:latin typeface="+mj-lt"/>
                        </a:rPr>
                        <a:t>函数</a:t>
                      </a:r>
                      <a:endParaRPr lang="zh-CN" sz="3200" kern="100" dirty="0">
                        <a:effectLst/>
                        <a:latin typeface="+mj-lt"/>
                        <a:ea typeface="等线" panose="02010600030101010101" pitchFamily="2" charset="-122"/>
                        <a:cs typeface="Times New Roman" panose="02020603050405020304" pitchFamily="18" charset="0"/>
                      </a:endParaRPr>
                    </a:p>
                  </a:txBody>
                  <a:tcPr marL="9525" marR="9525" marT="9525" marB="9525" anchor="ctr">
                    <a:lnL w="12700" cap="flat" cmpd="sng" algn="ctr">
                      <a:solidFill>
                        <a:srgbClr val="0037A6"/>
                      </a:solidFill>
                      <a:prstDash val="solid"/>
                      <a:round/>
                      <a:headEnd type="none" w="med" len="med"/>
                      <a:tailEnd type="none" w="med" len="med"/>
                    </a:lnL>
                  </a:tcPr>
                </a:tc>
                <a:tc>
                  <a:txBody>
                    <a:bodyPr/>
                    <a:lstStyle/>
                    <a:p>
                      <a:pPr algn="ctr"/>
                      <a:r>
                        <a:rPr lang="en-US" sz="2400" kern="0" dirty="0" err="1">
                          <a:effectLst/>
                          <a:latin typeface="+mj-lt"/>
                        </a:rPr>
                        <a:t>表达式</a:t>
                      </a:r>
                      <a:endParaRPr lang="zh-CN" sz="3200" kern="100" dirty="0">
                        <a:effectLst/>
                        <a:latin typeface="+mj-lt"/>
                        <a:ea typeface="等线" panose="02010600030101010101" pitchFamily="2" charset="-122"/>
                        <a:cs typeface="Times New Roman" panose="02020603050405020304" pitchFamily="18" charset="0"/>
                      </a:endParaRPr>
                    </a:p>
                  </a:txBody>
                  <a:tcPr marL="9525" marR="9525" marT="9525" marB="9525" anchor="ctr"/>
                </a:tc>
              </a:tr>
              <a:tr h="586665">
                <a:tc>
                  <a:txBody>
                    <a:bodyPr/>
                    <a:lstStyle/>
                    <a:p>
                      <a:pPr algn="l"/>
                      <a:r>
                        <a:rPr lang="en-US" sz="2000" b="0" kern="0" dirty="0">
                          <a:effectLst/>
                          <a:latin typeface="+mj-lt"/>
                        </a:rPr>
                        <a:t> add(x1, x2[,y])</a:t>
                      </a:r>
                      <a:endParaRPr lang="zh-CN" sz="2800" b="0" kern="100" dirty="0">
                        <a:effectLst/>
                        <a:latin typeface="+mj-lt"/>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sz="2000" kern="0" dirty="0">
                          <a:effectLst/>
                          <a:latin typeface="+mj-lt"/>
                        </a:rPr>
                        <a:t> y = x1 </a:t>
                      </a:r>
                      <a:r>
                        <a:rPr lang="en-US" sz="2000" b="1" kern="0" dirty="0">
                          <a:solidFill>
                            <a:schemeClr val="accent2"/>
                          </a:solidFill>
                          <a:effectLst/>
                          <a:latin typeface="+mj-lt"/>
                        </a:rPr>
                        <a:t>+</a:t>
                      </a:r>
                      <a:r>
                        <a:rPr lang="en-US" sz="2000" kern="0" dirty="0">
                          <a:effectLst/>
                          <a:latin typeface="+mj-lt"/>
                        </a:rPr>
                        <a:t> x2</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lnR w="12700" cap="flat" cmpd="sng" algn="ctr">
                      <a:solidFill>
                        <a:srgbClr val="0037A6"/>
                      </a:solidFill>
                      <a:prstDash val="solid"/>
                      <a:round/>
                      <a:headEnd type="none" w="med" len="med"/>
                      <a:tailEnd type="none" w="med" len="med"/>
                    </a:lnR>
                  </a:tcPr>
                </a:tc>
                <a:tc>
                  <a:txBody>
                    <a:bodyPr/>
                    <a:lstStyle/>
                    <a:p>
                      <a:pPr algn="l"/>
                      <a:r>
                        <a:rPr lang="en-US" sz="2000" kern="0" dirty="0">
                          <a:effectLst/>
                          <a:latin typeface="+mj-lt"/>
                        </a:rPr>
                        <a:t> </a:t>
                      </a:r>
                      <a:r>
                        <a:rPr lang="en-US" sz="2000" kern="0" dirty="0" err="1">
                          <a:effectLst/>
                          <a:latin typeface="+mj-lt"/>
                        </a:rPr>
                        <a:t>floor_divide</a:t>
                      </a:r>
                      <a:r>
                        <a:rPr lang="en-US" sz="2000" kern="0" dirty="0">
                          <a:effectLst/>
                          <a:latin typeface="+mj-lt"/>
                        </a:rPr>
                        <a:t>(x1, x2[,y])</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lnL w="12700" cap="flat" cmpd="sng" algn="ctr">
                      <a:solidFill>
                        <a:srgbClr val="0037A6"/>
                      </a:solidFill>
                      <a:prstDash val="solid"/>
                      <a:round/>
                      <a:headEnd type="none" w="med" len="med"/>
                      <a:tailEnd type="none" w="med" len="med"/>
                    </a:lnL>
                  </a:tcPr>
                </a:tc>
                <a:tc>
                  <a:txBody>
                    <a:bodyPr/>
                    <a:lstStyle/>
                    <a:p>
                      <a:pPr algn="l"/>
                      <a:r>
                        <a:rPr lang="en-US" sz="2000" kern="0" dirty="0">
                          <a:effectLst/>
                          <a:latin typeface="+mj-lt"/>
                        </a:rPr>
                        <a:t> y = x1 </a:t>
                      </a:r>
                      <a:r>
                        <a:rPr lang="en-US" sz="2000" b="1" kern="0" dirty="0">
                          <a:solidFill>
                            <a:schemeClr val="accent2"/>
                          </a:solidFill>
                          <a:effectLst/>
                          <a:latin typeface="+mj-lt"/>
                        </a:rPr>
                        <a:t>//</a:t>
                      </a:r>
                      <a:r>
                        <a:rPr lang="en-US" sz="2000" kern="0" dirty="0">
                          <a:effectLst/>
                          <a:latin typeface="+mj-lt"/>
                        </a:rPr>
                        <a:t> x2</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r>
              <a:tr h="586665">
                <a:tc>
                  <a:txBody>
                    <a:bodyPr/>
                    <a:lstStyle/>
                    <a:p>
                      <a:pPr algn="l"/>
                      <a:r>
                        <a:rPr lang="en-US" sz="2000" b="0" kern="0" dirty="0">
                          <a:effectLst/>
                          <a:latin typeface="+mj-lt"/>
                        </a:rPr>
                        <a:t> subtract(x1, x2[,y])</a:t>
                      </a:r>
                      <a:endParaRPr lang="zh-CN" sz="2800" b="0" kern="100" dirty="0">
                        <a:effectLst/>
                        <a:latin typeface="+mj-lt"/>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sz="2000" kern="0" dirty="0">
                          <a:effectLst/>
                          <a:latin typeface="+mj-lt"/>
                        </a:rPr>
                        <a:t> y = x1 </a:t>
                      </a:r>
                      <a:r>
                        <a:rPr lang="en-US" sz="2000" b="1" kern="0" dirty="0">
                          <a:solidFill>
                            <a:schemeClr val="accent2"/>
                          </a:solidFill>
                          <a:effectLst/>
                          <a:latin typeface="+mj-lt"/>
                        </a:rPr>
                        <a:t>-</a:t>
                      </a:r>
                      <a:r>
                        <a:rPr lang="en-US" sz="2000" b="1" kern="0" dirty="0">
                          <a:effectLst/>
                          <a:latin typeface="+mj-lt"/>
                        </a:rPr>
                        <a:t> </a:t>
                      </a:r>
                      <a:r>
                        <a:rPr lang="en-US" sz="2000" kern="0" dirty="0">
                          <a:effectLst/>
                          <a:latin typeface="+mj-lt"/>
                        </a:rPr>
                        <a:t>x2</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lnR w="12700" cap="flat" cmpd="sng" algn="ctr">
                      <a:solidFill>
                        <a:srgbClr val="0037A6"/>
                      </a:solidFill>
                      <a:prstDash val="solid"/>
                      <a:round/>
                      <a:headEnd type="none" w="med" len="med"/>
                      <a:tailEnd type="none" w="med" len="med"/>
                    </a:lnR>
                  </a:tcPr>
                </a:tc>
                <a:tc>
                  <a:txBody>
                    <a:bodyPr/>
                    <a:lstStyle/>
                    <a:p>
                      <a:pPr algn="l"/>
                      <a:r>
                        <a:rPr lang="en-US" sz="2000" kern="0" dirty="0">
                          <a:effectLst/>
                          <a:latin typeface="+mj-lt"/>
                        </a:rPr>
                        <a:t> power(x1, x2[,y])</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lnL w="12700" cap="flat" cmpd="sng" algn="ctr">
                      <a:solidFill>
                        <a:srgbClr val="0037A6"/>
                      </a:solidFill>
                      <a:prstDash val="solid"/>
                      <a:round/>
                      <a:headEnd type="none" w="med" len="med"/>
                      <a:tailEnd type="none" w="med" len="med"/>
                    </a:lnL>
                  </a:tcPr>
                </a:tc>
                <a:tc>
                  <a:txBody>
                    <a:bodyPr/>
                    <a:lstStyle/>
                    <a:p>
                      <a:pPr algn="l"/>
                      <a:r>
                        <a:rPr lang="en-US" sz="2000" kern="0" dirty="0">
                          <a:effectLst/>
                          <a:latin typeface="+mj-lt"/>
                        </a:rPr>
                        <a:t> y = x1 </a:t>
                      </a:r>
                      <a:r>
                        <a:rPr lang="en-US" sz="2000" b="1" kern="0" dirty="0">
                          <a:solidFill>
                            <a:schemeClr val="accent2"/>
                          </a:solidFill>
                          <a:effectLst/>
                          <a:latin typeface="+mj-lt"/>
                          <a:ea typeface="+mn-ea"/>
                          <a:cs typeface="+mn-cs"/>
                        </a:rPr>
                        <a:t>**</a:t>
                      </a:r>
                      <a:r>
                        <a:rPr lang="en-US" sz="2000" kern="0" dirty="0">
                          <a:effectLst/>
                          <a:latin typeface="+mj-lt"/>
                        </a:rPr>
                        <a:t> x2</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r>
              <a:tr h="586665">
                <a:tc>
                  <a:txBody>
                    <a:bodyPr/>
                    <a:lstStyle/>
                    <a:p>
                      <a:pPr algn="l"/>
                      <a:r>
                        <a:rPr lang="en-US" sz="2000" b="0" kern="0" dirty="0">
                          <a:effectLst/>
                          <a:latin typeface="+mj-lt"/>
                        </a:rPr>
                        <a:t> multiply(x1, x2[,y])</a:t>
                      </a:r>
                      <a:endParaRPr lang="zh-CN" sz="2800" b="0" kern="100" dirty="0">
                        <a:effectLst/>
                        <a:latin typeface="+mj-lt"/>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sz="2000" kern="0" dirty="0">
                          <a:effectLst/>
                          <a:latin typeface="+mj-lt"/>
                        </a:rPr>
                        <a:t> y = x1 </a:t>
                      </a:r>
                      <a:r>
                        <a:rPr lang="en-US" sz="2000" b="1" kern="0" dirty="0">
                          <a:solidFill>
                            <a:schemeClr val="accent2"/>
                          </a:solidFill>
                          <a:effectLst/>
                          <a:latin typeface="+mj-lt"/>
                        </a:rPr>
                        <a:t>*</a:t>
                      </a:r>
                      <a:r>
                        <a:rPr lang="en-US" sz="2000" kern="0" dirty="0">
                          <a:effectLst/>
                          <a:latin typeface="+mj-lt"/>
                        </a:rPr>
                        <a:t> x2</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lnR w="12700" cap="flat" cmpd="sng" algn="ctr">
                      <a:solidFill>
                        <a:srgbClr val="0037A6"/>
                      </a:solidFill>
                      <a:prstDash val="solid"/>
                      <a:round/>
                      <a:headEnd type="none" w="med" len="med"/>
                      <a:tailEnd type="none" w="med" len="med"/>
                    </a:lnR>
                  </a:tcPr>
                </a:tc>
                <a:tc>
                  <a:txBody>
                    <a:bodyPr/>
                    <a:lstStyle/>
                    <a:p>
                      <a:pPr algn="l"/>
                      <a:r>
                        <a:rPr lang="en-US" sz="2000" kern="0" dirty="0">
                          <a:effectLst/>
                          <a:latin typeface="+mj-lt"/>
                        </a:rPr>
                        <a:t> mod(x1, x2[,y])</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lnL w="12700" cap="flat" cmpd="sng" algn="ctr">
                      <a:solidFill>
                        <a:srgbClr val="0037A6"/>
                      </a:solidFill>
                      <a:prstDash val="solid"/>
                      <a:round/>
                      <a:headEnd type="none" w="med" len="med"/>
                      <a:tailEnd type="none" w="med" len="med"/>
                    </a:lnL>
                  </a:tcPr>
                </a:tc>
                <a:tc>
                  <a:txBody>
                    <a:bodyPr/>
                    <a:lstStyle/>
                    <a:p>
                      <a:pPr algn="l"/>
                      <a:r>
                        <a:rPr lang="en-US" sz="2000" kern="0" dirty="0">
                          <a:effectLst/>
                          <a:latin typeface="+mj-lt"/>
                        </a:rPr>
                        <a:t> y = x1 </a:t>
                      </a:r>
                      <a:r>
                        <a:rPr lang="en-US" sz="2000" b="1" kern="0" dirty="0">
                          <a:solidFill>
                            <a:schemeClr val="accent2"/>
                          </a:solidFill>
                          <a:effectLst/>
                          <a:latin typeface="+mj-lt"/>
                          <a:ea typeface="+mn-ea"/>
                          <a:cs typeface="+mn-cs"/>
                        </a:rPr>
                        <a:t>%</a:t>
                      </a:r>
                      <a:r>
                        <a:rPr lang="en-US" sz="2000" kern="0" dirty="0">
                          <a:effectLst/>
                          <a:latin typeface="+mj-lt"/>
                        </a:rPr>
                        <a:t> x2</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r>
              <a:tr h="586665">
                <a:tc>
                  <a:txBody>
                    <a:bodyPr/>
                    <a:lstStyle/>
                    <a:p>
                      <a:pPr algn="l"/>
                      <a:r>
                        <a:rPr lang="en-US" sz="2000" b="0" kern="0" dirty="0">
                          <a:effectLst/>
                          <a:latin typeface="+mj-lt"/>
                        </a:rPr>
                        <a:t> divide(x1, x2[,y])</a:t>
                      </a:r>
                      <a:endParaRPr lang="zh-CN" sz="2800" b="0" kern="100" dirty="0">
                        <a:effectLst/>
                        <a:latin typeface="+mj-lt"/>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sz="2000" kern="0" dirty="0">
                          <a:effectLst/>
                          <a:latin typeface="+mj-lt"/>
                        </a:rPr>
                        <a:t> y = x1 </a:t>
                      </a:r>
                      <a:r>
                        <a:rPr lang="en-US" sz="2000" b="1" kern="0" dirty="0">
                          <a:solidFill>
                            <a:schemeClr val="accent2"/>
                          </a:solidFill>
                          <a:effectLst/>
                          <a:latin typeface="+mj-lt"/>
                        </a:rPr>
                        <a:t>/</a:t>
                      </a:r>
                      <a:r>
                        <a:rPr lang="en-US" sz="2000" kern="0" dirty="0">
                          <a:effectLst/>
                          <a:latin typeface="+mj-lt"/>
                        </a:rPr>
                        <a:t> x2</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lnR w="12700" cap="flat" cmpd="sng" algn="ctr">
                      <a:solidFill>
                        <a:srgbClr val="0037A6"/>
                      </a:solidFill>
                      <a:prstDash val="solid"/>
                      <a:round/>
                      <a:headEnd type="none" w="med" len="med"/>
                      <a:tailEnd type="none" w="med" len="med"/>
                    </a:lnR>
                  </a:tcPr>
                </a:tc>
                <a:tc>
                  <a:txBody>
                    <a:bodyPr/>
                    <a:lstStyle/>
                    <a:p>
                      <a:pPr algn="l"/>
                      <a:r>
                        <a:rPr lang="en-US" sz="2000" kern="0" dirty="0">
                          <a:effectLst/>
                          <a:latin typeface="+mj-lt"/>
                        </a:rPr>
                        <a:t> remainder(x1, x2[,y])</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lnL w="12700" cap="flat" cmpd="sng" algn="ctr">
                      <a:solidFill>
                        <a:srgbClr val="0037A6"/>
                      </a:solidFill>
                      <a:prstDash val="solid"/>
                      <a:round/>
                      <a:headEnd type="none" w="med" len="med"/>
                      <a:tailEnd type="none" w="med" len="med"/>
                    </a:lnL>
                  </a:tcPr>
                </a:tc>
                <a:tc>
                  <a:txBody>
                    <a:bodyPr/>
                    <a:lstStyle/>
                    <a:p>
                      <a:pPr algn="l"/>
                      <a:r>
                        <a:rPr lang="en-US" sz="2000" kern="0" dirty="0">
                          <a:effectLst/>
                          <a:latin typeface="+mj-lt"/>
                        </a:rPr>
                        <a:t> y = x1 </a:t>
                      </a:r>
                      <a:r>
                        <a:rPr lang="en-US" sz="2000" b="1" kern="0" dirty="0">
                          <a:solidFill>
                            <a:schemeClr val="accent2"/>
                          </a:solidFill>
                          <a:effectLst/>
                          <a:latin typeface="+mj-lt"/>
                          <a:ea typeface="+mn-ea"/>
                          <a:cs typeface="+mn-cs"/>
                        </a:rPr>
                        <a:t>%</a:t>
                      </a:r>
                      <a:r>
                        <a:rPr lang="en-US" sz="2000" kern="0" dirty="0">
                          <a:effectLst/>
                          <a:latin typeface="+mj-lt"/>
                        </a:rPr>
                        <a:t> x2</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r>
              <a:tr h="586665">
                <a:tc>
                  <a:txBody>
                    <a:bodyPr/>
                    <a:lstStyle/>
                    <a:p>
                      <a:pPr algn="l"/>
                      <a:r>
                        <a:rPr lang="en-US" sz="2000" b="0" kern="0" dirty="0">
                          <a:effectLst/>
                          <a:latin typeface="+mj-lt"/>
                        </a:rPr>
                        <a:t> </a:t>
                      </a:r>
                      <a:r>
                        <a:rPr lang="en-US" sz="2000" b="0" kern="0" dirty="0" err="1">
                          <a:effectLst/>
                          <a:latin typeface="+mj-lt"/>
                        </a:rPr>
                        <a:t>true_divide</a:t>
                      </a:r>
                      <a:r>
                        <a:rPr lang="en-US" sz="2000" b="0" kern="0" dirty="0">
                          <a:effectLst/>
                          <a:latin typeface="+mj-lt"/>
                        </a:rPr>
                        <a:t>(x1, x2[,y]) </a:t>
                      </a:r>
                      <a:endParaRPr lang="zh-CN" sz="2800" b="0" kern="100" dirty="0">
                        <a:effectLst/>
                        <a:latin typeface="+mj-lt"/>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sz="2000" kern="0" dirty="0">
                          <a:effectLst/>
                          <a:latin typeface="+mj-lt"/>
                        </a:rPr>
                        <a:t> y = x1 </a:t>
                      </a:r>
                      <a:r>
                        <a:rPr lang="en-US" sz="2000" b="1" kern="0" dirty="0">
                          <a:solidFill>
                            <a:schemeClr val="accent2"/>
                          </a:solidFill>
                          <a:effectLst/>
                          <a:latin typeface="+mj-lt"/>
                        </a:rPr>
                        <a:t>/</a:t>
                      </a:r>
                      <a:r>
                        <a:rPr lang="en-US" sz="2000" kern="0" dirty="0">
                          <a:effectLst/>
                          <a:latin typeface="+mj-lt"/>
                        </a:rPr>
                        <a:t> x2 </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lnR w="12700" cap="flat" cmpd="sng" algn="ctr">
                      <a:solidFill>
                        <a:srgbClr val="0037A6"/>
                      </a:solidFill>
                      <a:prstDash val="solid"/>
                      <a:round/>
                      <a:headEnd type="none" w="med" len="med"/>
                      <a:tailEnd type="none" w="med" len="med"/>
                    </a:lnR>
                  </a:tcPr>
                </a:tc>
                <a:tc>
                  <a:txBody>
                    <a:bodyPr/>
                    <a:lstStyle/>
                    <a:p>
                      <a:pPr algn="l"/>
                      <a:r>
                        <a:rPr lang="en-US" sz="2000" kern="0" dirty="0">
                          <a:effectLst/>
                          <a:latin typeface="+mj-lt"/>
                        </a:rPr>
                        <a:t> negative(x[,y])</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lnL w="12700" cap="flat" cmpd="sng" algn="ctr">
                      <a:solidFill>
                        <a:srgbClr val="0037A6"/>
                      </a:solidFill>
                      <a:prstDash val="solid"/>
                      <a:round/>
                      <a:headEnd type="none" w="med" len="med"/>
                      <a:tailEnd type="none" w="med" len="med"/>
                    </a:lnL>
                  </a:tcPr>
                </a:tc>
                <a:tc>
                  <a:txBody>
                    <a:bodyPr/>
                    <a:lstStyle/>
                    <a:p>
                      <a:pPr algn="l"/>
                      <a:r>
                        <a:rPr lang="en-US" sz="2000" kern="0" dirty="0">
                          <a:effectLst/>
                          <a:latin typeface="+mj-lt"/>
                        </a:rPr>
                        <a:t> y = </a:t>
                      </a:r>
                      <a:r>
                        <a:rPr lang="en-US" sz="2000" b="1" kern="0" dirty="0">
                          <a:solidFill>
                            <a:schemeClr val="accent2"/>
                          </a:solidFill>
                          <a:effectLst/>
                          <a:latin typeface="+mj-lt"/>
                          <a:ea typeface="+mn-ea"/>
                          <a:cs typeface="+mn-cs"/>
                        </a:rPr>
                        <a:t>-</a:t>
                      </a:r>
                      <a:r>
                        <a:rPr lang="en-US" sz="2000" kern="0" dirty="0">
                          <a:effectLst/>
                          <a:latin typeface="+mj-lt"/>
                        </a:rPr>
                        <a:t>x</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r>
            </a:tbl>
          </a:graphicData>
        </a:graphic>
      </p:graphicFrame>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7.5.4</a:t>
            </a:r>
            <a:endParaRPr lang="zh-CN" altLang="en-US" dirty="0"/>
          </a:p>
        </p:txBody>
      </p:sp>
      <p:sp>
        <p:nvSpPr>
          <p:cNvPr id="3" name="标题 2"/>
          <p:cNvSpPr>
            <a:spLocks noGrp="1"/>
          </p:cNvSpPr>
          <p:nvPr>
            <p:ph type="title"/>
          </p:nvPr>
        </p:nvSpPr>
        <p:spPr/>
        <p:txBody>
          <a:bodyPr/>
          <a:lstStyle/>
          <a:p>
            <a:r>
              <a:rPr lang="zh-CN" altLang="en-US" dirty="0"/>
              <a:t>通用函数</a:t>
            </a:r>
            <a:endParaRPr lang="zh-CN" altLang="en-US" dirty="0"/>
          </a:p>
        </p:txBody>
      </p:sp>
      <p:sp>
        <p:nvSpPr>
          <p:cNvPr id="5" name="内容占位符 1"/>
          <p:cNvSpPr txBox="1"/>
          <p:nvPr/>
        </p:nvSpPr>
        <p:spPr>
          <a:xfrm>
            <a:off x="746637" y="989319"/>
            <a:ext cx="10698726" cy="1977401"/>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25000"/>
              </a:lnSpc>
              <a:defRPr/>
            </a:pPr>
            <a:r>
              <a:rPr kumimoji="0" lang="en-US" altLang="zh-CN"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NumPy</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中内置了随机数函数、三角函数、双曲函数、指数和对数函数、算术运算、复数处理和统计等</a:t>
            </a:r>
            <a:r>
              <a:rPr kumimoji="0" lang="zh-CN" altLang="en-US" sz="24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近百种数学函数</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，可以快速地对数据进行各种运算。而这种运算是针对整个矩阵中的每个元素进行的，与使用循环相比，其在运算速度上更快。</a:t>
            </a:r>
            <a:endPar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p:txBody>
      </p:sp>
      <p:sp>
        <p:nvSpPr>
          <p:cNvPr id="6" name="内容占位符 3"/>
          <p:cNvSpPr txBox="1"/>
          <p:nvPr/>
        </p:nvSpPr>
        <p:spPr>
          <a:xfrm>
            <a:off x="688044" y="2966720"/>
            <a:ext cx="10815912" cy="3749041"/>
          </a:xfrm>
          <a:prstGeom prst="roundRect">
            <a:avLst>
              <a:gd name="adj" fmla="val 14103"/>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b="0" dirty="0">
                <a:solidFill>
                  <a:srgbClr val="4B69C6"/>
                </a:solidFill>
                <a:effectLst/>
                <a:latin typeface="+mj-lt"/>
              </a:rPr>
              <a:t>import</a:t>
            </a:r>
            <a:r>
              <a:rPr lang="en-US" altLang="zh-CN" b="0" dirty="0">
                <a:solidFill>
                  <a:srgbClr val="333333"/>
                </a:solidFill>
                <a:effectLst/>
                <a:latin typeface="+mj-lt"/>
              </a:rPr>
              <a:t> </a:t>
            </a:r>
            <a:r>
              <a:rPr lang="en-US" altLang="zh-CN" b="1" dirty="0" err="1">
                <a:solidFill>
                  <a:srgbClr val="7A3E9D"/>
                </a:solidFill>
                <a:effectLst/>
                <a:latin typeface="+mj-lt"/>
              </a:rPr>
              <a:t>numpy</a:t>
            </a:r>
            <a:r>
              <a:rPr lang="en-US" altLang="zh-CN" b="0" dirty="0">
                <a:solidFill>
                  <a:srgbClr val="333333"/>
                </a:solidFill>
                <a:effectLst/>
                <a:latin typeface="+mj-lt"/>
              </a:rPr>
              <a:t> </a:t>
            </a:r>
            <a:r>
              <a:rPr lang="en-US" altLang="zh-CN" b="0" dirty="0">
                <a:solidFill>
                  <a:srgbClr val="4B69C6"/>
                </a:solidFill>
                <a:effectLst/>
                <a:latin typeface="+mj-lt"/>
              </a:rPr>
              <a:t>as</a:t>
            </a:r>
            <a:r>
              <a:rPr lang="en-US" altLang="zh-CN" b="0" dirty="0">
                <a:solidFill>
                  <a:srgbClr val="333333"/>
                </a:solidFill>
                <a:effectLst/>
                <a:latin typeface="+mj-lt"/>
              </a:rPr>
              <a:t> </a:t>
            </a:r>
            <a:r>
              <a:rPr lang="en-US" altLang="zh-CN" b="1" dirty="0">
                <a:solidFill>
                  <a:srgbClr val="7A3E9D"/>
                </a:solidFill>
                <a:effectLst/>
                <a:latin typeface="+mj-lt"/>
              </a:rPr>
              <a:t>np</a:t>
            </a:r>
            <a:endParaRPr lang="en-US" altLang="zh-CN" b="0" dirty="0">
              <a:solidFill>
                <a:srgbClr val="333333"/>
              </a:solidFill>
              <a:effectLst/>
              <a:latin typeface="+mj-lt"/>
            </a:endParaRPr>
          </a:p>
          <a:p>
            <a:r>
              <a:rPr lang="en-US" altLang="zh-CN" b="0" dirty="0">
                <a:solidFill>
                  <a:srgbClr val="333333"/>
                </a:solidFill>
                <a:effectLst/>
                <a:latin typeface="+mj-lt"/>
              </a:rPr>
              <a:t> </a:t>
            </a:r>
            <a:endParaRPr lang="en-US" altLang="zh-CN" b="0" dirty="0">
              <a:solidFill>
                <a:srgbClr val="333333"/>
              </a:solidFill>
              <a:effectLst/>
              <a:latin typeface="+mj-lt"/>
            </a:endParaRPr>
          </a:p>
          <a:p>
            <a:r>
              <a:rPr lang="en-US" altLang="zh-CN" b="0" dirty="0">
                <a:solidFill>
                  <a:srgbClr val="7A3E9D"/>
                </a:solidFill>
                <a:effectLst/>
                <a:latin typeface="+mj-lt"/>
              </a:rPr>
              <a:t>a</a:t>
            </a:r>
            <a:r>
              <a:rPr lang="en-US" altLang="zh-CN" b="0" dirty="0">
                <a:solidFill>
                  <a:srgbClr val="333333"/>
                </a:solidFill>
                <a:effectLst/>
                <a:latin typeface="+mj-lt"/>
              </a:rPr>
              <a:t> </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1" dirty="0" err="1">
                <a:solidFill>
                  <a:srgbClr val="7A3E9D"/>
                </a:solidFill>
                <a:effectLst/>
                <a:latin typeface="+mj-lt"/>
              </a:rPr>
              <a:t>np</a:t>
            </a:r>
            <a:r>
              <a:rPr lang="en-US" altLang="zh-CN" b="0" dirty="0" err="1">
                <a:solidFill>
                  <a:srgbClr val="777777"/>
                </a:solidFill>
                <a:effectLst/>
                <a:latin typeface="+mj-lt"/>
              </a:rPr>
              <a:t>.</a:t>
            </a:r>
            <a:r>
              <a:rPr lang="en-US" altLang="zh-CN" b="1" dirty="0" err="1">
                <a:solidFill>
                  <a:srgbClr val="AA3731"/>
                </a:solidFill>
                <a:effectLst/>
                <a:latin typeface="+mj-lt"/>
              </a:rPr>
              <a:t>array</a:t>
            </a:r>
            <a:r>
              <a:rPr lang="en-US" altLang="zh-CN" b="0" dirty="0">
                <a:solidFill>
                  <a:srgbClr val="777777"/>
                </a:solidFill>
                <a:effectLst/>
                <a:latin typeface="+mj-lt"/>
              </a:rPr>
              <a:t>((</a:t>
            </a:r>
            <a:r>
              <a:rPr lang="en-US" altLang="zh-CN" b="0" dirty="0">
                <a:solidFill>
                  <a:srgbClr val="9C5D27"/>
                </a:solidFill>
                <a:effectLst/>
                <a:latin typeface="+mj-lt"/>
              </a:rPr>
              <a:t>1</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9C5D27"/>
                </a:solidFill>
                <a:effectLst/>
                <a:latin typeface="+mj-lt"/>
              </a:rPr>
              <a:t>2</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9C5D27"/>
                </a:solidFill>
                <a:effectLst/>
                <a:latin typeface="+mj-lt"/>
              </a:rPr>
              <a:t>3</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9C5D27"/>
                </a:solidFill>
                <a:effectLst/>
                <a:latin typeface="+mj-lt"/>
              </a:rPr>
              <a:t>4</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AAAAAA"/>
                </a:solidFill>
                <a:effectLst/>
                <a:latin typeface="+mj-lt"/>
              </a:rPr>
              <a:t># </a:t>
            </a:r>
            <a:r>
              <a:rPr lang="zh-CN" altLang="en-US" b="0" dirty="0">
                <a:solidFill>
                  <a:srgbClr val="AAAAAA"/>
                </a:solidFill>
                <a:effectLst/>
                <a:latin typeface="+mj-lt"/>
              </a:rPr>
              <a:t>将元组转换为数组 </a:t>
            </a:r>
            <a:r>
              <a:rPr lang="en-US" altLang="zh-CN" b="0" dirty="0">
                <a:solidFill>
                  <a:srgbClr val="AAAAAA"/>
                </a:solidFill>
                <a:effectLst/>
                <a:latin typeface="+mj-lt"/>
              </a:rPr>
              <a:t>[1 2 3 4]</a:t>
            </a:r>
            <a:endParaRPr lang="zh-CN" altLang="en-US" b="0" dirty="0">
              <a:solidFill>
                <a:srgbClr val="333333"/>
              </a:solidFill>
              <a:effectLst/>
              <a:latin typeface="+mj-lt"/>
            </a:endParaRPr>
          </a:p>
          <a:p>
            <a:r>
              <a:rPr lang="en-US" altLang="zh-CN" b="1" dirty="0">
                <a:solidFill>
                  <a:srgbClr val="AA3731"/>
                </a:solidFill>
                <a:effectLst/>
                <a:latin typeface="+mj-lt"/>
              </a:rPr>
              <a:t>print</a:t>
            </a:r>
            <a:r>
              <a:rPr lang="en-US" altLang="zh-CN" b="0" dirty="0">
                <a:solidFill>
                  <a:srgbClr val="777777"/>
                </a:solidFill>
                <a:effectLst/>
                <a:latin typeface="+mj-lt"/>
              </a:rPr>
              <a:t>(</a:t>
            </a:r>
            <a:r>
              <a:rPr lang="en-US" altLang="zh-CN" b="1" dirty="0" err="1">
                <a:solidFill>
                  <a:srgbClr val="7A3E9D"/>
                </a:solidFill>
                <a:effectLst/>
                <a:latin typeface="+mj-lt"/>
              </a:rPr>
              <a:t>np</a:t>
            </a:r>
            <a:r>
              <a:rPr lang="en-US" altLang="zh-CN" b="0" dirty="0" err="1">
                <a:solidFill>
                  <a:srgbClr val="777777"/>
                </a:solidFill>
                <a:effectLst/>
                <a:latin typeface="+mj-lt"/>
              </a:rPr>
              <a:t>.</a:t>
            </a:r>
            <a:r>
              <a:rPr lang="en-US" altLang="zh-CN" b="1" dirty="0" err="1">
                <a:solidFill>
                  <a:srgbClr val="AA3731"/>
                </a:solidFill>
                <a:effectLst/>
                <a:latin typeface="+mj-lt"/>
              </a:rPr>
              <a:t>sum</a:t>
            </a:r>
            <a:r>
              <a:rPr lang="en-US" altLang="zh-CN" b="0" dirty="0">
                <a:solidFill>
                  <a:srgbClr val="777777"/>
                </a:solidFill>
                <a:effectLst/>
                <a:latin typeface="+mj-lt"/>
              </a:rPr>
              <a:t>(</a:t>
            </a:r>
            <a:r>
              <a:rPr lang="en-US" altLang="zh-CN" b="0" dirty="0">
                <a:solidFill>
                  <a:srgbClr val="7A3E9D"/>
                </a:solidFill>
                <a:effectLst/>
                <a:latin typeface="+mj-lt"/>
              </a:rPr>
              <a:t>a</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AAAAAA"/>
                </a:solidFill>
                <a:effectLst/>
                <a:latin typeface="+mj-lt"/>
              </a:rPr>
              <a:t># </a:t>
            </a:r>
            <a:r>
              <a:rPr lang="zh-CN" altLang="en-US" b="0" dirty="0">
                <a:solidFill>
                  <a:srgbClr val="AAAAAA"/>
                </a:solidFill>
                <a:effectLst/>
                <a:latin typeface="+mj-lt"/>
              </a:rPr>
              <a:t>数组元素求和，输出 </a:t>
            </a:r>
            <a:r>
              <a:rPr lang="en-US" altLang="zh-CN" b="0" dirty="0">
                <a:solidFill>
                  <a:srgbClr val="AAAAAA"/>
                </a:solidFill>
                <a:effectLst/>
                <a:latin typeface="+mj-lt"/>
              </a:rPr>
              <a:t>10</a:t>
            </a:r>
            <a:endParaRPr lang="zh-CN" altLang="en-US" b="0" dirty="0">
              <a:solidFill>
                <a:srgbClr val="333333"/>
              </a:solidFill>
              <a:effectLst/>
              <a:latin typeface="+mj-lt"/>
            </a:endParaRPr>
          </a:p>
          <a:p>
            <a:r>
              <a:rPr lang="en-US" altLang="zh-CN" b="1" dirty="0">
                <a:solidFill>
                  <a:srgbClr val="AA3731"/>
                </a:solidFill>
                <a:effectLst/>
                <a:latin typeface="+mj-lt"/>
              </a:rPr>
              <a:t>print</a:t>
            </a:r>
            <a:r>
              <a:rPr lang="en-US" altLang="zh-CN" b="0" dirty="0">
                <a:solidFill>
                  <a:srgbClr val="777777"/>
                </a:solidFill>
                <a:effectLst/>
                <a:latin typeface="+mj-lt"/>
              </a:rPr>
              <a:t>(</a:t>
            </a:r>
            <a:r>
              <a:rPr lang="en-US" altLang="zh-CN" b="0" dirty="0">
                <a:solidFill>
                  <a:srgbClr val="7A3E9D"/>
                </a:solidFill>
                <a:effectLst/>
                <a:latin typeface="+mj-lt"/>
              </a:rPr>
              <a:t>a</a:t>
            </a:r>
            <a:r>
              <a:rPr lang="en-US" altLang="zh-CN" b="0" dirty="0">
                <a:solidFill>
                  <a:srgbClr val="333333"/>
                </a:solidFill>
                <a:effectLst/>
                <a:latin typeface="+mj-lt"/>
              </a:rPr>
              <a:t> </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9C5D27"/>
                </a:solidFill>
                <a:effectLst/>
                <a:latin typeface="+mj-lt"/>
              </a:rPr>
              <a:t>2</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AAAAAA"/>
                </a:solidFill>
                <a:effectLst/>
                <a:latin typeface="+mj-lt"/>
              </a:rPr>
              <a:t># </a:t>
            </a:r>
            <a:r>
              <a:rPr lang="zh-CN" altLang="en-US" b="0" dirty="0">
                <a:solidFill>
                  <a:srgbClr val="AAAAAA"/>
                </a:solidFill>
                <a:effectLst/>
                <a:latin typeface="+mj-lt"/>
              </a:rPr>
              <a:t>数组每个元素平方，</a:t>
            </a:r>
            <a:r>
              <a:rPr lang="en-US" altLang="zh-CN" b="0" dirty="0">
                <a:solidFill>
                  <a:srgbClr val="AAAAAA"/>
                </a:solidFill>
                <a:effectLst/>
                <a:latin typeface="+mj-lt"/>
              </a:rPr>
              <a:t>[ 1  4  9 16]</a:t>
            </a:r>
            <a:endParaRPr lang="zh-CN" altLang="en-US" b="0" dirty="0">
              <a:solidFill>
                <a:srgbClr val="333333"/>
              </a:solidFill>
              <a:effectLst/>
              <a:latin typeface="+mj-lt"/>
            </a:endParaRPr>
          </a:p>
          <a:p>
            <a:r>
              <a:rPr lang="en-US" altLang="zh-CN" b="1" dirty="0">
                <a:solidFill>
                  <a:srgbClr val="AA3731"/>
                </a:solidFill>
                <a:effectLst/>
                <a:latin typeface="+mj-lt"/>
              </a:rPr>
              <a:t>print</a:t>
            </a:r>
            <a:r>
              <a:rPr lang="en-US" altLang="zh-CN" b="0" dirty="0">
                <a:solidFill>
                  <a:srgbClr val="777777"/>
                </a:solidFill>
                <a:effectLst/>
                <a:latin typeface="+mj-lt"/>
              </a:rPr>
              <a:t>(</a:t>
            </a:r>
            <a:r>
              <a:rPr lang="en-US" altLang="zh-CN" b="0" dirty="0">
                <a:solidFill>
                  <a:srgbClr val="7A3E9D"/>
                </a:solidFill>
                <a:effectLst/>
                <a:latin typeface="+mj-lt"/>
              </a:rPr>
              <a:t>a</a:t>
            </a:r>
            <a:r>
              <a:rPr lang="en-US" altLang="zh-CN" b="0" dirty="0">
                <a:solidFill>
                  <a:srgbClr val="333333"/>
                </a:solidFill>
                <a:effectLst/>
                <a:latin typeface="+mj-lt"/>
              </a:rPr>
              <a:t> </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9C5D27"/>
                </a:solidFill>
                <a:effectLst/>
                <a:latin typeface="+mj-lt"/>
              </a:rPr>
              <a:t>3</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AAAAAA"/>
                </a:solidFill>
                <a:effectLst/>
                <a:latin typeface="+mj-lt"/>
              </a:rPr>
              <a:t># </a:t>
            </a:r>
            <a:r>
              <a:rPr lang="zh-CN" altLang="en-US" b="0" dirty="0">
                <a:solidFill>
                  <a:srgbClr val="AAAAAA"/>
                </a:solidFill>
                <a:effectLst/>
                <a:latin typeface="+mj-lt"/>
              </a:rPr>
              <a:t>数组每个元素对 </a:t>
            </a:r>
            <a:r>
              <a:rPr lang="en-US" altLang="zh-CN" b="0" dirty="0">
                <a:solidFill>
                  <a:srgbClr val="AAAAAA"/>
                </a:solidFill>
                <a:effectLst/>
                <a:latin typeface="+mj-lt"/>
              </a:rPr>
              <a:t>3 </a:t>
            </a:r>
            <a:r>
              <a:rPr lang="zh-CN" altLang="en-US" b="0" dirty="0">
                <a:solidFill>
                  <a:srgbClr val="AAAAAA"/>
                </a:solidFill>
                <a:effectLst/>
                <a:latin typeface="+mj-lt"/>
              </a:rPr>
              <a:t>取模，</a:t>
            </a:r>
            <a:r>
              <a:rPr lang="en-US" altLang="zh-CN" b="0" dirty="0">
                <a:solidFill>
                  <a:srgbClr val="AAAAAA"/>
                </a:solidFill>
                <a:effectLst/>
                <a:latin typeface="+mj-lt"/>
              </a:rPr>
              <a:t>[1 2 0 1]</a:t>
            </a:r>
            <a:endParaRPr lang="zh-CN" altLang="en-US" b="0" dirty="0">
              <a:solidFill>
                <a:srgbClr val="333333"/>
              </a:solidFill>
              <a:effectLst/>
              <a:latin typeface="+mj-lt"/>
            </a:endParaRPr>
          </a:p>
          <a:p>
            <a:r>
              <a:rPr lang="en-US" altLang="zh-CN" b="1" dirty="0">
                <a:solidFill>
                  <a:srgbClr val="AA3731"/>
                </a:solidFill>
                <a:effectLst/>
                <a:latin typeface="+mj-lt"/>
              </a:rPr>
              <a:t>print</a:t>
            </a:r>
            <a:r>
              <a:rPr lang="en-US" altLang="zh-CN" b="0" dirty="0">
                <a:solidFill>
                  <a:srgbClr val="777777"/>
                </a:solidFill>
                <a:effectLst/>
                <a:latin typeface="+mj-lt"/>
              </a:rPr>
              <a:t>(</a:t>
            </a:r>
            <a:r>
              <a:rPr lang="en-US" altLang="zh-CN" b="1" dirty="0" err="1">
                <a:solidFill>
                  <a:srgbClr val="7A3E9D"/>
                </a:solidFill>
                <a:effectLst/>
                <a:latin typeface="+mj-lt"/>
              </a:rPr>
              <a:t>np</a:t>
            </a:r>
            <a:r>
              <a:rPr lang="en-US" altLang="zh-CN" b="0" dirty="0" err="1">
                <a:solidFill>
                  <a:srgbClr val="777777"/>
                </a:solidFill>
                <a:effectLst/>
                <a:latin typeface="+mj-lt"/>
              </a:rPr>
              <a:t>.</a:t>
            </a:r>
            <a:r>
              <a:rPr lang="en-US" altLang="zh-CN" b="0" dirty="0" err="1">
                <a:solidFill>
                  <a:srgbClr val="7A3E9D"/>
                </a:solidFill>
                <a:effectLst/>
                <a:latin typeface="+mj-lt"/>
              </a:rPr>
              <a:t>sqrt</a:t>
            </a:r>
            <a:r>
              <a:rPr lang="en-US" altLang="zh-CN" b="0" dirty="0">
                <a:solidFill>
                  <a:srgbClr val="777777"/>
                </a:solidFill>
                <a:effectLst/>
                <a:latin typeface="+mj-lt"/>
              </a:rPr>
              <a:t>(</a:t>
            </a:r>
            <a:r>
              <a:rPr lang="en-US" altLang="zh-CN" b="0" dirty="0">
                <a:solidFill>
                  <a:srgbClr val="7A3E9D"/>
                </a:solidFill>
                <a:effectLst/>
                <a:latin typeface="+mj-lt"/>
              </a:rPr>
              <a:t>a</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AAAAAA"/>
                </a:solidFill>
                <a:effectLst/>
                <a:latin typeface="+mj-lt"/>
              </a:rPr>
              <a:t># </a:t>
            </a:r>
            <a:r>
              <a:rPr lang="zh-CN" altLang="en-US" b="0" dirty="0">
                <a:solidFill>
                  <a:srgbClr val="AAAAAA"/>
                </a:solidFill>
                <a:effectLst/>
                <a:latin typeface="+mj-lt"/>
              </a:rPr>
              <a:t>元素开方 </a:t>
            </a:r>
            <a:r>
              <a:rPr lang="en-US" altLang="zh-CN" b="0" dirty="0">
                <a:solidFill>
                  <a:srgbClr val="AAAAAA"/>
                </a:solidFill>
                <a:effectLst/>
                <a:latin typeface="+mj-lt"/>
              </a:rPr>
              <a:t>[1. 1.41421356 1.73205081 2. ]</a:t>
            </a:r>
            <a:endParaRPr lang="zh-CN" altLang="en-US" b="0" dirty="0">
              <a:solidFill>
                <a:srgbClr val="333333"/>
              </a:solidFill>
              <a:effectLst/>
              <a:latin typeface="+mj-lt"/>
            </a:endParaRPr>
          </a:p>
          <a:p>
            <a:r>
              <a:rPr lang="en-US" altLang="zh-CN" b="1" dirty="0">
                <a:solidFill>
                  <a:srgbClr val="AA3731"/>
                </a:solidFill>
                <a:effectLst/>
                <a:latin typeface="+mj-lt"/>
              </a:rPr>
              <a:t>print</a:t>
            </a:r>
            <a:r>
              <a:rPr lang="en-US" altLang="zh-CN" b="0" dirty="0">
                <a:solidFill>
                  <a:srgbClr val="777777"/>
                </a:solidFill>
                <a:effectLst/>
                <a:latin typeface="+mj-lt"/>
              </a:rPr>
              <a:t>(</a:t>
            </a:r>
            <a:r>
              <a:rPr lang="en-US" altLang="zh-CN" b="1" dirty="0" err="1">
                <a:solidFill>
                  <a:srgbClr val="7A3E9D"/>
                </a:solidFill>
                <a:effectLst/>
                <a:latin typeface="+mj-lt"/>
              </a:rPr>
              <a:t>np</a:t>
            </a:r>
            <a:r>
              <a:rPr lang="en-US" altLang="zh-CN" b="0" dirty="0" err="1">
                <a:solidFill>
                  <a:srgbClr val="777777"/>
                </a:solidFill>
                <a:effectLst/>
                <a:latin typeface="+mj-lt"/>
              </a:rPr>
              <a:t>.</a:t>
            </a:r>
            <a:r>
              <a:rPr lang="en-US" altLang="zh-CN" b="0" dirty="0" err="1">
                <a:solidFill>
                  <a:srgbClr val="7A3E9D"/>
                </a:solidFill>
                <a:effectLst/>
                <a:latin typeface="+mj-lt"/>
              </a:rPr>
              <a:t>square</a:t>
            </a:r>
            <a:r>
              <a:rPr lang="en-US" altLang="zh-CN" b="0" dirty="0">
                <a:solidFill>
                  <a:srgbClr val="777777"/>
                </a:solidFill>
                <a:effectLst/>
                <a:latin typeface="+mj-lt"/>
              </a:rPr>
              <a:t>(</a:t>
            </a:r>
            <a:r>
              <a:rPr lang="en-US" altLang="zh-CN" b="0" dirty="0">
                <a:solidFill>
                  <a:srgbClr val="7A3E9D"/>
                </a:solidFill>
                <a:effectLst/>
                <a:latin typeface="+mj-lt"/>
              </a:rPr>
              <a:t>a</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AAAAAA"/>
                </a:solidFill>
                <a:effectLst/>
                <a:latin typeface="+mj-lt"/>
              </a:rPr>
              <a:t># </a:t>
            </a:r>
            <a:r>
              <a:rPr lang="zh-CN" altLang="en-US" b="0" dirty="0">
                <a:solidFill>
                  <a:srgbClr val="AAAAAA"/>
                </a:solidFill>
                <a:effectLst/>
                <a:latin typeface="+mj-lt"/>
              </a:rPr>
              <a:t>每个元素 </a:t>
            </a:r>
            <a:r>
              <a:rPr lang="en-US" altLang="zh-CN" b="0" dirty="0">
                <a:solidFill>
                  <a:srgbClr val="AAAAAA"/>
                </a:solidFill>
                <a:effectLst/>
                <a:latin typeface="+mj-lt"/>
              </a:rPr>
              <a:t>2 </a:t>
            </a:r>
            <a:r>
              <a:rPr lang="zh-CN" altLang="en-US" b="0" dirty="0">
                <a:solidFill>
                  <a:srgbClr val="AAAAAA"/>
                </a:solidFill>
                <a:effectLst/>
                <a:latin typeface="+mj-lt"/>
              </a:rPr>
              <a:t>次方的数组，</a:t>
            </a:r>
            <a:r>
              <a:rPr lang="en-US" altLang="zh-CN" b="0" dirty="0">
                <a:solidFill>
                  <a:srgbClr val="AAAAAA"/>
                </a:solidFill>
                <a:effectLst/>
                <a:latin typeface="+mj-lt"/>
              </a:rPr>
              <a:t>[ 1  4  9 16]</a:t>
            </a:r>
            <a:endParaRPr lang="zh-CN" altLang="en-US" b="0" dirty="0">
              <a:solidFill>
                <a:srgbClr val="333333"/>
              </a:solidFill>
              <a:effectLst/>
              <a:latin typeface="+mj-lt"/>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7.5.5</a:t>
            </a:r>
            <a:endParaRPr lang="zh-CN" altLang="en-US" dirty="0"/>
          </a:p>
        </p:txBody>
      </p:sp>
      <p:sp>
        <p:nvSpPr>
          <p:cNvPr id="3" name="标题 2"/>
          <p:cNvSpPr>
            <a:spLocks noGrp="1"/>
          </p:cNvSpPr>
          <p:nvPr>
            <p:ph type="title"/>
          </p:nvPr>
        </p:nvSpPr>
        <p:spPr/>
        <p:txBody>
          <a:bodyPr/>
          <a:lstStyle/>
          <a:p>
            <a:r>
              <a:rPr lang="zh-CN" altLang="en-US" dirty="0"/>
              <a:t>统计分析</a:t>
            </a:r>
            <a:endParaRPr lang="zh-CN" altLang="en-US" dirty="0"/>
          </a:p>
        </p:txBody>
      </p:sp>
      <p:sp>
        <p:nvSpPr>
          <p:cNvPr id="2" name="内容占位符 1"/>
          <p:cNvSpPr txBox="1"/>
          <p:nvPr/>
        </p:nvSpPr>
        <p:spPr>
          <a:xfrm>
            <a:off x="746637" y="1314439"/>
            <a:ext cx="10698726" cy="3603001"/>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50000"/>
              </a:lnSpc>
              <a:defRPr/>
            </a:pP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数据越多，事实越模糊，因此需要</a:t>
            </a:r>
            <a:r>
              <a:rPr kumimoji="0" lang="zh-CN" altLang="en-US" sz="24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简化</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，统计学是对原始数据集进行归纳。将一系列复杂的数据序列减少为几个能够起到描述作用的统计数字，这些数字能够提供一个对原始数据的可操作、有意义的概括。</a:t>
            </a:r>
            <a:endPar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a:p>
            <a:pPr>
              <a:lnSpc>
                <a:spcPct val="150000"/>
              </a:lnSpc>
              <a:defRPr/>
            </a:pPr>
            <a:r>
              <a:rPr kumimoji="0" lang="zh-CN" altLang="en-US" sz="24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描述性统计</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是用于概括、表述事物完整状况，以及事物间关联、类属关系的统计方法。</a:t>
            </a:r>
            <a:r>
              <a:rPr kumimoji="0" lang="zh-CN" altLang="en-US" sz="24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数字型</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特征的描述性统计主要包括计算数字型数据的完整情况、最小值、最大值、均值、中位数、极差、标准差、方差和协方差等。</a:t>
            </a:r>
            <a:endPar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7.5.5</a:t>
            </a:r>
            <a:endParaRPr lang="zh-CN" altLang="en-US" dirty="0"/>
          </a:p>
        </p:txBody>
      </p:sp>
      <p:sp>
        <p:nvSpPr>
          <p:cNvPr id="3" name="标题 2"/>
          <p:cNvSpPr>
            <a:spLocks noGrp="1"/>
          </p:cNvSpPr>
          <p:nvPr>
            <p:ph type="title"/>
          </p:nvPr>
        </p:nvSpPr>
        <p:spPr/>
        <p:txBody>
          <a:bodyPr/>
          <a:lstStyle/>
          <a:p>
            <a:r>
              <a:rPr lang="zh-CN" altLang="en-US" dirty="0"/>
              <a:t>统计分析</a:t>
            </a:r>
            <a:endParaRPr lang="zh-CN" altLang="en-US" dirty="0"/>
          </a:p>
        </p:txBody>
      </p:sp>
      <p:graphicFrame>
        <p:nvGraphicFramePr>
          <p:cNvPr id="2" name="表格 1"/>
          <p:cNvGraphicFramePr>
            <a:graphicFrameLocks noGrp="1"/>
          </p:cNvGraphicFramePr>
          <p:nvPr/>
        </p:nvGraphicFramePr>
        <p:xfrm>
          <a:off x="320204" y="1379406"/>
          <a:ext cx="11551592" cy="5209336"/>
        </p:xfrm>
        <a:graphic>
          <a:graphicData uri="http://schemas.openxmlformats.org/drawingml/2006/table">
            <a:tbl>
              <a:tblPr firstRow="1" firstCol="1" bandRow="1">
                <a:tableStyleId>{B301B821-A1FF-4177-AEE7-76D212191A09}</a:tableStyleId>
              </a:tblPr>
              <a:tblGrid>
                <a:gridCol w="2928702"/>
                <a:gridCol w="3195484"/>
                <a:gridCol w="2251587"/>
                <a:gridCol w="3175819"/>
              </a:tblGrid>
              <a:tr h="651167">
                <a:tc>
                  <a:txBody>
                    <a:bodyPr/>
                    <a:lstStyle/>
                    <a:p>
                      <a:pPr algn="ctr"/>
                      <a:r>
                        <a:rPr lang="en-US" sz="2400" kern="0" dirty="0" err="1">
                          <a:effectLst/>
                          <a:latin typeface="+mj-lt"/>
                        </a:rPr>
                        <a:t>函数</a:t>
                      </a:r>
                      <a:endParaRPr lang="zh-CN" sz="3200" kern="100" dirty="0">
                        <a:effectLst/>
                        <a:latin typeface="+mj-lt"/>
                        <a:ea typeface="等线" panose="02010600030101010101" pitchFamily="2" charset="-122"/>
                        <a:cs typeface="Times New Roman" panose="02020603050405020304" pitchFamily="18" charset="0"/>
                      </a:endParaRPr>
                    </a:p>
                  </a:txBody>
                  <a:tcPr marL="9525" marR="9525" marT="9525" marB="9525" anchor="ctr"/>
                </a:tc>
                <a:tc>
                  <a:txBody>
                    <a:bodyPr/>
                    <a:lstStyle/>
                    <a:p>
                      <a:pPr algn="ctr"/>
                      <a:r>
                        <a:rPr lang="en-US" sz="2400" kern="0" dirty="0" err="1">
                          <a:effectLst/>
                          <a:latin typeface="+mj-lt"/>
                        </a:rPr>
                        <a:t>描述</a:t>
                      </a:r>
                      <a:endParaRPr lang="zh-CN" sz="3200" kern="100" dirty="0">
                        <a:effectLst/>
                        <a:latin typeface="+mj-lt"/>
                        <a:ea typeface="等线" panose="02010600030101010101" pitchFamily="2" charset="-122"/>
                        <a:cs typeface="Times New Roman" panose="02020603050405020304" pitchFamily="18" charset="0"/>
                      </a:endParaRPr>
                    </a:p>
                  </a:txBody>
                  <a:tcPr marL="9525" marR="9525" marT="9525" marB="9525" anchor="ctr">
                    <a:lnR w="12700" cap="flat" cmpd="sng" algn="ctr">
                      <a:solidFill>
                        <a:srgbClr val="0037A6"/>
                      </a:solidFill>
                      <a:prstDash val="solid"/>
                      <a:round/>
                      <a:headEnd type="none" w="med" len="med"/>
                      <a:tailEnd type="none" w="med" len="med"/>
                    </a:lnR>
                  </a:tcPr>
                </a:tc>
                <a:tc>
                  <a:txBody>
                    <a:bodyPr/>
                    <a:lstStyle/>
                    <a:p>
                      <a:pPr algn="ctr"/>
                      <a:r>
                        <a:rPr lang="en-US" sz="2400" kern="0" dirty="0" err="1">
                          <a:effectLst/>
                          <a:latin typeface="+mj-lt"/>
                        </a:rPr>
                        <a:t>函数</a:t>
                      </a:r>
                      <a:endParaRPr lang="zh-CN" sz="3200" kern="100" dirty="0">
                        <a:effectLst/>
                        <a:latin typeface="+mj-lt"/>
                        <a:ea typeface="等线" panose="02010600030101010101" pitchFamily="2" charset="-122"/>
                        <a:cs typeface="Times New Roman" panose="02020603050405020304" pitchFamily="18" charset="0"/>
                      </a:endParaRPr>
                    </a:p>
                  </a:txBody>
                  <a:tcPr marL="9525" marR="9525" marT="9525" marB="9525" anchor="ctr">
                    <a:lnL w="12700" cap="flat" cmpd="sng" algn="ctr">
                      <a:solidFill>
                        <a:srgbClr val="0037A6"/>
                      </a:solidFill>
                      <a:prstDash val="solid"/>
                      <a:round/>
                      <a:headEnd type="none" w="med" len="med"/>
                      <a:tailEnd type="none" w="med" len="med"/>
                    </a:lnL>
                  </a:tcPr>
                </a:tc>
                <a:tc>
                  <a:txBody>
                    <a:bodyPr/>
                    <a:lstStyle/>
                    <a:p>
                      <a:pPr algn="ctr"/>
                      <a:r>
                        <a:rPr lang="en-US" sz="2400" kern="0" dirty="0" err="1">
                          <a:effectLst/>
                          <a:latin typeface="+mj-lt"/>
                        </a:rPr>
                        <a:t>描述</a:t>
                      </a:r>
                      <a:endParaRPr lang="zh-CN" sz="3200" kern="100" dirty="0">
                        <a:effectLst/>
                        <a:latin typeface="+mj-lt"/>
                        <a:ea typeface="等线" panose="02010600030101010101" pitchFamily="2" charset="-122"/>
                        <a:cs typeface="Times New Roman" panose="02020603050405020304" pitchFamily="18" charset="0"/>
                      </a:endParaRPr>
                    </a:p>
                  </a:txBody>
                  <a:tcPr marL="9525" marR="9525" marT="9525" marB="9525" anchor="ctr"/>
                </a:tc>
              </a:tr>
              <a:tr h="651167">
                <a:tc>
                  <a:txBody>
                    <a:bodyPr/>
                    <a:lstStyle/>
                    <a:p>
                      <a:pPr algn="l"/>
                      <a:r>
                        <a:rPr lang="en-US" sz="2000" b="0" kern="0" dirty="0">
                          <a:effectLst/>
                          <a:latin typeface="+mj-lt"/>
                        </a:rPr>
                        <a:t> amin()/</a:t>
                      </a:r>
                      <a:r>
                        <a:rPr lang="en-US" sz="2000" b="0" kern="0" dirty="0" err="1">
                          <a:effectLst/>
                          <a:latin typeface="+mj-lt"/>
                        </a:rPr>
                        <a:t>nanmin</a:t>
                      </a:r>
                      <a:r>
                        <a:rPr lang="en-US" sz="2000" b="0" kern="0" dirty="0">
                          <a:effectLst/>
                          <a:latin typeface="+mj-lt"/>
                        </a:rPr>
                        <a:t>()</a:t>
                      </a:r>
                      <a:endParaRPr lang="zh-CN" sz="2800" b="0" kern="100" dirty="0">
                        <a:effectLst/>
                        <a:latin typeface="+mj-lt"/>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altLang="zh-CN" sz="2000" kern="0" dirty="0">
                          <a:effectLst/>
                          <a:latin typeface="+mj-lt"/>
                        </a:rPr>
                        <a:t> </a:t>
                      </a:r>
                      <a:r>
                        <a:rPr lang="zh-CN" sz="2000" b="1" kern="0" dirty="0">
                          <a:solidFill>
                            <a:schemeClr val="accent2"/>
                          </a:solidFill>
                          <a:effectLst/>
                          <a:latin typeface="+mj-lt"/>
                        </a:rPr>
                        <a:t>最小值</a:t>
                      </a:r>
                      <a:r>
                        <a:rPr lang="en-US" sz="2000" kern="0" dirty="0">
                          <a:effectLst/>
                          <a:latin typeface="+mj-lt"/>
                        </a:rPr>
                        <a:t>/</a:t>
                      </a:r>
                      <a:r>
                        <a:rPr lang="zh-CN" sz="2000" b="1" kern="0" dirty="0">
                          <a:solidFill>
                            <a:schemeClr val="accent2"/>
                          </a:solidFill>
                          <a:effectLst/>
                          <a:latin typeface="+mj-lt"/>
                        </a:rPr>
                        <a:t>忽略</a:t>
                      </a:r>
                      <a:r>
                        <a:rPr lang="zh-CN" sz="2000" kern="0" dirty="0">
                          <a:effectLst/>
                          <a:latin typeface="+mj-lt"/>
                        </a:rPr>
                        <a:t>非数值最小值</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lnR w="12700" cap="flat" cmpd="sng" algn="ctr">
                      <a:solidFill>
                        <a:srgbClr val="0037A6"/>
                      </a:solidFill>
                      <a:prstDash val="solid"/>
                      <a:round/>
                      <a:headEnd type="none" w="med" len="med"/>
                      <a:tailEnd type="none" w="med" len="med"/>
                    </a:lnR>
                  </a:tcPr>
                </a:tc>
                <a:tc>
                  <a:txBody>
                    <a:bodyPr/>
                    <a:lstStyle/>
                    <a:p>
                      <a:pPr algn="l"/>
                      <a:r>
                        <a:rPr lang="en-US" sz="2000" kern="0" dirty="0">
                          <a:effectLst/>
                          <a:latin typeface="+mj-lt"/>
                        </a:rPr>
                        <a:t> </a:t>
                      </a:r>
                      <a:r>
                        <a:rPr lang="en-US" sz="2000" kern="0" dirty="0" err="1">
                          <a:effectLst/>
                          <a:latin typeface="+mj-lt"/>
                        </a:rPr>
                        <a:t>amax</a:t>
                      </a:r>
                      <a:r>
                        <a:rPr lang="en-US" sz="2000" kern="0" dirty="0">
                          <a:effectLst/>
                          <a:latin typeface="+mj-lt"/>
                        </a:rPr>
                        <a:t>()/</a:t>
                      </a:r>
                      <a:r>
                        <a:rPr lang="en-US" sz="2000" kern="0" dirty="0" err="1">
                          <a:effectLst/>
                          <a:latin typeface="+mj-lt"/>
                        </a:rPr>
                        <a:t>nanmax</a:t>
                      </a:r>
                      <a:r>
                        <a:rPr lang="en-US" sz="2000" kern="0" dirty="0">
                          <a:effectLst/>
                          <a:latin typeface="+mj-lt"/>
                        </a:rPr>
                        <a:t>()</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lnL w="12700" cap="flat" cmpd="sng" algn="ctr">
                      <a:solidFill>
                        <a:srgbClr val="0037A6"/>
                      </a:solidFill>
                      <a:prstDash val="solid"/>
                      <a:round/>
                      <a:headEnd type="none" w="med" len="med"/>
                      <a:tailEnd type="none" w="med" len="med"/>
                    </a:lnL>
                  </a:tcPr>
                </a:tc>
                <a:tc>
                  <a:txBody>
                    <a:bodyPr/>
                    <a:lstStyle/>
                    <a:p>
                      <a:pPr algn="l"/>
                      <a:r>
                        <a:rPr lang="en-US" altLang="zh-CN" sz="2000" kern="0" dirty="0">
                          <a:effectLst/>
                          <a:latin typeface="+mj-lt"/>
                        </a:rPr>
                        <a:t> </a:t>
                      </a:r>
                      <a:r>
                        <a:rPr lang="zh-CN" sz="2000" b="1" kern="0" dirty="0">
                          <a:solidFill>
                            <a:schemeClr val="accent2"/>
                          </a:solidFill>
                          <a:effectLst/>
                          <a:latin typeface="+mj-lt"/>
                        </a:rPr>
                        <a:t>最大值</a:t>
                      </a:r>
                      <a:r>
                        <a:rPr lang="en-US" sz="2000" kern="0" dirty="0">
                          <a:effectLst/>
                          <a:latin typeface="+mj-lt"/>
                        </a:rPr>
                        <a:t>/</a:t>
                      </a:r>
                      <a:r>
                        <a:rPr lang="zh-CN" sz="2000" kern="0" dirty="0">
                          <a:effectLst/>
                          <a:latin typeface="+mj-lt"/>
                        </a:rPr>
                        <a:t>忽略非数值最大值</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r>
              <a:tr h="651167">
                <a:tc>
                  <a:txBody>
                    <a:bodyPr/>
                    <a:lstStyle/>
                    <a:p>
                      <a:pPr algn="l"/>
                      <a:r>
                        <a:rPr lang="en-US" sz="2000" b="0" kern="0" dirty="0">
                          <a:effectLst/>
                          <a:latin typeface="+mj-lt"/>
                        </a:rPr>
                        <a:t> argmax()</a:t>
                      </a:r>
                      <a:endParaRPr lang="zh-CN" sz="2800" b="0" kern="100" dirty="0">
                        <a:effectLst/>
                        <a:latin typeface="+mj-lt"/>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sz="2000" kern="0" dirty="0">
                          <a:effectLst/>
                          <a:latin typeface="+mj-lt"/>
                        </a:rPr>
                        <a:t> </a:t>
                      </a:r>
                      <a:r>
                        <a:rPr lang="en-US" sz="2000" b="1" kern="0" dirty="0" err="1">
                          <a:solidFill>
                            <a:schemeClr val="accent2"/>
                          </a:solidFill>
                          <a:effectLst/>
                          <a:latin typeface="+mj-lt"/>
                        </a:rPr>
                        <a:t>最大值</a:t>
                      </a:r>
                      <a:r>
                        <a:rPr lang="en-US" sz="2000" kern="0" dirty="0" err="1">
                          <a:effectLst/>
                          <a:latin typeface="+mj-lt"/>
                        </a:rPr>
                        <a:t>索引</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lnR w="12700" cap="flat" cmpd="sng" algn="ctr">
                      <a:solidFill>
                        <a:srgbClr val="0037A6"/>
                      </a:solidFill>
                      <a:prstDash val="solid"/>
                      <a:round/>
                      <a:headEnd type="none" w="med" len="med"/>
                      <a:tailEnd type="none" w="med" len="med"/>
                    </a:lnR>
                  </a:tcPr>
                </a:tc>
                <a:tc>
                  <a:txBody>
                    <a:bodyPr/>
                    <a:lstStyle/>
                    <a:p>
                      <a:pPr algn="l"/>
                      <a:r>
                        <a:rPr lang="en-US" sz="2000" kern="0" dirty="0">
                          <a:effectLst/>
                          <a:latin typeface="+mj-lt"/>
                        </a:rPr>
                        <a:t> </a:t>
                      </a:r>
                      <a:r>
                        <a:rPr lang="en-US" sz="2000" kern="0" dirty="0" err="1">
                          <a:effectLst/>
                          <a:latin typeface="+mj-lt"/>
                        </a:rPr>
                        <a:t>argmin</a:t>
                      </a:r>
                      <a:r>
                        <a:rPr lang="en-US" sz="2000" kern="0" dirty="0">
                          <a:effectLst/>
                          <a:latin typeface="+mj-lt"/>
                        </a:rPr>
                        <a:t>()</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lnL w="12700" cap="flat" cmpd="sng" algn="ctr">
                      <a:solidFill>
                        <a:srgbClr val="0037A6"/>
                      </a:solidFill>
                      <a:prstDash val="solid"/>
                      <a:round/>
                      <a:headEnd type="none" w="med" len="med"/>
                      <a:tailEnd type="none" w="med" len="med"/>
                    </a:lnL>
                  </a:tcPr>
                </a:tc>
                <a:tc>
                  <a:txBody>
                    <a:bodyPr/>
                    <a:lstStyle/>
                    <a:p>
                      <a:pPr algn="l"/>
                      <a:r>
                        <a:rPr lang="en-US" sz="2000" kern="0" dirty="0">
                          <a:effectLst/>
                          <a:latin typeface="+mj-lt"/>
                        </a:rPr>
                        <a:t> </a:t>
                      </a:r>
                      <a:r>
                        <a:rPr lang="en-US" sz="2000" b="1" kern="0" dirty="0" err="1">
                          <a:solidFill>
                            <a:schemeClr val="accent2"/>
                          </a:solidFill>
                          <a:effectLst/>
                          <a:latin typeface="+mj-lt"/>
                        </a:rPr>
                        <a:t>最小值</a:t>
                      </a:r>
                      <a:r>
                        <a:rPr lang="en-US" sz="2000" kern="0" dirty="0" err="1">
                          <a:effectLst/>
                          <a:latin typeface="+mj-lt"/>
                        </a:rPr>
                        <a:t>索引</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r>
              <a:tr h="651167">
                <a:tc>
                  <a:txBody>
                    <a:bodyPr/>
                    <a:lstStyle/>
                    <a:p>
                      <a:pPr algn="l"/>
                      <a:r>
                        <a:rPr lang="en-US" sz="2000" b="0" kern="0" dirty="0">
                          <a:effectLst/>
                          <a:latin typeface="+mj-lt"/>
                        </a:rPr>
                        <a:t> </a:t>
                      </a:r>
                      <a:r>
                        <a:rPr lang="en-US" sz="2000" b="0" kern="0" dirty="0" err="1">
                          <a:effectLst/>
                          <a:latin typeface="+mj-lt"/>
                        </a:rPr>
                        <a:t>cumsum</a:t>
                      </a:r>
                      <a:r>
                        <a:rPr lang="en-US" sz="2000" b="0" kern="0" dirty="0">
                          <a:effectLst/>
                          <a:latin typeface="+mj-lt"/>
                        </a:rPr>
                        <a:t>()</a:t>
                      </a:r>
                      <a:endParaRPr lang="zh-CN" sz="2800" b="0" kern="100" dirty="0">
                        <a:effectLst/>
                        <a:latin typeface="+mj-lt"/>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sz="2000" kern="0" dirty="0">
                          <a:effectLst/>
                          <a:latin typeface="+mj-lt"/>
                        </a:rPr>
                        <a:t> </a:t>
                      </a:r>
                      <a:r>
                        <a:rPr lang="en-US" sz="2000" kern="0" dirty="0" err="1">
                          <a:effectLst/>
                          <a:latin typeface="+mj-lt"/>
                        </a:rPr>
                        <a:t>所有元素</a:t>
                      </a:r>
                      <a:r>
                        <a:rPr lang="en-US" sz="2000" b="1" kern="0" dirty="0" err="1">
                          <a:solidFill>
                            <a:schemeClr val="accent2"/>
                          </a:solidFill>
                          <a:effectLst/>
                          <a:latin typeface="+mj-lt"/>
                        </a:rPr>
                        <a:t>累加</a:t>
                      </a:r>
                      <a:endParaRPr lang="zh-CN" sz="2800" b="1" kern="100" dirty="0">
                        <a:solidFill>
                          <a:schemeClr val="accent2"/>
                        </a:solidFill>
                        <a:effectLst/>
                        <a:latin typeface="+mj-lt"/>
                        <a:ea typeface="等线" panose="02010600030101010101" pitchFamily="2" charset="-122"/>
                        <a:cs typeface="Times New Roman" panose="02020603050405020304" pitchFamily="18" charset="0"/>
                      </a:endParaRPr>
                    </a:p>
                  </a:txBody>
                  <a:tcPr marL="9525" marR="9525" marT="9525" marB="9525" anchor="ctr">
                    <a:lnR w="12700" cap="flat" cmpd="sng" algn="ctr">
                      <a:solidFill>
                        <a:srgbClr val="0037A6"/>
                      </a:solidFill>
                      <a:prstDash val="solid"/>
                      <a:round/>
                      <a:headEnd type="none" w="med" len="med"/>
                      <a:tailEnd type="none" w="med" len="med"/>
                    </a:lnR>
                  </a:tcPr>
                </a:tc>
                <a:tc>
                  <a:txBody>
                    <a:bodyPr/>
                    <a:lstStyle/>
                    <a:p>
                      <a:pPr algn="l"/>
                      <a:r>
                        <a:rPr lang="en-US" sz="2000" kern="0" dirty="0">
                          <a:effectLst/>
                          <a:latin typeface="+mj-lt"/>
                        </a:rPr>
                        <a:t> </a:t>
                      </a:r>
                      <a:r>
                        <a:rPr lang="en-US" sz="2000" kern="0" dirty="0" err="1">
                          <a:effectLst/>
                          <a:latin typeface="+mj-lt"/>
                        </a:rPr>
                        <a:t>cumprod</a:t>
                      </a:r>
                      <a:r>
                        <a:rPr lang="en-US" sz="2000" kern="0" dirty="0">
                          <a:effectLst/>
                          <a:latin typeface="+mj-lt"/>
                        </a:rPr>
                        <a:t>()</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lnL w="12700" cap="flat" cmpd="sng" algn="ctr">
                      <a:solidFill>
                        <a:srgbClr val="0037A6"/>
                      </a:solidFill>
                      <a:prstDash val="solid"/>
                      <a:round/>
                      <a:headEnd type="none" w="med" len="med"/>
                      <a:tailEnd type="none" w="med" len="med"/>
                    </a:lnL>
                  </a:tcPr>
                </a:tc>
                <a:tc>
                  <a:txBody>
                    <a:bodyPr/>
                    <a:lstStyle/>
                    <a:p>
                      <a:pPr algn="l"/>
                      <a:r>
                        <a:rPr lang="en-US" sz="2000" kern="0" dirty="0">
                          <a:effectLst/>
                          <a:latin typeface="+mj-lt"/>
                        </a:rPr>
                        <a:t> </a:t>
                      </a:r>
                      <a:r>
                        <a:rPr lang="en-US" sz="2000" kern="0" dirty="0" err="1">
                          <a:effectLst/>
                          <a:latin typeface="+mj-lt"/>
                        </a:rPr>
                        <a:t>所有元素</a:t>
                      </a:r>
                      <a:r>
                        <a:rPr lang="en-US" sz="2000" b="1" kern="0" dirty="0" err="1">
                          <a:solidFill>
                            <a:schemeClr val="accent2"/>
                          </a:solidFill>
                          <a:effectLst/>
                          <a:latin typeface="+mj-lt"/>
                        </a:rPr>
                        <a:t>累乘</a:t>
                      </a:r>
                      <a:endParaRPr lang="zh-CN" sz="2800" b="1" kern="100" dirty="0">
                        <a:solidFill>
                          <a:schemeClr val="accent2"/>
                        </a:solidFill>
                        <a:effectLst/>
                        <a:latin typeface="+mj-lt"/>
                        <a:ea typeface="等线" panose="02010600030101010101" pitchFamily="2" charset="-122"/>
                        <a:cs typeface="Times New Roman" panose="02020603050405020304" pitchFamily="18" charset="0"/>
                      </a:endParaRPr>
                    </a:p>
                  </a:txBody>
                  <a:tcPr marL="9525" marR="9525" marT="9525" marB="9525" anchor="ctr"/>
                </a:tc>
              </a:tr>
              <a:tr h="651167">
                <a:tc>
                  <a:txBody>
                    <a:bodyPr/>
                    <a:lstStyle/>
                    <a:p>
                      <a:pPr algn="l"/>
                      <a:r>
                        <a:rPr lang="en-US" sz="2000" b="0" kern="0" dirty="0">
                          <a:effectLst/>
                          <a:latin typeface="+mj-lt"/>
                        </a:rPr>
                        <a:t> mean()/</a:t>
                      </a:r>
                      <a:r>
                        <a:rPr lang="en-US" sz="2000" b="0" kern="0" dirty="0" err="1">
                          <a:effectLst/>
                          <a:latin typeface="+mj-lt"/>
                        </a:rPr>
                        <a:t>nanmean</a:t>
                      </a:r>
                      <a:r>
                        <a:rPr lang="en-US" sz="2000" b="0" kern="0" dirty="0">
                          <a:effectLst/>
                          <a:latin typeface="+mj-lt"/>
                        </a:rPr>
                        <a:t>()</a:t>
                      </a:r>
                      <a:endParaRPr lang="zh-CN" sz="2800" b="0" kern="100" dirty="0">
                        <a:effectLst/>
                        <a:latin typeface="+mj-lt"/>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altLang="zh-CN" sz="2000" kern="0" dirty="0">
                          <a:effectLst/>
                          <a:latin typeface="+mj-lt"/>
                        </a:rPr>
                        <a:t> </a:t>
                      </a:r>
                      <a:r>
                        <a:rPr lang="zh-CN" sz="2000" b="1" kern="0" dirty="0">
                          <a:solidFill>
                            <a:schemeClr val="accent2"/>
                          </a:solidFill>
                          <a:effectLst/>
                          <a:latin typeface="+mj-lt"/>
                        </a:rPr>
                        <a:t>平均值</a:t>
                      </a:r>
                      <a:r>
                        <a:rPr lang="en-US" sz="2000" kern="0" dirty="0">
                          <a:effectLst/>
                          <a:latin typeface="+mj-lt"/>
                        </a:rPr>
                        <a:t>/</a:t>
                      </a:r>
                      <a:r>
                        <a:rPr lang="zh-CN" sz="2000" kern="0" dirty="0">
                          <a:effectLst/>
                          <a:latin typeface="+mj-lt"/>
                        </a:rPr>
                        <a:t>忽略非数值平均值</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lnR w="12700" cap="flat" cmpd="sng" algn="ctr">
                      <a:solidFill>
                        <a:srgbClr val="0037A6"/>
                      </a:solidFill>
                      <a:prstDash val="solid"/>
                      <a:round/>
                      <a:headEnd type="none" w="med" len="med"/>
                      <a:tailEnd type="none" w="med" len="med"/>
                    </a:lnR>
                  </a:tcPr>
                </a:tc>
                <a:tc>
                  <a:txBody>
                    <a:bodyPr/>
                    <a:lstStyle/>
                    <a:p>
                      <a:pPr algn="l"/>
                      <a:r>
                        <a:rPr lang="en-US" sz="2000" kern="0" dirty="0">
                          <a:effectLst/>
                          <a:latin typeface="+mj-lt"/>
                        </a:rPr>
                        <a:t> average()</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lnL w="12700" cap="flat" cmpd="sng" algn="ctr">
                      <a:solidFill>
                        <a:srgbClr val="0037A6"/>
                      </a:solidFill>
                      <a:prstDash val="solid"/>
                      <a:round/>
                      <a:headEnd type="none" w="med" len="med"/>
                      <a:tailEnd type="none" w="med" len="med"/>
                    </a:lnL>
                  </a:tcPr>
                </a:tc>
                <a:tc>
                  <a:txBody>
                    <a:bodyPr/>
                    <a:lstStyle/>
                    <a:p>
                      <a:pPr algn="l"/>
                      <a:r>
                        <a:rPr lang="en-US" sz="2000" kern="0" dirty="0">
                          <a:effectLst/>
                          <a:latin typeface="+mj-lt"/>
                        </a:rPr>
                        <a:t> </a:t>
                      </a:r>
                      <a:r>
                        <a:rPr lang="en-US" sz="2000" b="1" kern="0" dirty="0">
                          <a:solidFill>
                            <a:schemeClr val="accent2"/>
                          </a:solidFill>
                          <a:effectLst/>
                          <a:latin typeface="+mj-lt"/>
                        </a:rPr>
                        <a:t>(</a:t>
                      </a:r>
                      <a:r>
                        <a:rPr lang="en-US" sz="2000" b="1" kern="0" dirty="0" err="1">
                          <a:solidFill>
                            <a:schemeClr val="accent2"/>
                          </a:solidFill>
                          <a:effectLst/>
                          <a:latin typeface="+mj-lt"/>
                        </a:rPr>
                        <a:t>加权</a:t>
                      </a:r>
                      <a:r>
                        <a:rPr lang="en-US" sz="2000" b="1" kern="0" dirty="0">
                          <a:solidFill>
                            <a:schemeClr val="accent2"/>
                          </a:solidFill>
                          <a:effectLst/>
                          <a:latin typeface="+mj-lt"/>
                        </a:rPr>
                        <a:t>)</a:t>
                      </a:r>
                      <a:r>
                        <a:rPr lang="en-US" sz="2000" kern="0" dirty="0" err="1">
                          <a:effectLst/>
                          <a:latin typeface="+mj-lt"/>
                        </a:rPr>
                        <a:t>平均值</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r>
              <a:tr h="651167">
                <a:tc>
                  <a:txBody>
                    <a:bodyPr/>
                    <a:lstStyle/>
                    <a:p>
                      <a:pPr algn="l"/>
                      <a:r>
                        <a:rPr lang="en-US" sz="2000" b="0" kern="0" dirty="0">
                          <a:effectLst/>
                          <a:latin typeface="+mj-lt"/>
                        </a:rPr>
                        <a:t> median()/</a:t>
                      </a:r>
                      <a:r>
                        <a:rPr lang="en-US" sz="2000" b="0" kern="0" dirty="0" err="1">
                          <a:effectLst/>
                          <a:latin typeface="+mj-lt"/>
                        </a:rPr>
                        <a:t>nanmedian</a:t>
                      </a:r>
                      <a:r>
                        <a:rPr lang="en-US" sz="2000" b="0" kern="0" dirty="0">
                          <a:effectLst/>
                          <a:latin typeface="+mj-lt"/>
                        </a:rPr>
                        <a:t>()</a:t>
                      </a:r>
                      <a:endParaRPr lang="zh-CN" sz="2800" b="0" kern="100" dirty="0">
                        <a:effectLst/>
                        <a:latin typeface="+mj-lt"/>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altLang="zh-CN" sz="2000" kern="0" dirty="0">
                          <a:effectLst/>
                          <a:latin typeface="+mj-lt"/>
                        </a:rPr>
                        <a:t> </a:t>
                      </a:r>
                      <a:r>
                        <a:rPr lang="zh-CN" sz="2000" b="1" kern="0" dirty="0">
                          <a:solidFill>
                            <a:schemeClr val="accent2"/>
                          </a:solidFill>
                          <a:effectLst/>
                          <a:latin typeface="+mj-lt"/>
                        </a:rPr>
                        <a:t>中位数</a:t>
                      </a:r>
                      <a:r>
                        <a:rPr lang="en-US" sz="2000" kern="0" dirty="0">
                          <a:effectLst/>
                          <a:latin typeface="+mj-lt"/>
                        </a:rPr>
                        <a:t>/</a:t>
                      </a:r>
                      <a:r>
                        <a:rPr lang="zh-CN" sz="2000" kern="0" dirty="0">
                          <a:effectLst/>
                          <a:latin typeface="+mj-lt"/>
                        </a:rPr>
                        <a:t>忽略非数值中位数</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lnR w="12700" cap="flat" cmpd="sng" algn="ctr">
                      <a:solidFill>
                        <a:srgbClr val="0037A6"/>
                      </a:solidFill>
                      <a:prstDash val="solid"/>
                      <a:round/>
                      <a:headEnd type="none" w="med" len="med"/>
                      <a:tailEnd type="none" w="med" len="med"/>
                    </a:lnR>
                  </a:tcPr>
                </a:tc>
                <a:tc>
                  <a:txBody>
                    <a:bodyPr/>
                    <a:lstStyle/>
                    <a:p>
                      <a:pPr algn="l"/>
                      <a:r>
                        <a:rPr lang="en-US" sz="2000" kern="0" dirty="0">
                          <a:effectLst/>
                          <a:latin typeface="+mj-lt"/>
                        </a:rPr>
                        <a:t> std()/</a:t>
                      </a:r>
                      <a:r>
                        <a:rPr lang="en-US" sz="2000" kern="0" dirty="0" err="1">
                          <a:effectLst/>
                          <a:latin typeface="+mj-lt"/>
                        </a:rPr>
                        <a:t>nanstd</a:t>
                      </a:r>
                      <a:r>
                        <a:rPr lang="en-US" sz="2000" kern="0" dirty="0">
                          <a:effectLst/>
                          <a:latin typeface="+mj-lt"/>
                        </a:rPr>
                        <a:t>()</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lnL w="12700" cap="flat" cmpd="sng" algn="ctr">
                      <a:solidFill>
                        <a:srgbClr val="0037A6"/>
                      </a:solidFill>
                      <a:prstDash val="solid"/>
                      <a:round/>
                      <a:headEnd type="none" w="med" len="med"/>
                      <a:tailEnd type="none" w="med" len="med"/>
                    </a:lnL>
                  </a:tcPr>
                </a:tc>
                <a:tc>
                  <a:txBody>
                    <a:bodyPr/>
                    <a:lstStyle/>
                    <a:p>
                      <a:pPr algn="l"/>
                      <a:r>
                        <a:rPr lang="en-US" altLang="zh-CN" sz="2000" kern="0" dirty="0">
                          <a:effectLst/>
                          <a:latin typeface="+mj-lt"/>
                        </a:rPr>
                        <a:t> </a:t>
                      </a:r>
                      <a:r>
                        <a:rPr lang="zh-CN" sz="2000" b="1" kern="0" dirty="0">
                          <a:solidFill>
                            <a:schemeClr val="accent2"/>
                          </a:solidFill>
                          <a:effectLst/>
                          <a:latin typeface="+mj-lt"/>
                        </a:rPr>
                        <a:t>标准差</a:t>
                      </a:r>
                      <a:r>
                        <a:rPr lang="en-US" sz="2000" kern="0" dirty="0">
                          <a:effectLst/>
                          <a:latin typeface="+mj-lt"/>
                        </a:rPr>
                        <a:t>/</a:t>
                      </a:r>
                      <a:r>
                        <a:rPr lang="zh-CN" sz="2000" kern="0" dirty="0">
                          <a:effectLst/>
                          <a:latin typeface="+mj-lt"/>
                        </a:rPr>
                        <a:t>忽略非数值标准差</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r>
              <a:tr h="651167">
                <a:tc>
                  <a:txBody>
                    <a:bodyPr/>
                    <a:lstStyle/>
                    <a:p>
                      <a:pPr algn="l"/>
                      <a:r>
                        <a:rPr lang="en-US" sz="2000" b="0" kern="0" dirty="0">
                          <a:effectLst/>
                          <a:latin typeface="+mj-lt"/>
                        </a:rPr>
                        <a:t> var()/</a:t>
                      </a:r>
                      <a:r>
                        <a:rPr lang="en-US" sz="2000" b="0" kern="0" dirty="0" err="1">
                          <a:effectLst/>
                          <a:latin typeface="+mj-lt"/>
                        </a:rPr>
                        <a:t>nanvar</a:t>
                      </a:r>
                      <a:r>
                        <a:rPr lang="en-US" sz="2000" b="0" kern="0" dirty="0">
                          <a:effectLst/>
                          <a:latin typeface="+mj-lt"/>
                        </a:rPr>
                        <a:t>()</a:t>
                      </a:r>
                      <a:endParaRPr lang="zh-CN" sz="2800" b="0" kern="100" dirty="0">
                        <a:effectLst/>
                        <a:latin typeface="+mj-lt"/>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sz="2000" kern="0" dirty="0">
                          <a:effectLst/>
                          <a:latin typeface="+mj-lt"/>
                        </a:rPr>
                        <a:t> </a:t>
                      </a:r>
                      <a:r>
                        <a:rPr lang="en-US" sz="2000" b="1" kern="0" dirty="0" err="1">
                          <a:solidFill>
                            <a:schemeClr val="accent2"/>
                          </a:solidFill>
                          <a:effectLst/>
                          <a:latin typeface="+mj-lt"/>
                        </a:rPr>
                        <a:t>方差</a:t>
                      </a:r>
                      <a:r>
                        <a:rPr lang="en-US" sz="2000" kern="0" dirty="0">
                          <a:effectLst/>
                          <a:latin typeface="+mj-lt"/>
                        </a:rPr>
                        <a:t>/</a:t>
                      </a:r>
                      <a:r>
                        <a:rPr lang="en-US" sz="2000" kern="0" dirty="0" err="1">
                          <a:effectLst/>
                          <a:latin typeface="+mj-lt"/>
                        </a:rPr>
                        <a:t>忽略非数值方差</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lnR w="12700" cap="flat" cmpd="sng" algn="ctr">
                      <a:solidFill>
                        <a:srgbClr val="0037A6"/>
                      </a:solidFill>
                      <a:prstDash val="solid"/>
                      <a:round/>
                      <a:headEnd type="none" w="med" len="med"/>
                      <a:tailEnd type="none" w="med" len="med"/>
                    </a:lnR>
                  </a:tcPr>
                </a:tc>
                <a:tc>
                  <a:txBody>
                    <a:bodyPr/>
                    <a:lstStyle/>
                    <a:p>
                      <a:pPr algn="l"/>
                      <a:r>
                        <a:rPr lang="en-US" sz="2000" kern="0" dirty="0">
                          <a:effectLst/>
                          <a:latin typeface="+mj-lt"/>
                        </a:rPr>
                        <a:t> </a:t>
                      </a:r>
                      <a:r>
                        <a:rPr lang="en-US" sz="2000" kern="0" dirty="0" err="1">
                          <a:effectLst/>
                          <a:latin typeface="+mj-lt"/>
                        </a:rPr>
                        <a:t>cov</a:t>
                      </a:r>
                      <a:r>
                        <a:rPr lang="en-US" sz="2000" kern="0" dirty="0">
                          <a:effectLst/>
                          <a:latin typeface="+mj-lt"/>
                        </a:rPr>
                        <a:t>()</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lnL w="12700" cap="flat" cmpd="sng" algn="ctr">
                      <a:solidFill>
                        <a:srgbClr val="0037A6"/>
                      </a:solidFill>
                      <a:prstDash val="solid"/>
                      <a:round/>
                      <a:headEnd type="none" w="med" len="med"/>
                      <a:tailEnd type="none" w="med" len="med"/>
                    </a:lnL>
                  </a:tcPr>
                </a:tc>
                <a:tc>
                  <a:txBody>
                    <a:bodyPr/>
                    <a:lstStyle/>
                    <a:p>
                      <a:pPr algn="l"/>
                      <a:r>
                        <a:rPr lang="en-US" sz="2000" kern="0" dirty="0">
                          <a:effectLst/>
                          <a:latin typeface="+mj-lt"/>
                        </a:rPr>
                        <a:t> </a:t>
                      </a:r>
                      <a:r>
                        <a:rPr lang="en-US" sz="2000" b="1" kern="0" dirty="0" err="1">
                          <a:solidFill>
                            <a:schemeClr val="accent2"/>
                          </a:solidFill>
                          <a:effectLst/>
                          <a:latin typeface="+mj-lt"/>
                        </a:rPr>
                        <a:t>协方差</a:t>
                      </a:r>
                      <a:endParaRPr lang="zh-CN" sz="2800" b="1" kern="100" dirty="0">
                        <a:solidFill>
                          <a:schemeClr val="accent2"/>
                        </a:solidFill>
                        <a:effectLst/>
                        <a:latin typeface="+mj-lt"/>
                        <a:ea typeface="等线" panose="02010600030101010101" pitchFamily="2" charset="-122"/>
                        <a:cs typeface="Times New Roman" panose="02020603050405020304" pitchFamily="18" charset="0"/>
                      </a:endParaRPr>
                    </a:p>
                  </a:txBody>
                  <a:tcPr marL="9525" marR="9525" marT="9525" marB="9525" anchor="ctr"/>
                </a:tc>
              </a:tr>
              <a:tr h="651167">
                <a:tc>
                  <a:txBody>
                    <a:bodyPr/>
                    <a:lstStyle/>
                    <a:p>
                      <a:pPr algn="l"/>
                      <a:r>
                        <a:rPr lang="en-US" sz="2000" b="0" kern="0" dirty="0">
                          <a:effectLst/>
                          <a:latin typeface="+mj-lt"/>
                        </a:rPr>
                        <a:t> sum()</a:t>
                      </a:r>
                      <a:endParaRPr lang="zh-CN" sz="2800" b="0" kern="100" dirty="0">
                        <a:effectLst/>
                        <a:latin typeface="+mj-lt"/>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sz="2000" kern="0" dirty="0">
                          <a:effectLst/>
                          <a:latin typeface="+mj-lt"/>
                        </a:rPr>
                        <a:t> </a:t>
                      </a:r>
                      <a:r>
                        <a:rPr lang="en-US" sz="2000" kern="0" dirty="0" err="1">
                          <a:effectLst/>
                          <a:latin typeface="+mj-lt"/>
                        </a:rPr>
                        <a:t>对数组元素进行</a:t>
                      </a:r>
                      <a:r>
                        <a:rPr lang="en-US" sz="2000" b="1" kern="0" dirty="0" err="1">
                          <a:solidFill>
                            <a:schemeClr val="accent2"/>
                          </a:solidFill>
                          <a:effectLst/>
                          <a:latin typeface="+mj-lt"/>
                        </a:rPr>
                        <a:t>求和</a:t>
                      </a:r>
                      <a:endParaRPr lang="zh-CN" sz="2800" b="1" kern="100" dirty="0">
                        <a:solidFill>
                          <a:schemeClr val="accent2"/>
                        </a:solidFill>
                        <a:effectLst/>
                        <a:latin typeface="+mj-lt"/>
                        <a:ea typeface="等线" panose="02010600030101010101" pitchFamily="2" charset="-122"/>
                        <a:cs typeface="Times New Roman" panose="02020603050405020304" pitchFamily="18" charset="0"/>
                      </a:endParaRPr>
                    </a:p>
                  </a:txBody>
                  <a:tcPr marL="9525" marR="9525" marT="9525" marB="9525" anchor="ctr">
                    <a:lnR w="12700" cap="flat" cmpd="sng" algn="ctr">
                      <a:solidFill>
                        <a:srgbClr val="0037A6"/>
                      </a:solidFill>
                      <a:prstDash val="solid"/>
                      <a:round/>
                      <a:headEnd type="none" w="med" len="med"/>
                      <a:tailEnd type="none" w="med" len="med"/>
                    </a:lnR>
                  </a:tcPr>
                </a:tc>
                <a:tc>
                  <a:txBody>
                    <a:bodyPr/>
                    <a:lstStyle/>
                    <a:p>
                      <a:pPr algn="l"/>
                      <a:r>
                        <a:rPr lang="en-US" sz="2000" kern="0" dirty="0">
                          <a:effectLst/>
                          <a:latin typeface="+mj-lt"/>
                        </a:rPr>
                        <a:t> </a:t>
                      </a:r>
                      <a:r>
                        <a:rPr lang="en-US" sz="2000" kern="0" dirty="0" err="1">
                          <a:effectLst/>
                          <a:latin typeface="+mj-lt"/>
                        </a:rPr>
                        <a:t>ptp</a:t>
                      </a:r>
                      <a:r>
                        <a:rPr lang="en-US" sz="2000" kern="0" dirty="0">
                          <a:effectLst/>
                          <a:latin typeface="+mj-lt"/>
                        </a:rPr>
                        <a:t>()</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lnL w="12700" cap="flat" cmpd="sng" algn="ctr">
                      <a:solidFill>
                        <a:srgbClr val="0037A6"/>
                      </a:solidFill>
                      <a:prstDash val="solid"/>
                      <a:round/>
                      <a:headEnd type="none" w="med" len="med"/>
                      <a:tailEnd type="none" w="med" len="med"/>
                    </a:lnL>
                  </a:tcPr>
                </a:tc>
                <a:tc>
                  <a:txBody>
                    <a:bodyPr/>
                    <a:lstStyle/>
                    <a:p>
                      <a:pPr algn="l"/>
                      <a:r>
                        <a:rPr lang="en-US" sz="2000" kern="0" dirty="0">
                          <a:effectLst/>
                          <a:latin typeface="+mj-lt"/>
                        </a:rPr>
                        <a:t> </a:t>
                      </a:r>
                      <a:r>
                        <a:rPr lang="en-US" sz="2000" b="1" kern="0" dirty="0" err="1">
                          <a:solidFill>
                            <a:schemeClr val="accent2"/>
                          </a:solidFill>
                          <a:effectLst/>
                          <a:latin typeface="+mj-lt"/>
                        </a:rPr>
                        <a:t>极差</a:t>
                      </a:r>
                      <a:endParaRPr lang="zh-CN" sz="2800" b="1" kern="100" dirty="0">
                        <a:solidFill>
                          <a:schemeClr val="accent2"/>
                        </a:solidFill>
                        <a:effectLst/>
                        <a:latin typeface="+mj-lt"/>
                        <a:ea typeface="等线" panose="02010600030101010101" pitchFamily="2" charset="-122"/>
                        <a:cs typeface="Times New Roman" panose="02020603050405020304" pitchFamily="18" charset="0"/>
                      </a:endParaRPr>
                    </a:p>
                  </a:txBody>
                  <a:tcPr marL="9525" marR="9525" marT="9525" marB="9525" anchor="ctr"/>
                </a:tc>
              </a:tr>
            </a:tbl>
          </a:graphicData>
        </a:graphic>
      </p:graphicFrame>
      <p:sp>
        <p:nvSpPr>
          <p:cNvPr id="5" name="文本框 4"/>
          <p:cNvSpPr txBox="1"/>
          <p:nvPr/>
        </p:nvSpPr>
        <p:spPr>
          <a:xfrm>
            <a:off x="7051675" y="672709"/>
            <a:ext cx="4230370" cy="501932"/>
          </a:xfrm>
          <a:prstGeom prst="rect">
            <a:avLst/>
          </a:prstGeom>
          <a:noFill/>
        </p:spPr>
        <p:txBody>
          <a:bodyPr wrap="square">
            <a:spAutoFit/>
          </a:bodyPr>
          <a:lstStyle/>
          <a:p>
            <a:pPr indent="241300" algn="r">
              <a:lnSpc>
                <a:spcPct val="150000"/>
              </a:lnSpc>
              <a:defRPr/>
            </a:pP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数组统计函数</a:t>
            </a:r>
            <a:endParaRPr lang="zh-CN" altLang="en-US" sz="32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7.5.5</a:t>
            </a:r>
            <a:endParaRPr lang="zh-CN" altLang="en-US" dirty="0"/>
          </a:p>
        </p:txBody>
      </p:sp>
      <p:sp>
        <p:nvSpPr>
          <p:cNvPr id="3" name="标题 2"/>
          <p:cNvSpPr>
            <a:spLocks noGrp="1"/>
          </p:cNvSpPr>
          <p:nvPr>
            <p:ph type="title"/>
          </p:nvPr>
        </p:nvSpPr>
        <p:spPr/>
        <p:txBody>
          <a:bodyPr/>
          <a:lstStyle/>
          <a:p>
            <a:r>
              <a:rPr lang="zh-CN" altLang="en-US" dirty="0"/>
              <a:t>统计分析</a:t>
            </a:r>
            <a:endParaRPr lang="zh-CN" altLang="en-US" dirty="0"/>
          </a:p>
        </p:txBody>
      </p:sp>
      <p:sp>
        <p:nvSpPr>
          <p:cNvPr id="6" name="内容占位符 3"/>
          <p:cNvSpPr txBox="1"/>
          <p:nvPr/>
        </p:nvSpPr>
        <p:spPr>
          <a:xfrm>
            <a:off x="688044" y="1005840"/>
            <a:ext cx="10815912" cy="5582902"/>
          </a:xfrm>
          <a:prstGeom prst="roundRect">
            <a:avLst>
              <a:gd name="adj" fmla="val 9299"/>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b="0" dirty="0">
                <a:solidFill>
                  <a:srgbClr val="4B69C6"/>
                </a:solidFill>
                <a:effectLst/>
                <a:latin typeface="+mj-lt"/>
              </a:rPr>
              <a:t>import</a:t>
            </a:r>
            <a:r>
              <a:rPr lang="en-US" altLang="zh-CN" b="0" dirty="0">
                <a:solidFill>
                  <a:srgbClr val="333333"/>
                </a:solidFill>
                <a:effectLst/>
                <a:latin typeface="+mj-lt"/>
              </a:rPr>
              <a:t> </a:t>
            </a:r>
            <a:r>
              <a:rPr lang="en-US" altLang="zh-CN" b="1" dirty="0" err="1">
                <a:solidFill>
                  <a:srgbClr val="7A3E9D"/>
                </a:solidFill>
                <a:effectLst/>
                <a:latin typeface="+mj-lt"/>
              </a:rPr>
              <a:t>numpy</a:t>
            </a:r>
            <a:r>
              <a:rPr lang="en-US" altLang="zh-CN" b="0" dirty="0">
                <a:solidFill>
                  <a:srgbClr val="333333"/>
                </a:solidFill>
                <a:effectLst/>
                <a:latin typeface="+mj-lt"/>
              </a:rPr>
              <a:t> </a:t>
            </a:r>
            <a:r>
              <a:rPr lang="en-US" altLang="zh-CN" b="0" dirty="0">
                <a:solidFill>
                  <a:srgbClr val="4B69C6"/>
                </a:solidFill>
                <a:effectLst/>
                <a:latin typeface="+mj-lt"/>
              </a:rPr>
              <a:t>as</a:t>
            </a:r>
            <a:r>
              <a:rPr lang="en-US" altLang="zh-CN" b="0" dirty="0">
                <a:solidFill>
                  <a:srgbClr val="333333"/>
                </a:solidFill>
                <a:effectLst/>
                <a:latin typeface="+mj-lt"/>
              </a:rPr>
              <a:t> </a:t>
            </a:r>
            <a:r>
              <a:rPr lang="en-US" altLang="zh-CN" b="1" dirty="0">
                <a:solidFill>
                  <a:srgbClr val="7A3E9D"/>
                </a:solidFill>
                <a:effectLst/>
                <a:latin typeface="+mj-lt"/>
              </a:rPr>
              <a:t>np</a:t>
            </a:r>
            <a:endParaRPr lang="en-US" altLang="zh-CN" b="0" dirty="0">
              <a:solidFill>
                <a:srgbClr val="333333"/>
              </a:solidFill>
              <a:effectLst/>
              <a:latin typeface="+mj-lt"/>
            </a:endParaRPr>
          </a:p>
          <a:p>
            <a:r>
              <a:rPr lang="en-US" altLang="zh-CN" b="0" dirty="0">
                <a:solidFill>
                  <a:srgbClr val="333333"/>
                </a:solidFill>
                <a:effectLst/>
                <a:latin typeface="+mj-lt"/>
              </a:rPr>
              <a:t> </a:t>
            </a:r>
            <a:endParaRPr lang="en-US" altLang="zh-CN" b="0" dirty="0">
              <a:solidFill>
                <a:srgbClr val="333333"/>
              </a:solidFill>
              <a:effectLst/>
              <a:latin typeface="+mj-lt"/>
            </a:endParaRPr>
          </a:p>
          <a:p>
            <a:r>
              <a:rPr lang="en-US" altLang="zh-CN" b="0" dirty="0">
                <a:solidFill>
                  <a:srgbClr val="AAAAAA"/>
                </a:solidFill>
                <a:effectLst/>
                <a:latin typeface="+mj-lt"/>
              </a:rPr>
              <a:t># </a:t>
            </a:r>
            <a:r>
              <a:rPr lang="zh-CN" altLang="en-US" b="0" dirty="0">
                <a:solidFill>
                  <a:srgbClr val="AAAAAA"/>
                </a:solidFill>
                <a:effectLst/>
                <a:latin typeface="+mj-lt"/>
              </a:rPr>
              <a:t>产生 </a:t>
            </a:r>
            <a:r>
              <a:rPr lang="en-US" altLang="zh-CN" b="0" dirty="0">
                <a:solidFill>
                  <a:srgbClr val="AAAAAA"/>
                </a:solidFill>
                <a:effectLst/>
                <a:latin typeface="+mj-lt"/>
              </a:rPr>
              <a:t>100 </a:t>
            </a:r>
            <a:r>
              <a:rPr lang="zh-CN" altLang="en-US" b="0" dirty="0">
                <a:solidFill>
                  <a:srgbClr val="AAAAAA"/>
                </a:solidFill>
                <a:effectLst/>
                <a:latin typeface="+mj-lt"/>
              </a:rPr>
              <a:t>以内的随机整数创建 </a:t>
            </a:r>
            <a:r>
              <a:rPr lang="en-US" altLang="zh-CN" b="0" dirty="0">
                <a:solidFill>
                  <a:srgbClr val="AAAAAA"/>
                </a:solidFill>
                <a:effectLst/>
                <a:latin typeface="+mj-lt"/>
              </a:rPr>
              <a:t>3 </a:t>
            </a:r>
            <a:r>
              <a:rPr lang="zh-CN" altLang="en-US" b="0" dirty="0">
                <a:solidFill>
                  <a:srgbClr val="AAAAAA"/>
                </a:solidFill>
                <a:effectLst/>
                <a:latin typeface="+mj-lt"/>
              </a:rPr>
              <a:t>行 </a:t>
            </a:r>
            <a:r>
              <a:rPr lang="en-US" altLang="zh-CN" b="0" dirty="0">
                <a:solidFill>
                  <a:srgbClr val="AAAAAA"/>
                </a:solidFill>
                <a:effectLst/>
                <a:latin typeface="+mj-lt"/>
              </a:rPr>
              <a:t>4 </a:t>
            </a:r>
            <a:r>
              <a:rPr lang="zh-CN" altLang="en-US" b="0" dirty="0">
                <a:solidFill>
                  <a:srgbClr val="AAAAAA"/>
                </a:solidFill>
                <a:effectLst/>
                <a:latin typeface="+mj-lt"/>
              </a:rPr>
              <a:t>列的数组</a:t>
            </a:r>
            <a:endParaRPr lang="zh-CN" altLang="en-US" b="0" dirty="0">
              <a:solidFill>
                <a:srgbClr val="333333"/>
              </a:solidFill>
              <a:effectLst/>
              <a:latin typeface="+mj-lt"/>
            </a:endParaRPr>
          </a:p>
          <a:p>
            <a:r>
              <a:rPr lang="en-US" altLang="zh-CN" b="0" dirty="0" err="1">
                <a:solidFill>
                  <a:srgbClr val="7A3E9D"/>
                </a:solidFill>
                <a:effectLst/>
                <a:latin typeface="+mj-lt"/>
              </a:rPr>
              <a:t>arr</a:t>
            </a:r>
            <a:r>
              <a:rPr lang="en-US" altLang="zh-CN" b="0" dirty="0">
                <a:solidFill>
                  <a:srgbClr val="333333"/>
                </a:solidFill>
                <a:effectLst/>
                <a:latin typeface="+mj-lt"/>
              </a:rPr>
              <a:t> </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1" dirty="0" err="1">
                <a:solidFill>
                  <a:srgbClr val="7A3E9D"/>
                </a:solidFill>
                <a:effectLst/>
                <a:latin typeface="+mj-lt"/>
              </a:rPr>
              <a:t>np</a:t>
            </a:r>
            <a:r>
              <a:rPr lang="en-US" altLang="zh-CN" b="0" dirty="0" err="1">
                <a:solidFill>
                  <a:srgbClr val="777777"/>
                </a:solidFill>
                <a:effectLst/>
                <a:latin typeface="+mj-lt"/>
              </a:rPr>
              <a:t>.</a:t>
            </a:r>
            <a:r>
              <a:rPr lang="en-US" altLang="zh-CN" b="1" dirty="0" err="1">
                <a:solidFill>
                  <a:srgbClr val="7A3E9D"/>
                </a:solidFill>
                <a:effectLst/>
                <a:latin typeface="+mj-lt"/>
              </a:rPr>
              <a:t>random</a:t>
            </a:r>
            <a:r>
              <a:rPr lang="en-US" altLang="zh-CN" b="0" dirty="0" err="1">
                <a:solidFill>
                  <a:srgbClr val="777777"/>
                </a:solidFill>
                <a:effectLst/>
                <a:latin typeface="+mj-lt"/>
              </a:rPr>
              <a:t>.</a:t>
            </a:r>
            <a:r>
              <a:rPr lang="en-US" altLang="zh-CN" b="0" dirty="0" err="1">
                <a:solidFill>
                  <a:srgbClr val="7A3E9D"/>
                </a:solidFill>
                <a:effectLst/>
                <a:latin typeface="+mj-lt"/>
              </a:rPr>
              <a:t>randint</a:t>
            </a:r>
            <a:r>
              <a:rPr lang="en-US" altLang="zh-CN" b="0" dirty="0">
                <a:solidFill>
                  <a:srgbClr val="777777"/>
                </a:solidFill>
                <a:effectLst/>
                <a:latin typeface="+mj-lt"/>
              </a:rPr>
              <a:t>(</a:t>
            </a:r>
            <a:r>
              <a:rPr lang="en-US" altLang="zh-CN" b="0" dirty="0">
                <a:solidFill>
                  <a:srgbClr val="9C5D27"/>
                </a:solidFill>
                <a:effectLst/>
                <a:latin typeface="+mj-lt"/>
              </a:rPr>
              <a:t>100</a:t>
            </a:r>
            <a:r>
              <a:rPr lang="en-US" altLang="zh-CN" b="0" dirty="0">
                <a:solidFill>
                  <a:srgbClr val="777777"/>
                </a:solidFill>
                <a:effectLst/>
                <a:latin typeface="+mj-lt"/>
              </a:rPr>
              <a:t>,</a:t>
            </a:r>
            <a:r>
              <a:rPr lang="en-US" altLang="zh-CN" b="0" dirty="0">
                <a:solidFill>
                  <a:srgbClr val="7A3E9D"/>
                </a:solidFill>
                <a:effectLst/>
                <a:latin typeface="+mj-lt"/>
              </a:rPr>
              <a:t>size</a:t>
            </a:r>
            <a:r>
              <a:rPr lang="en-US" altLang="zh-CN" b="0" dirty="0">
                <a:solidFill>
                  <a:srgbClr val="777777"/>
                </a:solidFill>
                <a:effectLst/>
                <a:latin typeface="+mj-lt"/>
              </a:rPr>
              <a:t>=(</a:t>
            </a:r>
            <a:r>
              <a:rPr lang="en-US" altLang="zh-CN" b="0" dirty="0">
                <a:solidFill>
                  <a:srgbClr val="9C5D27"/>
                </a:solidFill>
                <a:effectLst/>
                <a:latin typeface="+mj-lt"/>
              </a:rPr>
              <a:t>3</a:t>
            </a:r>
            <a:r>
              <a:rPr lang="en-US" altLang="zh-CN" b="0" dirty="0">
                <a:solidFill>
                  <a:srgbClr val="777777"/>
                </a:solidFill>
                <a:effectLst/>
                <a:latin typeface="+mj-lt"/>
              </a:rPr>
              <a:t>,</a:t>
            </a:r>
            <a:r>
              <a:rPr lang="en-US" altLang="zh-CN" b="0" dirty="0">
                <a:solidFill>
                  <a:srgbClr val="9C5D27"/>
                </a:solidFill>
                <a:effectLst/>
                <a:latin typeface="+mj-lt"/>
              </a:rPr>
              <a:t>4</a:t>
            </a:r>
            <a:r>
              <a:rPr lang="en-US" altLang="zh-CN" b="0" dirty="0">
                <a:solidFill>
                  <a:srgbClr val="777777"/>
                </a:solidFill>
                <a:effectLst/>
                <a:latin typeface="+mj-lt"/>
              </a:rPr>
              <a:t>))</a:t>
            </a:r>
            <a:endParaRPr lang="en-US" altLang="zh-CN" b="0" dirty="0">
              <a:solidFill>
                <a:srgbClr val="333333"/>
              </a:solidFill>
              <a:effectLst/>
              <a:latin typeface="+mj-lt"/>
            </a:endParaRPr>
          </a:p>
          <a:p>
            <a:r>
              <a:rPr lang="en-US" altLang="zh-CN" b="1" dirty="0">
                <a:solidFill>
                  <a:srgbClr val="AA3731"/>
                </a:solidFill>
                <a:effectLst/>
                <a:latin typeface="+mj-lt"/>
              </a:rPr>
              <a:t>print</a:t>
            </a:r>
            <a:r>
              <a:rPr lang="en-US" altLang="zh-CN" b="0" dirty="0">
                <a:solidFill>
                  <a:srgbClr val="777777"/>
                </a:solidFill>
                <a:effectLst/>
                <a:latin typeface="+mj-lt"/>
              </a:rPr>
              <a:t>(</a:t>
            </a:r>
            <a:r>
              <a:rPr lang="en-US" altLang="zh-CN" b="0" dirty="0" err="1">
                <a:solidFill>
                  <a:srgbClr val="7A3E9D"/>
                </a:solidFill>
                <a:effectLst/>
                <a:latin typeface="+mj-lt"/>
              </a:rPr>
              <a:t>arr</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AAAAAA"/>
                </a:solidFill>
                <a:effectLst/>
                <a:latin typeface="+mj-lt"/>
              </a:rPr>
              <a:t># </a:t>
            </a:r>
            <a:r>
              <a:rPr lang="zh-CN" altLang="en-US" b="0" dirty="0">
                <a:solidFill>
                  <a:srgbClr val="AAAAAA"/>
                </a:solidFill>
                <a:effectLst/>
                <a:latin typeface="+mj-lt"/>
              </a:rPr>
              <a:t>输出查看数据，每次运行结果不同</a:t>
            </a:r>
            <a:endParaRPr lang="zh-CN" altLang="en-US" b="0" dirty="0">
              <a:solidFill>
                <a:srgbClr val="333333"/>
              </a:solidFill>
              <a:effectLst/>
              <a:latin typeface="+mj-lt"/>
            </a:endParaRPr>
          </a:p>
          <a:p>
            <a:r>
              <a:rPr lang="en-US" altLang="zh-CN" b="0" dirty="0">
                <a:solidFill>
                  <a:srgbClr val="AAAAAA"/>
                </a:solidFill>
                <a:effectLst/>
                <a:latin typeface="+mj-lt"/>
              </a:rPr>
              <a:t># [[35 57 98 97]</a:t>
            </a:r>
            <a:endParaRPr lang="zh-CN" altLang="en-US" b="0" dirty="0">
              <a:solidFill>
                <a:srgbClr val="333333"/>
              </a:solidFill>
              <a:effectLst/>
              <a:latin typeface="+mj-lt"/>
            </a:endParaRPr>
          </a:p>
          <a:p>
            <a:r>
              <a:rPr lang="en-US" altLang="zh-CN" b="0" dirty="0">
                <a:solidFill>
                  <a:srgbClr val="AAAAAA"/>
                </a:solidFill>
                <a:effectLst/>
                <a:latin typeface="+mj-lt"/>
              </a:rPr>
              <a:t>#  [27 64 82 76]</a:t>
            </a:r>
            <a:endParaRPr lang="zh-CN" altLang="en-US" b="0" dirty="0">
              <a:solidFill>
                <a:srgbClr val="333333"/>
              </a:solidFill>
              <a:effectLst/>
              <a:latin typeface="+mj-lt"/>
            </a:endParaRPr>
          </a:p>
          <a:p>
            <a:r>
              <a:rPr lang="en-US" altLang="zh-CN" b="0" dirty="0">
                <a:solidFill>
                  <a:srgbClr val="AAAAAA"/>
                </a:solidFill>
                <a:effectLst/>
                <a:latin typeface="+mj-lt"/>
              </a:rPr>
              <a:t>#  [29 91 55 97]]</a:t>
            </a:r>
            <a:endParaRPr lang="zh-CN" altLang="en-US" b="0" dirty="0">
              <a:solidFill>
                <a:srgbClr val="333333"/>
              </a:solidFill>
              <a:effectLst/>
              <a:latin typeface="+mj-lt"/>
            </a:endParaRPr>
          </a:p>
          <a:p>
            <a:r>
              <a:rPr lang="en-US" altLang="zh-CN" b="1" dirty="0">
                <a:solidFill>
                  <a:srgbClr val="AA3731"/>
                </a:solidFill>
                <a:effectLst/>
                <a:latin typeface="+mj-lt"/>
              </a:rPr>
              <a:t>print</a:t>
            </a:r>
            <a:r>
              <a:rPr lang="en-US" altLang="zh-CN" b="0" dirty="0">
                <a:solidFill>
                  <a:srgbClr val="777777"/>
                </a:solidFill>
                <a:effectLst/>
                <a:latin typeface="+mj-lt"/>
              </a:rPr>
              <a:t>(</a:t>
            </a:r>
            <a:r>
              <a:rPr lang="en-US" altLang="zh-CN" b="1" dirty="0" err="1">
                <a:solidFill>
                  <a:srgbClr val="7A3E9D"/>
                </a:solidFill>
                <a:effectLst/>
                <a:latin typeface="+mj-lt"/>
              </a:rPr>
              <a:t>np</a:t>
            </a:r>
            <a:r>
              <a:rPr lang="en-US" altLang="zh-CN" b="0" dirty="0" err="1">
                <a:solidFill>
                  <a:srgbClr val="777777"/>
                </a:solidFill>
                <a:effectLst/>
                <a:latin typeface="+mj-lt"/>
              </a:rPr>
              <a:t>.</a:t>
            </a:r>
            <a:r>
              <a:rPr lang="en-US" altLang="zh-CN" b="0" dirty="0" err="1">
                <a:solidFill>
                  <a:srgbClr val="7A3E9D"/>
                </a:solidFill>
                <a:effectLst/>
                <a:latin typeface="+mj-lt"/>
              </a:rPr>
              <a:t>max</a:t>
            </a:r>
            <a:r>
              <a:rPr lang="en-US" altLang="zh-CN" b="0" dirty="0">
                <a:solidFill>
                  <a:srgbClr val="777777"/>
                </a:solidFill>
                <a:effectLst/>
                <a:latin typeface="+mj-lt"/>
              </a:rPr>
              <a:t>(</a:t>
            </a:r>
            <a:r>
              <a:rPr lang="en-US" altLang="zh-CN" b="0" dirty="0" err="1">
                <a:solidFill>
                  <a:srgbClr val="7A3E9D"/>
                </a:solidFill>
                <a:effectLst/>
                <a:latin typeface="+mj-lt"/>
              </a:rPr>
              <a:t>arr</a:t>
            </a:r>
            <a:r>
              <a:rPr lang="en-US" altLang="zh-CN" b="0" dirty="0">
                <a:solidFill>
                  <a:srgbClr val="777777"/>
                </a:solidFill>
                <a:effectLst/>
                <a:latin typeface="+mj-lt"/>
              </a:rPr>
              <a:t>),</a:t>
            </a:r>
            <a:r>
              <a:rPr lang="en-US" altLang="zh-CN" b="1" dirty="0" err="1">
                <a:solidFill>
                  <a:srgbClr val="7A3E9D"/>
                </a:solidFill>
                <a:effectLst/>
                <a:latin typeface="+mj-lt"/>
              </a:rPr>
              <a:t>np</a:t>
            </a:r>
            <a:r>
              <a:rPr lang="en-US" altLang="zh-CN" b="0" dirty="0" err="1">
                <a:solidFill>
                  <a:srgbClr val="777777"/>
                </a:solidFill>
                <a:effectLst/>
                <a:latin typeface="+mj-lt"/>
              </a:rPr>
              <a:t>.</a:t>
            </a:r>
            <a:r>
              <a:rPr lang="en-US" altLang="zh-CN" b="1" dirty="0" err="1">
                <a:solidFill>
                  <a:srgbClr val="AA3731"/>
                </a:solidFill>
                <a:effectLst/>
                <a:latin typeface="+mj-lt"/>
              </a:rPr>
              <a:t>argmax</a:t>
            </a:r>
            <a:r>
              <a:rPr lang="en-US" altLang="zh-CN" b="0" dirty="0">
                <a:solidFill>
                  <a:srgbClr val="777777"/>
                </a:solidFill>
                <a:effectLst/>
                <a:latin typeface="+mj-lt"/>
              </a:rPr>
              <a:t>(</a:t>
            </a:r>
            <a:r>
              <a:rPr lang="en-US" altLang="zh-CN" b="0" dirty="0" err="1">
                <a:solidFill>
                  <a:srgbClr val="7A3E9D"/>
                </a:solidFill>
                <a:effectLst/>
                <a:latin typeface="+mj-lt"/>
              </a:rPr>
              <a:t>arr</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AAAAAA"/>
                </a:solidFill>
                <a:effectLst/>
                <a:latin typeface="+mj-lt"/>
              </a:rPr>
              <a:t># </a:t>
            </a:r>
            <a:r>
              <a:rPr lang="zh-CN" altLang="en-US" b="0" dirty="0">
                <a:solidFill>
                  <a:srgbClr val="AAAAAA"/>
                </a:solidFill>
                <a:effectLst/>
                <a:latin typeface="+mj-lt"/>
              </a:rPr>
              <a:t>数组最大值及位置序号，输出 </a:t>
            </a:r>
            <a:r>
              <a:rPr lang="en-US" altLang="zh-CN" b="0" dirty="0">
                <a:solidFill>
                  <a:srgbClr val="AAAAAA"/>
                </a:solidFill>
                <a:effectLst/>
                <a:latin typeface="+mj-lt"/>
              </a:rPr>
              <a:t>98 2</a:t>
            </a:r>
            <a:endParaRPr lang="zh-CN" altLang="en-US" b="0" dirty="0">
              <a:solidFill>
                <a:srgbClr val="333333"/>
              </a:solidFill>
              <a:effectLst/>
              <a:latin typeface="+mj-lt"/>
            </a:endParaRPr>
          </a:p>
          <a:p>
            <a:r>
              <a:rPr lang="en-US" altLang="zh-CN" b="1" dirty="0">
                <a:solidFill>
                  <a:srgbClr val="AA3731"/>
                </a:solidFill>
                <a:effectLst/>
                <a:latin typeface="+mj-lt"/>
              </a:rPr>
              <a:t>print</a:t>
            </a:r>
            <a:r>
              <a:rPr lang="en-US" altLang="zh-CN" b="0" dirty="0">
                <a:solidFill>
                  <a:srgbClr val="777777"/>
                </a:solidFill>
                <a:effectLst/>
                <a:latin typeface="+mj-lt"/>
              </a:rPr>
              <a:t>(</a:t>
            </a:r>
            <a:r>
              <a:rPr lang="en-US" altLang="zh-CN" b="1" dirty="0" err="1">
                <a:solidFill>
                  <a:srgbClr val="7A3E9D"/>
                </a:solidFill>
                <a:effectLst/>
                <a:latin typeface="+mj-lt"/>
              </a:rPr>
              <a:t>np</a:t>
            </a:r>
            <a:r>
              <a:rPr lang="en-US" altLang="zh-CN" b="0" dirty="0" err="1">
                <a:solidFill>
                  <a:srgbClr val="777777"/>
                </a:solidFill>
                <a:effectLst/>
                <a:latin typeface="+mj-lt"/>
              </a:rPr>
              <a:t>.</a:t>
            </a:r>
            <a:r>
              <a:rPr lang="en-US" altLang="zh-CN" b="1" dirty="0" err="1">
                <a:solidFill>
                  <a:srgbClr val="AA3731"/>
                </a:solidFill>
                <a:effectLst/>
                <a:latin typeface="+mj-lt"/>
              </a:rPr>
              <a:t>cumsum</a:t>
            </a:r>
            <a:r>
              <a:rPr lang="en-US" altLang="zh-CN" b="0" dirty="0">
                <a:solidFill>
                  <a:srgbClr val="777777"/>
                </a:solidFill>
                <a:effectLst/>
                <a:latin typeface="+mj-lt"/>
              </a:rPr>
              <a:t>(</a:t>
            </a:r>
            <a:r>
              <a:rPr lang="en-US" altLang="zh-CN" b="0" dirty="0" err="1">
                <a:solidFill>
                  <a:srgbClr val="7A3E9D"/>
                </a:solidFill>
                <a:effectLst/>
                <a:latin typeface="+mj-lt"/>
              </a:rPr>
              <a:t>arr</a:t>
            </a:r>
            <a:r>
              <a:rPr lang="en-US" altLang="zh-CN" b="0" dirty="0">
                <a:solidFill>
                  <a:srgbClr val="777777"/>
                </a:solidFill>
                <a:effectLst/>
                <a:latin typeface="+mj-lt"/>
              </a:rPr>
              <a:t>))</a:t>
            </a:r>
            <a:endParaRPr lang="en-US" altLang="zh-CN" b="0" dirty="0">
              <a:solidFill>
                <a:srgbClr val="333333"/>
              </a:solidFill>
              <a:effectLst/>
              <a:latin typeface="+mj-lt"/>
            </a:endParaRPr>
          </a:p>
          <a:p>
            <a:r>
              <a:rPr lang="en-US" altLang="zh-CN" b="0" dirty="0">
                <a:solidFill>
                  <a:srgbClr val="AAAAAA"/>
                </a:solidFill>
                <a:effectLst/>
                <a:latin typeface="+mj-lt"/>
              </a:rPr>
              <a:t># </a:t>
            </a:r>
            <a:r>
              <a:rPr lang="zh-CN" altLang="en-US" b="0" dirty="0">
                <a:solidFill>
                  <a:srgbClr val="AAAAAA"/>
                </a:solidFill>
                <a:effectLst/>
                <a:latin typeface="+mj-lt"/>
              </a:rPr>
              <a:t>数组元素逐个累加，</a:t>
            </a:r>
            <a:r>
              <a:rPr lang="en-US" altLang="zh-CN" b="0" dirty="0">
                <a:solidFill>
                  <a:srgbClr val="AAAAAA"/>
                </a:solidFill>
                <a:effectLst/>
                <a:latin typeface="+mj-lt"/>
              </a:rPr>
              <a:t>[ 35  92 190 287 314 378 460 536 565 656 711 808]</a:t>
            </a:r>
            <a:endParaRPr lang="zh-CN" altLang="en-US" b="0" dirty="0">
              <a:solidFill>
                <a:srgbClr val="333333"/>
              </a:solidFill>
              <a:effectLst/>
              <a:latin typeface="+mj-lt"/>
            </a:endParaRPr>
          </a:p>
          <a:p>
            <a:r>
              <a:rPr lang="en-US" altLang="zh-CN" b="1" dirty="0">
                <a:solidFill>
                  <a:srgbClr val="AA3731"/>
                </a:solidFill>
                <a:effectLst/>
                <a:latin typeface="+mj-lt"/>
              </a:rPr>
              <a:t>print</a:t>
            </a:r>
            <a:r>
              <a:rPr lang="en-US" altLang="zh-CN" b="0" dirty="0">
                <a:solidFill>
                  <a:srgbClr val="777777"/>
                </a:solidFill>
                <a:effectLst/>
                <a:latin typeface="+mj-lt"/>
              </a:rPr>
              <a:t>(</a:t>
            </a:r>
            <a:r>
              <a:rPr lang="en-US" altLang="zh-CN" b="1" dirty="0" err="1">
                <a:solidFill>
                  <a:srgbClr val="7A3E9D"/>
                </a:solidFill>
                <a:effectLst/>
                <a:latin typeface="+mj-lt"/>
              </a:rPr>
              <a:t>np</a:t>
            </a:r>
            <a:r>
              <a:rPr lang="en-US" altLang="zh-CN" b="0" dirty="0" err="1">
                <a:solidFill>
                  <a:srgbClr val="777777"/>
                </a:solidFill>
                <a:effectLst/>
                <a:latin typeface="+mj-lt"/>
              </a:rPr>
              <a:t>.</a:t>
            </a:r>
            <a:r>
              <a:rPr lang="en-US" altLang="zh-CN" b="1" dirty="0" err="1">
                <a:solidFill>
                  <a:srgbClr val="AA3731"/>
                </a:solidFill>
                <a:effectLst/>
                <a:latin typeface="+mj-lt"/>
              </a:rPr>
              <a:t>mean</a:t>
            </a:r>
            <a:r>
              <a:rPr lang="en-US" altLang="zh-CN" b="0" dirty="0">
                <a:solidFill>
                  <a:srgbClr val="777777"/>
                </a:solidFill>
                <a:effectLst/>
                <a:latin typeface="+mj-lt"/>
              </a:rPr>
              <a:t>(</a:t>
            </a:r>
            <a:r>
              <a:rPr lang="en-US" altLang="zh-CN" b="0" dirty="0" err="1">
                <a:solidFill>
                  <a:srgbClr val="7A3E9D"/>
                </a:solidFill>
                <a:effectLst/>
                <a:latin typeface="+mj-lt"/>
              </a:rPr>
              <a:t>arr</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AAAAAA"/>
                </a:solidFill>
                <a:effectLst/>
                <a:latin typeface="+mj-lt"/>
              </a:rPr>
              <a:t># </a:t>
            </a:r>
            <a:r>
              <a:rPr lang="zh-CN" altLang="en-US" b="0" dirty="0">
                <a:solidFill>
                  <a:srgbClr val="AAAAAA"/>
                </a:solidFill>
                <a:effectLst/>
                <a:latin typeface="+mj-lt"/>
              </a:rPr>
              <a:t>返回平均值，输出 </a:t>
            </a:r>
            <a:r>
              <a:rPr lang="en-US" altLang="zh-CN" b="0" dirty="0">
                <a:solidFill>
                  <a:srgbClr val="AAAAAA"/>
                </a:solidFill>
                <a:effectLst/>
                <a:latin typeface="+mj-lt"/>
              </a:rPr>
              <a:t>67.33333333333333</a:t>
            </a:r>
            <a:endParaRPr lang="zh-CN" altLang="en-US" b="0" dirty="0">
              <a:solidFill>
                <a:srgbClr val="333333"/>
              </a:solidFill>
              <a:effectLst/>
              <a:latin typeface="+mj-lt"/>
            </a:endParaRPr>
          </a:p>
          <a:p>
            <a:r>
              <a:rPr lang="en-US" altLang="zh-CN" b="1" dirty="0">
                <a:solidFill>
                  <a:srgbClr val="AA3731"/>
                </a:solidFill>
                <a:effectLst/>
                <a:latin typeface="+mj-lt"/>
              </a:rPr>
              <a:t>print</a:t>
            </a:r>
            <a:r>
              <a:rPr lang="en-US" altLang="zh-CN" b="0" dirty="0">
                <a:solidFill>
                  <a:srgbClr val="777777"/>
                </a:solidFill>
                <a:effectLst/>
                <a:latin typeface="+mj-lt"/>
              </a:rPr>
              <a:t>(</a:t>
            </a:r>
            <a:r>
              <a:rPr lang="en-US" altLang="zh-CN" b="1" dirty="0" err="1">
                <a:solidFill>
                  <a:srgbClr val="7A3E9D"/>
                </a:solidFill>
                <a:effectLst/>
                <a:latin typeface="+mj-lt"/>
              </a:rPr>
              <a:t>np</a:t>
            </a:r>
            <a:r>
              <a:rPr lang="en-US" altLang="zh-CN" b="0" dirty="0" err="1">
                <a:solidFill>
                  <a:srgbClr val="777777"/>
                </a:solidFill>
                <a:effectLst/>
                <a:latin typeface="+mj-lt"/>
              </a:rPr>
              <a:t>.</a:t>
            </a:r>
            <a:r>
              <a:rPr lang="en-US" altLang="zh-CN" b="1" dirty="0" err="1">
                <a:solidFill>
                  <a:srgbClr val="AA3731"/>
                </a:solidFill>
                <a:effectLst/>
                <a:latin typeface="+mj-lt"/>
              </a:rPr>
              <a:t>median</a:t>
            </a:r>
            <a:r>
              <a:rPr lang="en-US" altLang="zh-CN" b="0" dirty="0">
                <a:solidFill>
                  <a:srgbClr val="777777"/>
                </a:solidFill>
                <a:effectLst/>
                <a:latin typeface="+mj-lt"/>
              </a:rPr>
              <a:t>(</a:t>
            </a:r>
            <a:r>
              <a:rPr lang="en-US" altLang="zh-CN" b="0" dirty="0" err="1">
                <a:solidFill>
                  <a:srgbClr val="7A3E9D"/>
                </a:solidFill>
                <a:effectLst/>
                <a:latin typeface="+mj-lt"/>
              </a:rPr>
              <a:t>arr</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AAAAAA"/>
                </a:solidFill>
                <a:effectLst/>
                <a:latin typeface="+mj-lt"/>
              </a:rPr>
              <a:t># </a:t>
            </a:r>
            <a:r>
              <a:rPr lang="zh-CN" altLang="en-US" b="0" dirty="0">
                <a:solidFill>
                  <a:srgbClr val="AAAAAA"/>
                </a:solidFill>
                <a:effectLst/>
                <a:latin typeface="+mj-lt"/>
              </a:rPr>
              <a:t>返回中位数，输出 </a:t>
            </a:r>
            <a:r>
              <a:rPr lang="en-US" altLang="zh-CN" b="0" dirty="0">
                <a:solidFill>
                  <a:srgbClr val="AAAAAA"/>
                </a:solidFill>
                <a:effectLst/>
                <a:latin typeface="+mj-lt"/>
              </a:rPr>
              <a:t>70.0</a:t>
            </a:r>
            <a:endParaRPr lang="zh-CN" altLang="en-US" b="0" dirty="0">
              <a:solidFill>
                <a:srgbClr val="333333"/>
              </a:solidFill>
              <a:effectLst/>
              <a:latin typeface="+mj-lt"/>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7.5.5</a:t>
            </a:r>
            <a:endParaRPr lang="zh-CN" altLang="en-US" dirty="0"/>
          </a:p>
        </p:txBody>
      </p:sp>
      <p:sp>
        <p:nvSpPr>
          <p:cNvPr id="3" name="标题 2"/>
          <p:cNvSpPr>
            <a:spLocks noGrp="1"/>
          </p:cNvSpPr>
          <p:nvPr>
            <p:ph type="title"/>
          </p:nvPr>
        </p:nvSpPr>
        <p:spPr/>
        <p:txBody>
          <a:bodyPr/>
          <a:lstStyle/>
          <a:p>
            <a:r>
              <a:rPr lang="zh-CN" altLang="en-US" dirty="0"/>
              <a:t>统计分析</a:t>
            </a:r>
            <a:endParaRPr lang="zh-CN" altLang="en-US" dirty="0"/>
          </a:p>
        </p:txBody>
      </p:sp>
      <p:sp>
        <p:nvSpPr>
          <p:cNvPr id="2" name="内容占位符 1"/>
          <p:cNvSpPr txBox="1"/>
          <p:nvPr/>
        </p:nvSpPr>
        <p:spPr>
          <a:xfrm>
            <a:off x="746637" y="1111239"/>
            <a:ext cx="10698726" cy="1814841"/>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50000"/>
              </a:lnSpc>
              <a:defRPr/>
            </a:pP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数组支持</a:t>
            </a:r>
            <a:r>
              <a:rPr kumimoji="0" lang="zh-CN" altLang="en-US" sz="24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索引和切片</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，其操作与列表的操作类似，只是从一维拓展到多维。下图显示了一个 </a:t>
            </a:r>
            <a:r>
              <a:rPr kumimoji="0" lang="en-US" altLang="zh-CN"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6 </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行 </a:t>
            </a:r>
            <a:r>
              <a:rPr kumimoji="0" lang="en-US" altLang="zh-CN"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6 </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列的数组 </a:t>
            </a:r>
            <a:r>
              <a:rPr kumimoji="0" lang="en-US" altLang="zh-CN" sz="2400" b="0" i="0" u="none" strike="noStrike" kern="1200" cap="none" spc="0" normalizeH="0" baseline="0" noProof="0" dirty="0" err="1">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arr</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，图中用不同的线型和填充颜色标出各种索引和切片结果所对应的选择区域。</a:t>
            </a:r>
            <a:endPar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p:txBody>
      </p:sp>
      <p:pic>
        <p:nvPicPr>
          <p:cNvPr id="6" name="图片 5"/>
          <p:cNvPicPr>
            <a:picLocks noChangeAspect="1"/>
          </p:cNvPicPr>
          <p:nvPr/>
        </p:nvPicPr>
        <p:blipFill>
          <a:blip r:embed="rId1"/>
          <a:stretch>
            <a:fillRect/>
          </a:stretch>
        </p:blipFill>
        <p:spPr>
          <a:xfrm>
            <a:off x="2611120" y="3046137"/>
            <a:ext cx="6969760" cy="3582814"/>
          </a:xfrm>
          <a:prstGeom prst="rect">
            <a:avLst/>
          </a:prstGeom>
        </p:spPr>
      </p:pic>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7.5.5</a:t>
            </a:r>
            <a:endParaRPr lang="zh-CN" altLang="en-US" dirty="0"/>
          </a:p>
        </p:txBody>
      </p:sp>
      <p:sp>
        <p:nvSpPr>
          <p:cNvPr id="3" name="标题 2"/>
          <p:cNvSpPr>
            <a:spLocks noGrp="1"/>
          </p:cNvSpPr>
          <p:nvPr>
            <p:ph type="title"/>
          </p:nvPr>
        </p:nvSpPr>
        <p:spPr/>
        <p:txBody>
          <a:bodyPr/>
          <a:lstStyle/>
          <a:p>
            <a:r>
              <a:rPr lang="zh-CN" altLang="en-US" dirty="0"/>
              <a:t>统计分析</a:t>
            </a:r>
            <a:endParaRPr lang="zh-CN" altLang="en-US" dirty="0"/>
          </a:p>
        </p:txBody>
      </p:sp>
      <p:sp>
        <p:nvSpPr>
          <p:cNvPr id="2" name="内容占位符 3"/>
          <p:cNvSpPr txBox="1"/>
          <p:nvPr/>
        </p:nvSpPr>
        <p:spPr>
          <a:xfrm>
            <a:off x="688044" y="1368001"/>
            <a:ext cx="10815912" cy="1859279"/>
          </a:xfrm>
          <a:prstGeom prst="roundRect">
            <a:avLst>
              <a:gd name="adj" fmla="val 15742"/>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b="0" dirty="0">
                <a:solidFill>
                  <a:srgbClr val="4B69C6"/>
                </a:solidFill>
                <a:effectLst/>
                <a:latin typeface="+mj-lt"/>
              </a:rPr>
              <a:t>import</a:t>
            </a:r>
            <a:r>
              <a:rPr lang="en-US" altLang="zh-CN" b="0" dirty="0">
                <a:solidFill>
                  <a:srgbClr val="333333"/>
                </a:solidFill>
                <a:effectLst/>
                <a:latin typeface="+mj-lt"/>
              </a:rPr>
              <a:t> </a:t>
            </a:r>
            <a:r>
              <a:rPr lang="en-US" altLang="zh-CN" b="1" dirty="0" err="1">
                <a:solidFill>
                  <a:srgbClr val="7A3E9D"/>
                </a:solidFill>
                <a:effectLst/>
                <a:latin typeface="+mj-lt"/>
              </a:rPr>
              <a:t>numpy</a:t>
            </a:r>
            <a:r>
              <a:rPr lang="en-US" altLang="zh-CN" b="0" dirty="0">
                <a:solidFill>
                  <a:srgbClr val="333333"/>
                </a:solidFill>
                <a:effectLst/>
                <a:latin typeface="+mj-lt"/>
              </a:rPr>
              <a:t> </a:t>
            </a:r>
            <a:r>
              <a:rPr lang="en-US" altLang="zh-CN" b="0" dirty="0">
                <a:solidFill>
                  <a:srgbClr val="4B69C6"/>
                </a:solidFill>
                <a:effectLst/>
                <a:latin typeface="+mj-lt"/>
              </a:rPr>
              <a:t>as</a:t>
            </a:r>
            <a:r>
              <a:rPr lang="en-US" altLang="zh-CN" b="0" dirty="0">
                <a:solidFill>
                  <a:srgbClr val="333333"/>
                </a:solidFill>
                <a:effectLst/>
                <a:latin typeface="+mj-lt"/>
              </a:rPr>
              <a:t> </a:t>
            </a:r>
            <a:r>
              <a:rPr lang="en-US" altLang="zh-CN" b="1" dirty="0">
                <a:solidFill>
                  <a:srgbClr val="7A3E9D"/>
                </a:solidFill>
                <a:effectLst/>
                <a:latin typeface="+mj-lt"/>
              </a:rPr>
              <a:t>np</a:t>
            </a:r>
            <a:endParaRPr lang="en-US" altLang="zh-CN" b="0" dirty="0">
              <a:solidFill>
                <a:srgbClr val="333333"/>
              </a:solidFill>
              <a:effectLst/>
              <a:latin typeface="+mj-lt"/>
            </a:endParaRPr>
          </a:p>
          <a:p>
            <a:r>
              <a:rPr lang="en-US" altLang="zh-CN" b="0" dirty="0">
                <a:solidFill>
                  <a:srgbClr val="333333"/>
                </a:solidFill>
                <a:effectLst/>
                <a:latin typeface="+mj-lt"/>
              </a:rPr>
              <a:t> </a:t>
            </a:r>
            <a:endParaRPr lang="en-US" altLang="zh-CN" b="0" dirty="0">
              <a:solidFill>
                <a:srgbClr val="333333"/>
              </a:solidFill>
              <a:effectLst/>
              <a:latin typeface="+mj-lt"/>
            </a:endParaRPr>
          </a:p>
          <a:p>
            <a:r>
              <a:rPr lang="en-US" altLang="zh-CN" b="0" dirty="0" err="1">
                <a:solidFill>
                  <a:srgbClr val="7A3E9D"/>
                </a:solidFill>
                <a:effectLst/>
                <a:latin typeface="+mj-lt"/>
              </a:rPr>
              <a:t>arr</a:t>
            </a:r>
            <a:r>
              <a:rPr lang="en-US" altLang="zh-CN" b="0" dirty="0">
                <a:solidFill>
                  <a:srgbClr val="333333"/>
                </a:solidFill>
                <a:effectLst/>
                <a:latin typeface="+mj-lt"/>
              </a:rPr>
              <a:t> </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1" dirty="0" err="1">
                <a:solidFill>
                  <a:srgbClr val="7A3E9D"/>
                </a:solidFill>
                <a:effectLst/>
                <a:latin typeface="+mj-lt"/>
              </a:rPr>
              <a:t>np</a:t>
            </a:r>
            <a:r>
              <a:rPr lang="en-US" altLang="zh-CN" b="0" dirty="0" err="1">
                <a:solidFill>
                  <a:srgbClr val="777777"/>
                </a:solidFill>
                <a:effectLst/>
                <a:latin typeface="+mj-lt"/>
              </a:rPr>
              <a:t>.</a:t>
            </a:r>
            <a:r>
              <a:rPr lang="en-US" altLang="zh-CN" b="1" dirty="0" err="1">
                <a:solidFill>
                  <a:srgbClr val="AA3731"/>
                </a:solidFill>
                <a:effectLst/>
                <a:latin typeface="+mj-lt"/>
              </a:rPr>
              <a:t>arange</a:t>
            </a:r>
            <a:r>
              <a:rPr lang="en-US" altLang="zh-CN" b="0" dirty="0">
                <a:solidFill>
                  <a:srgbClr val="777777"/>
                </a:solidFill>
                <a:effectLst/>
                <a:latin typeface="+mj-lt"/>
              </a:rPr>
              <a:t>(</a:t>
            </a:r>
            <a:r>
              <a:rPr lang="en-US" altLang="zh-CN" b="0" dirty="0">
                <a:solidFill>
                  <a:srgbClr val="9C5D27"/>
                </a:solidFill>
                <a:effectLst/>
                <a:latin typeface="+mj-lt"/>
              </a:rPr>
              <a:t>36</a:t>
            </a:r>
            <a:r>
              <a:rPr lang="en-US" altLang="zh-CN" b="0" dirty="0">
                <a:solidFill>
                  <a:srgbClr val="777777"/>
                </a:solidFill>
                <a:effectLst/>
                <a:latin typeface="+mj-lt"/>
              </a:rPr>
              <a:t>).</a:t>
            </a:r>
            <a:r>
              <a:rPr lang="en-US" altLang="zh-CN" b="1" dirty="0">
                <a:solidFill>
                  <a:srgbClr val="AA3731"/>
                </a:solidFill>
                <a:effectLst/>
                <a:latin typeface="+mj-lt"/>
              </a:rPr>
              <a:t>reshape</a:t>
            </a:r>
            <a:r>
              <a:rPr lang="en-US" altLang="zh-CN" b="0" dirty="0">
                <a:solidFill>
                  <a:srgbClr val="777777"/>
                </a:solidFill>
                <a:effectLst/>
                <a:latin typeface="+mj-lt"/>
              </a:rPr>
              <a:t>(</a:t>
            </a:r>
            <a:r>
              <a:rPr lang="en-US" altLang="zh-CN" b="0" dirty="0">
                <a:solidFill>
                  <a:srgbClr val="9C5D27"/>
                </a:solidFill>
                <a:effectLst/>
                <a:latin typeface="+mj-lt"/>
              </a:rPr>
              <a:t>6</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9C5D27"/>
                </a:solidFill>
                <a:effectLst/>
                <a:latin typeface="+mj-lt"/>
              </a:rPr>
              <a:t>6</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AAAAAA"/>
                </a:solidFill>
                <a:effectLst/>
                <a:latin typeface="+mj-lt"/>
              </a:rPr>
              <a:t># </a:t>
            </a:r>
            <a:r>
              <a:rPr lang="zh-CN" altLang="en-US" b="0" dirty="0">
                <a:solidFill>
                  <a:srgbClr val="AAAAAA"/>
                </a:solidFill>
                <a:effectLst/>
                <a:latin typeface="+mj-lt"/>
              </a:rPr>
              <a:t>创建数组，转成 </a:t>
            </a:r>
            <a:r>
              <a:rPr lang="en-US" altLang="zh-CN" b="0" dirty="0">
                <a:solidFill>
                  <a:srgbClr val="AAAAAA"/>
                </a:solidFill>
                <a:effectLst/>
                <a:latin typeface="+mj-lt"/>
              </a:rPr>
              <a:t>6 </a:t>
            </a:r>
            <a:r>
              <a:rPr lang="zh-CN" altLang="en-US" b="0" dirty="0">
                <a:solidFill>
                  <a:srgbClr val="AAAAAA"/>
                </a:solidFill>
                <a:effectLst/>
                <a:latin typeface="+mj-lt"/>
              </a:rPr>
              <a:t>行 </a:t>
            </a:r>
            <a:r>
              <a:rPr lang="en-US" altLang="zh-CN" b="0" dirty="0">
                <a:solidFill>
                  <a:srgbClr val="AAAAAA"/>
                </a:solidFill>
                <a:effectLst/>
                <a:latin typeface="+mj-lt"/>
              </a:rPr>
              <a:t>6 </a:t>
            </a:r>
            <a:r>
              <a:rPr lang="zh-CN" altLang="en-US" b="0" dirty="0">
                <a:solidFill>
                  <a:srgbClr val="AAAAAA"/>
                </a:solidFill>
                <a:effectLst/>
                <a:latin typeface="+mj-lt"/>
              </a:rPr>
              <a:t>列</a:t>
            </a:r>
            <a:endParaRPr lang="zh-CN" altLang="en-US" b="0" dirty="0">
              <a:solidFill>
                <a:srgbClr val="333333"/>
              </a:solidFill>
              <a:effectLst/>
              <a:latin typeface="+mj-lt"/>
            </a:endParaRPr>
          </a:p>
          <a:p>
            <a:r>
              <a:rPr lang="en-US" altLang="zh-CN" b="1" dirty="0">
                <a:solidFill>
                  <a:srgbClr val="AA3731"/>
                </a:solidFill>
                <a:effectLst/>
                <a:latin typeface="+mj-lt"/>
              </a:rPr>
              <a:t>print</a:t>
            </a:r>
            <a:r>
              <a:rPr lang="en-US" altLang="zh-CN" b="0" dirty="0">
                <a:solidFill>
                  <a:srgbClr val="777777"/>
                </a:solidFill>
                <a:effectLst/>
                <a:latin typeface="+mj-lt"/>
              </a:rPr>
              <a:t>(</a:t>
            </a:r>
            <a:r>
              <a:rPr lang="en-US" altLang="zh-CN" b="0" dirty="0" err="1">
                <a:solidFill>
                  <a:srgbClr val="7A3E9D"/>
                </a:solidFill>
                <a:effectLst/>
                <a:latin typeface="+mj-lt"/>
              </a:rPr>
              <a:t>arr</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AAAAAA"/>
                </a:solidFill>
                <a:effectLst/>
                <a:latin typeface="+mj-lt"/>
              </a:rPr>
              <a:t># </a:t>
            </a:r>
            <a:r>
              <a:rPr lang="zh-CN" altLang="en-US" b="0" dirty="0">
                <a:solidFill>
                  <a:srgbClr val="AAAAAA"/>
                </a:solidFill>
                <a:effectLst/>
                <a:latin typeface="+mj-lt"/>
              </a:rPr>
              <a:t>返回数组所有元素，查看数据</a:t>
            </a:r>
            <a:endParaRPr lang="zh-CN" altLang="en-US" b="0" dirty="0">
              <a:solidFill>
                <a:srgbClr val="333333"/>
              </a:solidFill>
              <a:effectLst/>
              <a:latin typeface="+mj-lt"/>
            </a:endParaRPr>
          </a:p>
        </p:txBody>
      </p:sp>
      <p:sp>
        <p:nvSpPr>
          <p:cNvPr id="6" name="内容占位符 3"/>
          <p:cNvSpPr txBox="1"/>
          <p:nvPr/>
        </p:nvSpPr>
        <p:spPr>
          <a:xfrm>
            <a:off x="688044" y="3532063"/>
            <a:ext cx="10815912" cy="2480314"/>
          </a:xfrm>
          <a:prstGeom prst="roundRect">
            <a:avLst>
              <a:gd name="adj" fmla="val 10963"/>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b="1" dirty="0">
                <a:solidFill>
                  <a:srgbClr val="AA3731"/>
                </a:solidFill>
                <a:effectLst/>
                <a:latin typeface="+mj-lt"/>
              </a:rPr>
              <a:t>print</a:t>
            </a:r>
            <a:r>
              <a:rPr lang="en-US" altLang="zh-CN" b="0" dirty="0">
                <a:solidFill>
                  <a:srgbClr val="777777"/>
                </a:solidFill>
                <a:effectLst/>
                <a:latin typeface="+mj-lt"/>
              </a:rPr>
              <a:t>(</a:t>
            </a:r>
            <a:r>
              <a:rPr lang="en-US" altLang="zh-CN" b="0" dirty="0" err="1">
                <a:solidFill>
                  <a:srgbClr val="7A3E9D"/>
                </a:solidFill>
                <a:effectLst/>
                <a:latin typeface="+mj-lt"/>
              </a:rPr>
              <a:t>arr</a:t>
            </a:r>
            <a:r>
              <a:rPr lang="en-US" altLang="zh-CN" b="0" dirty="0">
                <a:solidFill>
                  <a:srgbClr val="777777"/>
                </a:solidFill>
                <a:effectLst/>
                <a:latin typeface="+mj-lt"/>
              </a:rPr>
              <a:t>[</a:t>
            </a:r>
            <a:r>
              <a:rPr lang="en-US" altLang="zh-CN" b="0" dirty="0">
                <a:solidFill>
                  <a:srgbClr val="9C5D27"/>
                </a:solidFill>
                <a:effectLst/>
                <a:latin typeface="+mj-lt"/>
              </a:rPr>
              <a:t>0</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AAAAAA"/>
                </a:solidFill>
                <a:effectLst/>
                <a:latin typeface="+mj-lt"/>
              </a:rPr>
              <a:t># </a:t>
            </a:r>
            <a:r>
              <a:rPr lang="zh-CN" altLang="en-US" b="0" dirty="0">
                <a:solidFill>
                  <a:srgbClr val="AAAAAA"/>
                </a:solidFill>
                <a:effectLst/>
                <a:latin typeface="+mj-lt"/>
              </a:rPr>
              <a:t>返回序号 </a:t>
            </a:r>
            <a:r>
              <a:rPr lang="en-US" altLang="zh-CN" b="0" dirty="0">
                <a:solidFill>
                  <a:srgbClr val="AAAAAA"/>
                </a:solidFill>
                <a:effectLst/>
                <a:latin typeface="+mj-lt"/>
              </a:rPr>
              <a:t>0 </a:t>
            </a:r>
            <a:r>
              <a:rPr lang="zh-CN" altLang="en-US" b="0" dirty="0">
                <a:solidFill>
                  <a:srgbClr val="AAAAAA"/>
                </a:solidFill>
                <a:effectLst/>
                <a:latin typeface="+mj-lt"/>
              </a:rPr>
              <a:t>的行，</a:t>
            </a:r>
            <a:r>
              <a:rPr lang="en-US" altLang="zh-CN" b="0" dirty="0">
                <a:solidFill>
                  <a:srgbClr val="AAAAAA"/>
                </a:solidFill>
                <a:effectLst/>
                <a:latin typeface="+mj-lt"/>
              </a:rPr>
              <a:t>[0 1 2 3 4 5]</a:t>
            </a:r>
            <a:endParaRPr lang="zh-CN" altLang="en-US" b="0" dirty="0">
              <a:solidFill>
                <a:srgbClr val="333333"/>
              </a:solidFill>
              <a:effectLst/>
              <a:latin typeface="+mj-lt"/>
            </a:endParaRPr>
          </a:p>
          <a:p>
            <a:r>
              <a:rPr lang="en-US" altLang="zh-CN" b="1" dirty="0">
                <a:solidFill>
                  <a:srgbClr val="AA3731"/>
                </a:solidFill>
                <a:effectLst/>
                <a:latin typeface="+mj-lt"/>
              </a:rPr>
              <a:t>print</a:t>
            </a:r>
            <a:r>
              <a:rPr lang="en-US" altLang="zh-CN" b="0" dirty="0">
                <a:solidFill>
                  <a:srgbClr val="777777"/>
                </a:solidFill>
                <a:effectLst/>
                <a:latin typeface="+mj-lt"/>
              </a:rPr>
              <a:t>(</a:t>
            </a:r>
            <a:r>
              <a:rPr lang="en-US" altLang="zh-CN" b="0" dirty="0" err="1">
                <a:solidFill>
                  <a:srgbClr val="7A3E9D"/>
                </a:solidFill>
                <a:effectLst/>
                <a:latin typeface="+mj-lt"/>
              </a:rPr>
              <a:t>arr</a:t>
            </a:r>
            <a:r>
              <a:rPr lang="en-US" altLang="zh-CN" b="0" dirty="0">
                <a:solidFill>
                  <a:srgbClr val="777777"/>
                </a:solidFill>
                <a:effectLst/>
                <a:latin typeface="+mj-lt"/>
              </a:rPr>
              <a:t>[</a:t>
            </a:r>
            <a:r>
              <a:rPr lang="en-US" altLang="zh-CN" b="0" dirty="0">
                <a:solidFill>
                  <a:srgbClr val="9C5D27"/>
                </a:solidFill>
                <a:effectLst/>
                <a:latin typeface="+mj-lt"/>
              </a:rPr>
              <a:t>0</a:t>
            </a:r>
            <a:r>
              <a:rPr lang="en-US" altLang="zh-CN" b="0" dirty="0">
                <a:solidFill>
                  <a:srgbClr val="777777"/>
                </a:solidFill>
                <a:effectLst/>
                <a:latin typeface="+mj-lt"/>
              </a:rPr>
              <a:t>,</a:t>
            </a:r>
            <a:r>
              <a:rPr lang="en-US" altLang="zh-CN" b="0" dirty="0">
                <a:solidFill>
                  <a:srgbClr val="9C5D27"/>
                </a:solidFill>
                <a:effectLst/>
                <a:latin typeface="+mj-lt"/>
              </a:rPr>
              <a:t>3</a:t>
            </a:r>
            <a:r>
              <a:rPr lang="en-US" altLang="zh-CN" b="0" dirty="0">
                <a:solidFill>
                  <a:srgbClr val="777777"/>
                </a:solidFill>
                <a:effectLst/>
                <a:latin typeface="+mj-lt"/>
              </a:rPr>
              <a:t>:</a:t>
            </a:r>
            <a:r>
              <a:rPr lang="en-US" altLang="zh-CN" b="0" dirty="0">
                <a:solidFill>
                  <a:srgbClr val="9C5D27"/>
                </a:solidFill>
                <a:effectLst/>
                <a:latin typeface="+mj-lt"/>
              </a:rPr>
              <a:t>5</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AAAAAA"/>
                </a:solidFill>
                <a:effectLst/>
                <a:latin typeface="+mj-lt"/>
              </a:rPr>
              <a:t># </a:t>
            </a:r>
            <a:r>
              <a:rPr lang="zh-CN" altLang="en-US" b="0" dirty="0">
                <a:solidFill>
                  <a:srgbClr val="AAAAAA"/>
                </a:solidFill>
                <a:effectLst/>
                <a:latin typeface="+mj-lt"/>
              </a:rPr>
              <a:t>返回序号 </a:t>
            </a:r>
            <a:r>
              <a:rPr lang="en-US" altLang="zh-CN" b="0" dirty="0">
                <a:solidFill>
                  <a:srgbClr val="AAAAAA"/>
                </a:solidFill>
                <a:effectLst/>
                <a:latin typeface="+mj-lt"/>
              </a:rPr>
              <a:t>0 </a:t>
            </a:r>
            <a:r>
              <a:rPr lang="zh-CN" altLang="en-US" b="0" dirty="0">
                <a:solidFill>
                  <a:srgbClr val="AAAAAA"/>
                </a:solidFill>
                <a:effectLst/>
                <a:latin typeface="+mj-lt"/>
              </a:rPr>
              <a:t>的行中列序号为 </a:t>
            </a:r>
            <a:r>
              <a:rPr lang="en-US" altLang="zh-CN" b="0" dirty="0">
                <a:solidFill>
                  <a:srgbClr val="AAAAAA"/>
                </a:solidFill>
                <a:effectLst/>
                <a:latin typeface="+mj-lt"/>
              </a:rPr>
              <a:t>3 </a:t>
            </a:r>
            <a:r>
              <a:rPr lang="zh-CN" altLang="en-US" b="0" dirty="0">
                <a:solidFill>
                  <a:srgbClr val="AAAAAA"/>
                </a:solidFill>
                <a:effectLst/>
                <a:latin typeface="+mj-lt"/>
              </a:rPr>
              <a:t>和 </a:t>
            </a:r>
            <a:r>
              <a:rPr lang="en-US" altLang="zh-CN" b="0" dirty="0">
                <a:solidFill>
                  <a:srgbClr val="AAAAAA"/>
                </a:solidFill>
                <a:effectLst/>
                <a:latin typeface="+mj-lt"/>
              </a:rPr>
              <a:t>4 </a:t>
            </a:r>
            <a:r>
              <a:rPr lang="zh-CN" altLang="en-US" b="0" dirty="0">
                <a:solidFill>
                  <a:srgbClr val="AAAAAA"/>
                </a:solidFill>
                <a:effectLst/>
                <a:latin typeface="+mj-lt"/>
              </a:rPr>
              <a:t>的数据，</a:t>
            </a:r>
            <a:r>
              <a:rPr lang="en-US" altLang="zh-CN" b="0" dirty="0">
                <a:solidFill>
                  <a:srgbClr val="AAAAAA"/>
                </a:solidFill>
                <a:effectLst/>
                <a:latin typeface="+mj-lt"/>
              </a:rPr>
              <a:t>[3 4]</a:t>
            </a:r>
            <a:endParaRPr lang="zh-CN" altLang="en-US" b="0" dirty="0">
              <a:solidFill>
                <a:srgbClr val="333333"/>
              </a:solidFill>
              <a:effectLst/>
              <a:latin typeface="+mj-lt"/>
            </a:endParaRPr>
          </a:p>
          <a:p>
            <a:r>
              <a:rPr lang="en-US" altLang="zh-CN" b="1" dirty="0">
                <a:solidFill>
                  <a:srgbClr val="AA3731"/>
                </a:solidFill>
                <a:effectLst/>
                <a:latin typeface="+mj-lt"/>
              </a:rPr>
              <a:t>print</a:t>
            </a:r>
            <a:r>
              <a:rPr lang="en-US" altLang="zh-CN" b="0" dirty="0">
                <a:solidFill>
                  <a:srgbClr val="777777"/>
                </a:solidFill>
                <a:effectLst/>
                <a:latin typeface="+mj-lt"/>
              </a:rPr>
              <a:t>(</a:t>
            </a:r>
            <a:r>
              <a:rPr lang="en-US" altLang="zh-CN" b="0" dirty="0" err="1">
                <a:solidFill>
                  <a:srgbClr val="7A3E9D"/>
                </a:solidFill>
                <a:effectLst/>
                <a:latin typeface="+mj-lt"/>
              </a:rPr>
              <a:t>arr</a:t>
            </a:r>
            <a:r>
              <a:rPr lang="en-US" altLang="zh-CN" b="0" dirty="0">
                <a:solidFill>
                  <a:srgbClr val="777777"/>
                </a:solidFill>
                <a:effectLst/>
                <a:latin typeface="+mj-lt"/>
              </a:rPr>
              <a:t>[:,</a:t>
            </a:r>
            <a:r>
              <a:rPr lang="en-US" altLang="zh-CN" b="0" dirty="0">
                <a:solidFill>
                  <a:srgbClr val="9C5D27"/>
                </a:solidFill>
                <a:effectLst/>
                <a:latin typeface="+mj-lt"/>
              </a:rPr>
              <a:t>2</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AAAAAA"/>
                </a:solidFill>
                <a:effectLst/>
                <a:latin typeface="+mj-lt"/>
              </a:rPr>
              <a:t># </a:t>
            </a:r>
            <a:r>
              <a:rPr lang="zh-CN" altLang="en-US" b="0" dirty="0">
                <a:solidFill>
                  <a:srgbClr val="AAAAAA"/>
                </a:solidFill>
                <a:effectLst/>
                <a:latin typeface="+mj-lt"/>
              </a:rPr>
              <a:t>返回每行中序号为 </a:t>
            </a:r>
            <a:r>
              <a:rPr lang="en-US" altLang="zh-CN" b="0" dirty="0">
                <a:solidFill>
                  <a:srgbClr val="AAAAAA"/>
                </a:solidFill>
                <a:effectLst/>
                <a:latin typeface="+mj-lt"/>
              </a:rPr>
              <a:t>2 </a:t>
            </a:r>
            <a:r>
              <a:rPr lang="zh-CN" altLang="en-US" b="0" dirty="0">
                <a:solidFill>
                  <a:srgbClr val="AAAAAA"/>
                </a:solidFill>
                <a:effectLst/>
                <a:latin typeface="+mj-lt"/>
              </a:rPr>
              <a:t>的数 </a:t>
            </a:r>
            <a:r>
              <a:rPr lang="en-US" altLang="zh-CN" b="0" dirty="0">
                <a:solidFill>
                  <a:srgbClr val="AAAAAA"/>
                </a:solidFill>
                <a:effectLst/>
                <a:latin typeface="+mj-lt"/>
              </a:rPr>
              <a:t>[ 2  8 14 20 26 32]</a:t>
            </a:r>
            <a:endParaRPr lang="zh-CN" altLang="en-US" b="0" dirty="0">
              <a:solidFill>
                <a:srgbClr val="333333"/>
              </a:solidFill>
              <a:effectLst/>
              <a:latin typeface="+mj-lt"/>
            </a:endParaRPr>
          </a:p>
          <a:p>
            <a:r>
              <a:rPr lang="en-US" altLang="zh-CN" b="1" dirty="0">
                <a:solidFill>
                  <a:srgbClr val="AA3731"/>
                </a:solidFill>
                <a:effectLst/>
                <a:latin typeface="+mj-lt"/>
              </a:rPr>
              <a:t>print</a:t>
            </a:r>
            <a:r>
              <a:rPr lang="en-US" altLang="zh-CN" b="0" dirty="0">
                <a:solidFill>
                  <a:srgbClr val="777777"/>
                </a:solidFill>
                <a:effectLst/>
                <a:latin typeface="+mj-lt"/>
              </a:rPr>
              <a:t>(</a:t>
            </a:r>
            <a:r>
              <a:rPr lang="en-US" altLang="zh-CN" b="0" dirty="0" err="1">
                <a:solidFill>
                  <a:srgbClr val="7A3E9D"/>
                </a:solidFill>
                <a:effectLst/>
                <a:latin typeface="+mj-lt"/>
              </a:rPr>
              <a:t>arr</a:t>
            </a:r>
            <a:r>
              <a:rPr lang="en-US" altLang="zh-CN" b="0" dirty="0">
                <a:solidFill>
                  <a:srgbClr val="777777"/>
                </a:solidFill>
                <a:effectLst/>
                <a:latin typeface="+mj-lt"/>
              </a:rPr>
              <a:t>[</a:t>
            </a:r>
            <a:r>
              <a:rPr lang="en-US" altLang="zh-CN" b="0" dirty="0">
                <a:solidFill>
                  <a:srgbClr val="9C5D27"/>
                </a:solidFill>
                <a:effectLst/>
                <a:latin typeface="+mj-lt"/>
              </a:rPr>
              <a:t>4</a:t>
            </a:r>
            <a:r>
              <a:rPr lang="en-US" altLang="zh-CN" b="0" dirty="0">
                <a:solidFill>
                  <a:srgbClr val="777777"/>
                </a:solidFill>
                <a:effectLst/>
                <a:latin typeface="+mj-lt"/>
              </a:rPr>
              <a:t>:,</a:t>
            </a:r>
            <a:r>
              <a:rPr lang="en-US" altLang="zh-CN" b="0" dirty="0">
                <a:solidFill>
                  <a:srgbClr val="9C5D27"/>
                </a:solidFill>
                <a:effectLst/>
                <a:latin typeface="+mj-lt"/>
              </a:rPr>
              <a:t>4</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AAAAAA"/>
                </a:solidFill>
                <a:effectLst/>
                <a:latin typeface="+mj-lt"/>
              </a:rPr>
              <a:t># </a:t>
            </a:r>
            <a:r>
              <a:rPr lang="zh-CN" altLang="en-US" b="0" dirty="0">
                <a:solidFill>
                  <a:srgbClr val="AAAAAA"/>
                </a:solidFill>
                <a:effectLst/>
                <a:latin typeface="+mj-lt"/>
              </a:rPr>
              <a:t>返回从第 </a:t>
            </a:r>
            <a:r>
              <a:rPr lang="en-US" altLang="zh-CN" b="0" dirty="0">
                <a:solidFill>
                  <a:srgbClr val="AAAAAA"/>
                </a:solidFill>
                <a:effectLst/>
                <a:latin typeface="+mj-lt"/>
              </a:rPr>
              <a:t>4 </a:t>
            </a:r>
            <a:r>
              <a:rPr lang="zh-CN" altLang="en-US" b="0" dirty="0">
                <a:solidFill>
                  <a:srgbClr val="AAAAAA"/>
                </a:solidFill>
                <a:effectLst/>
                <a:latin typeface="+mj-lt"/>
              </a:rPr>
              <a:t>行开始，列序号大于等于</a:t>
            </a:r>
            <a:r>
              <a:rPr lang="en-US" altLang="zh-CN" b="0" dirty="0">
                <a:solidFill>
                  <a:srgbClr val="AAAAAA"/>
                </a:solidFill>
                <a:effectLst/>
                <a:latin typeface="+mj-lt"/>
              </a:rPr>
              <a:t>4</a:t>
            </a:r>
            <a:r>
              <a:rPr lang="zh-CN" altLang="en-US" b="0" dirty="0">
                <a:solidFill>
                  <a:srgbClr val="AAAAAA"/>
                </a:solidFill>
                <a:effectLst/>
                <a:latin typeface="+mj-lt"/>
              </a:rPr>
              <a:t>的数据</a:t>
            </a:r>
            <a:endParaRPr lang="zh-CN" altLang="en-US" b="0" dirty="0">
              <a:solidFill>
                <a:srgbClr val="333333"/>
              </a:solidFill>
              <a:effectLst/>
              <a:latin typeface="+mj-lt"/>
            </a:endParaRPr>
          </a:p>
          <a:p>
            <a:r>
              <a:rPr lang="en-US" altLang="zh-CN" b="1" dirty="0">
                <a:solidFill>
                  <a:srgbClr val="AA3731"/>
                </a:solidFill>
                <a:effectLst/>
                <a:latin typeface="+mj-lt"/>
              </a:rPr>
              <a:t>print</a:t>
            </a:r>
            <a:r>
              <a:rPr lang="en-US" altLang="zh-CN" b="0" dirty="0">
                <a:solidFill>
                  <a:srgbClr val="777777"/>
                </a:solidFill>
                <a:effectLst/>
                <a:latin typeface="+mj-lt"/>
              </a:rPr>
              <a:t>(</a:t>
            </a:r>
            <a:r>
              <a:rPr lang="en-US" altLang="zh-CN" b="0" dirty="0" err="1">
                <a:solidFill>
                  <a:srgbClr val="7A3E9D"/>
                </a:solidFill>
                <a:effectLst/>
                <a:latin typeface="+mj-lt"/>
              </a:rPr>
              <a:t>arr</a:t>
            </a:r>
            <a:r>
              <a:rPr lang="en-US" altLang="zh-CN" b="0" dirty="0">
                <a:solidFill>
                  <a:srgbClr val="777777"/>
                </a:solidFill>
                <a:effectLst/>
                <a:latin typeface="+mj-lt"/>
              </a:rPr>
              <a:t>[</a:t>
            </a:r>
            <a:r>
              <a:rPr lang="en-US" altLang="zh-CN" b="0" dirty="0">
                <a:solidFill>
                  <a:srgbClr val="9C5D27"/>
                </a:solidFill>
                <a:effectLst/>
                <a:latin typeface="+mj-lt"/>
              </a:rPr>
              <a:t>2</a:t>
            </a:r>
            <a:r>
              <a:rPr lang="en-US" altLang="zh-CN" b="0" dirty="0">
                <a:solidFill>
                  <a:srgbClr val="777777"/>
                </a:solidFill>
                <a:effectLst/>
                <a:latin typeface="+mj-lt"/>
              </a:rPr>
              <a:t>::</a:t>
            </a:r>
            <a:r>
              <a:rPr lang="en-US" altLang="zh-CN" b="0" dirty="0">
                <a:solidFill>
                  <a:srgbClr val="9C5D27"/>
                </a:solidFill>
                <a:effectLst/>
                <a:latin typeface="+mj-lt"/>
              </a:rPr>
              <a:t>2</a:t>
            </a:r>
            <a:r>
              <a:rPr lang="en-US" altLang="zh-CN" b="0" dirty="0">
                <a:solidFill>
                  <a:srgbClr val="777777"/>
                </a:solidFill>
                <a:effectLst/>
                <a:latin typeface="+mj-lt"/>
              </a:rPr>
              <a:t>,::</a:t>
            </a:r>
            <a:r>
              <a:rPr lang="en-US" altLang="zh-CN" b="0" dirty="0">
                <a:solidFill>
                  <a:srgbClr val="9C5D27"/>
                </a:solidFill>
                <a:effectLst/>
                <a:latin typeface="+mj-lt"/>
              </a:rPr>
              <a:t>2</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AAAAAA"/>
                </a:solidFill>
                <a:effectLst/>
                <a:latin typeface="+mj-lt"/>
              </a:rPr>
              <a:t># </a:t>
            </a:r>
            <a:r>
              <a:rPr lang="zh-CN" altLang="en-US" b="0" dirty="0">
                <a:solidFill>
                  <a:srgbClr val="AAAAAA"/>
                </a:solidFill>
                <a:effectLst/>
                <a:latin typeface="+mj-lt"/>
              </a:rPr>
              <a:t>返回序号从 </a:t>
            </a:r>
            <a:r>
              <a:rPr lang="en-US" altLang="zh-CN" b="0" dirty="0">
                <a:solidFill>
                  <a:srgbClr val="AAAAAA"/>
                </a:solidFill>
                <a:effectLst/>
                <a:latin typeface="+mj-lt"/>
              </a:rPr>
              <a:t>2 </a:t>
            </a:r>
            <a:r>
              <a:rPr lang="zh-CN" altLang="en-US" b="0" dirty="0">
                <a:solidFill>
                  <a:srgbClr val="AAAAAA"/>
                </a:solidFill>
                <a:effectLst/>
                <a:latin typeface="+mj-lt"/>
              </a:rPr>
              <a:t>开始的偶数行中，列序号为偶数的数</a:t>
            </a:r>
            <a:endParaRPr lang="zh-CN" altLang="en-US" b="0" dirty="0">
              <a:solidFill>
                <a:srgbClr val="333333"/>
              </a:solidFill>
              <a:effectLst/>
              <a:latin typeface="+mj-lt"/>
            </a:endParaRPr>
          </a:p>
        </p:txBody>
      </p:sp>
      <p:sp>
        <p:nvSpPr>
          <p:cNvPr id="5" name="文本框 4"/>
          <p:cNvSpPr txBox="1"/>
          <p:nvPr/>
        </p:nvSpPr>
        <p:spPr>
          <a:xfrm>
            <a:off x="9083078" y="540810"/>
            <a:ext cx="2921000" cy="3253494"/>
          </a:xfrm>
          <a:prstGeom prst="roundRect">
            <a:avLst>
              <a:gd name="adj" fmla="val 5518"/>
            </a:avLst>
          </a:prstGeom>
          <a:solidFill>
            <a:srgbClr val="0070C0"/>
          </a:solidFill>
          <a:ln>
            <a:solidFill>
              <a:schemeClr val="bg1"/>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nchorCtr="0"/>
          <a:lstStyle>
            <a:defPPr>
              <a:defRPr lang="zh-CN"/>
            </a:defPPr>
            <a:lvl1pPr>
              <a:defRPr sz="24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a:lnSpc>
                <a:spcPct val="125000"/>
              </a:lnSpc>
              <a:spcBef>
                <a:spcPts val="500"/>
              </a:spcBef>
              <a:defRPr/>
            </a:pPr>
            <a:r>
              <a:rPr lang="zh-CN" altLang="en-US" sz="2000" b="1" dirty="0">
                <a:solidFill>
                  <a:prstClr val="white"/>
                </a:solidFill>
                <a:latin typeface="微软雅黑" panose="020B0503020204020204" pitchFamily="34" charset="-122"/>
                <a:ea typeface="微软雅黑" panose="020B0503020204020204" pitchFamily="34" charset="-122"/>
              </a:rPr>
              <a:t>输出：</a:t>
            </a:r>
            <a:endParaRPr lang="en-US" altLang="zh-CN" sz="2000" b="1" dirty="0">
              <a:solidFill>
                <a:prstClr val="white"/>
              </a:solidFill>
              <a:latin typeface="微软雅黑" panose="020B0503020204020204" pitchFamily="34" charset="-122"/>
              <a:ea typeface="微软雅黑" panose="020B0503020204020204" pitchFamily="34" charset="-122"/>
            </a:endParaRPr>
          </a:p>
          <a:p>
            <a:pPr lvl="0">
              <a:lnSpc>
                <a:spcPct val="125000"/>
              </a:lnSpc>
              <a:spcBef>
                <a:spcPts val="500"/>
              </a:spcBef>
              <a:defRPr/>
            </a:pPr>
            <a:r>
              <a:rPr lang="en-US" altLang="zh-CN" sz="2000" b="1" dirty="0">
                <a:solidFill>
                  <a:prstClr val="white"/>
                </a:solidFill>
                <a:latin typeface="微软雅黑" panose="020B0503020204020204" pitchFamily="34" charset="-122"/>
                <a:ea typeface="微软雅黑" panose="020B0503020204020204" pitchFamily="34" charset="-122"/>
              </a:rPr>
              <a:t>[[ 0  1 2  3  4  5] </a:t>
            </a:r>
            <a:endParaRPr lang="en-US" altLang="zh-CN" sz="2000" b="1" dirty="0">
              <a:solidFill>
                <a:prstClr val="white"/>
              </a:solidFill>
              <a:latin typeface="微软雅黑" panose="020B0503020204020204" pitchFamily="34" charset="-122"/>
              <a:ea typeface="微软雅黑" panose="020B0503020204020204" pitchFamily="34" charset="-122"/>
            </a:endParaRPr>
          </a:p>
          <a:p>
            <a:pPr lvl="0">
              <a:lnSpc>
                <a:spcPct val="125000"/>
              </a:lnSpc>
              <a:spcBef>
                <a:spcPts val="500"/>
              </a:spcBef>
              <a:defRPr/>
            </a:pPr>
            <a:r>
              <a:rPr lang="en-US" altLang="zh-CN" sz="2000" b="1" dirty="0">
                <a:solidFill>
                  <a:prstClr val="white"/>
                </a:solidFill>
                <a:latin typeface="微软雅黑" panose="020B0503020204020204" pitchFamily="34" charset="-122"/>
                <a:ea typeface="微软雅黑" panose="020B0503020204020204" pitchFamily="34" charset="-122"/>
              </a:rPr>
              <a:t> [ 6 7  8  9 10 11] </a:t>
            </a:r>
            <a:endParaRPr lang="en-US" altLang="zh-CN" sz="2000" b="1" dirty="0">
              <a:solidFill>
                <a:prstClr val="white"/>
              </a:solidFill>
              <a:latin typeface="微软雅黑" panose="020B0503020204020204" pitchFamily="34" charset="-122"/>
              <a:ea typeface="微软雅黑" panose="020B0503020204020204" pitchFamily="34" charset="-122"/>
            </a:endParaRPr>
          </a:p>
          <a:p>
            <a:pPr lvl="0">
              <a:lnSpc>
                <a:spcPct val="125000"/>
              </a:lnSpc>
              <a:spcBef>
                <a:spcPts val="500"/>
              </a:spcBef>
              <a:defRPr/>
            </a:pPr>
            <a:r>
              <a:rPr lang="en-US" altLang="zh-CN" sz="2000" b="1" dirty="0">
                <a:solidFill>
                  <a:prstClr val="white"/>
                </a:solidFill>
                <a:latin typeface="微软雅黑" panose="020B0503020204020204" pitchFamily="34" charset="-122"/>
                <a:ea typeface="微软雅黑" panose="020B0503020204020204" pitchFamily="34" charset="-122"/>
              </a:rPr>
              <a:t> [12 13 14 15 16 17] </a:t>
            </a:r>
            <a:endParaRPr lang="en-US" altLang="zh-CN" sz="2000" b="1" dirty="0">
              <a:solidFill>
                <a:prstClr val="white"/>
              </a:solidFill>
              <a:latin typeface="微软雅黑" panose="020B0503020204020204" pitchFamily="34" charset="-122"/>
              <a:ea typeface="微软雅黑" panose="020B0503020204020204" pitchFamily="34" charset="-122"/>
            </a:endParaRPr>
          </a:p>
          <a:p>
            <a:pPr lvl="0">
              <a:lnSpc>
                <a:spcPct val="125000"/>
              </a:lnSpc>
              <a:spcBef>
                <a:spcPts val="500"/>
              </a:spcBef>
              <a:defRPr/>
            </a:pPr>
            <a:r>
              <a:rPr lang="en-US" altLang="zh-CN" sz="2000" b="1" dirty="0">
                <a:solidFill>
                  <a:prstClr val="white"/>
                </a:solidFill>
                <a:latin typeface="微软雅黑" panose="020B0503020204020204" pitchFamily="34" charset="-122"/>
                <a:ea typeface="微软雅黑" panose="020B0503020204020204" pitchFamily="34" charset="-122"/>
              </a:rPr>
              <a:t> [18 19 20 21 22 23] </a:t>
            </a:r>
            <a:endParaRPr lang="en-US" altLang="zh-CN" sz="2000" b="1" dirty="0">
              <a:solidFill>
                <a:prstClr val="white"/>
              </a:solidFill>
              <a:latin typeface="微软雅黑" panose="020B0503020204020204" pitchFamily="34" charset="-122"/>
              <a:ea typeface="微软雅黑" panose="020B0503020204020204" pitchFamily="34" charset="-122"/>
            </a:endParaRPr>
          </a:p>
          <a:p>
            <a:pPr lvl="0">
              <a:lnSpc>
                <a:spcPct val="125000"/>
              </a:lnSpc>
              <a:spcBef>
                <a:spcPts val="500"/>
              </a:spcBef>
              <a:defRPr/>
            </a:pPr>
            <a:r>
              <a:rPr lang="en-US" altLang="zh-CN" sz="2000" b="1" dirty="0">
                <a:solidFill>
                  <a:prstClr val="white"/>
                </a:solidFill>
                <a:latin typeface="微软雅黑" panose="020B0503020204020204" pitchFamily="34" charset="-122"/>
                <a:ea typeface="微软雅黑" panose="020B0503020204020204" pitchFamily="34" charset="-122"/>
              </a:rPr>
              <a:t> [24 25 26 27 28 29] </a:t>
            </a:r>
            <a:endParaRPr lang="en-US" altLang="zh-CN" sz="2000" b="1" dirty="0">
              <a:solidFill>
                <a:prstClr val="white"/>
              </a:solidFill>
              <a:latin typeface="微软雅黑" panose="020B0503020204020204" pitchFamily="34" charset="-122"/>
              <a:ea typeface="微软雅黑" panose="020B0503020204020204" pitchFamily="34" charset="-122"/>
            </a:endParaRPr>
          </a:p>
          <a:p>
            <a:pPr lvl="0">
              <a:lnSpc>
                <a:spcPct val="125000"/>
              </a:lnSpc>
              <a:spcBef>
                <a:spcPts val="500"/>
              </a:spcBef>
              <a:defRPr/>
            </a:pPr>
            <a:r>
              <a:rPr lang="en-US" altLang="zh-CN" sz="2000" b="1" dirty="0">
                <a:solidFill>
                  <a:prstClr val="white"/>
                </a:solidFill>
                <a:latin typeface="微软雅黑" panose="020B0503020204020204" pitchFamily="34" charset="-122"/>
                <a:ea typeface="微软雅黑" panose="020B0503020204020204" pitchFamily="34" charset="-122"/>
              </a:rPr>
              <a:t> [30 31 32 33 34 35]]</a:t>
            </a:r>
            <a:endParaRPr lang="en-US" altLang="zh-CN" sz="2000" b="1" dirty="0">
              <a:solidFill>
                <a:prstClr val="white"/>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2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5" grpId="0" animBg="1"/>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7.7 </a:t>
            </a:r>
            <a:r>
              <a:rPr lang="zh-CN" altLang="en-US" dirty="0"/>
              <a:t>学生成绩统计分析</a:t>
            </a:r>
            <a:endParaRPr lang="zh-CN" altLang="en-US" dirty="0"/>
          </a:p>
        </p:txBody>
      </p:sp>
      <p:sp>
        <p:nvSpPr>
          <p:cNvPr id="7" name="内容占位符 6"/>
          <p:cNvSpPr>
            <a:spLocks noGrp="1"/>
          </p:cNvSpPr>
          <p:nvPr>
            <p:ph sz="quarter" idx="15"/>
          </p:nvPr>
        </p:nvSpPr>
        <p:spPr/>
        <p:txBody>
          <a:bodyPr>
            <a:normAutofit fontScale="92500" lnSpcReduction="10000"/>
          </a:bodyPr>
          <a:lstStyle/>
          <a:p>
            <a:pPr>
              <a:lnSpc>
                <a:spcPct val="125000"/>
              </a:lnSpc>
              <a:spcBef>
                <a:spcPts val="500"/>
              </a:spcBef>
            </a:pPr>
            <a:r>
              <a:rPr lang="zh-CN" altLang="en-US" sz="2800" b="1" dirty="0">
                <a:solidFill>
                  <a:srgbClr val="0070C0"/>
                </a:solidFill>
                <a:latin typeface="+mj-lt"/>
              </a:rPr>
              <a:t>实例说明：</a:t>
            </a:r>
            <a:endParaRPr lang="en-US" altLang="zh-CN" sz="2800" b="1" dirty="0">
              <a:solidFill>
                <a:srgbClr val="0070C0"/>
              </a:solidFill>
              <a:latin typeface="+mj-lt"/>
            </a:endParaRPr>
          </a:p>
          <a:p>
            <a:pPr marL="342900" indent="-342900">
              <a:lnSpc>
                <a:spcPct val="150000"/>
              </a:lnSpc>
              <a:spcBef>
                <a:spcPts val="500"/>
              </a:spcBef>
              <a:buFont typeface="Arial" panose="020B0604020202090204" pitchFamily="34" charset="0"/>
              <a:buChar char="•"/>
            </a:pPr>
            <a:r>
              <a:rPr lang="zh-CN" altLang="en-US" sz="2600" dirty="0">
                <a:latin typeface="+mj-lt"/>
              </a:rPr>
              <a:t>文件“</a:t>
            </a:r>
            <a:r>
              <a:rPr lang="en-US" altLang="zh-CN" sz="2600" dirty="0">
                <a:latin typeface="+mj-lt"/>
              </a:rPr>
              <a:t>score_load.csv”</a:t>
            </a:r>
            <a:r>
              <a:rPr lang="zh-CN" altLang="en-US" sz="2600" dirty="0">
                <a:latin typeface="+mj-lt"/>
              </a:rPr>
              <a:t>内容为学生成绩数据，读取文件中的数据并进行统计分析，输出 </a:t>
            </a:r>
            <a:r>
              <a:rPr lang="en-US" altLang="zh-CN" sz="2600" b="1" dirty="0">
                <a:solidFill>
                  <a:schemeClr val="accent2"/>
                </a:solidFill>
                <a:latin typeface="+mj-lt"/>
              </a:rPr>
              <a:t>python </a:t>
            </a:r>
            <a:r>
              <a:rPr lang="zh-CN" altLang="en-US" sz="2600" b="1" dirty="0">
                <a:solidFill>
                  <a:schemeClr val="accent2"/>
                </a:solidFill>
                <a:latin typeface="+mj-lt"/>
              </a:rPr>
              <a:t>课程</a:t>
            </a:r>
            <a:r>
              <a:rPr lang="zh-CN" altLang="en-US" sz="2600" dirty="0">
                <a:latin typeface="+mj-lt"/>
              </a:rPr>
              <a:t>的平均成绩、成绩中位数、标准差，输出罗明同学的平均成绩。</a:t>
            </a:r>
            <a:endParaRPr lang="zh-CN" altLang="en-US" sz="2600" dirty="0">
              <a:latin typeface="+mj-lt"/>
            </a:endParaRPr>
          </a:p>
          <a:p>
            <a:pPr marL="723900" lvl="1" indent="0">
              <a:lnSpc>
                <a:spcPct val="150000"/>
              </a:lnSpc>
              <a:spcBef>
                <a:spcPts val="1200"/>
              </a:spcBef>
              <a:spcAft>
                <a:spcPts val="250"/>
              </a:spcAft>
              <a:buNone/>
            </a:pPr>
            <a:r>
              <a:rPr lang="zh-CN" altLang="zh-CN" kern="0" dirty="0">
                <a:solidFill>
                  <a:srgbClr val="595959"/>
                </a:solidFill>
                <a:latin typeface="+mj-lt"/>
                <a:cs typeface="Times New Roman" panose="02020603050405020304" pitchFamily="18" charset="0"/>
              </a:rPr>
              <a:t>姓名</a:t>
            </a:r>
            <a:r>
              <a:rPr lang="en-US" altLang="zh-CN" kern="0" dirty="0">
                <a:solidFill>
                  <a:srgbClr val="595959"/>
                </a:solidFill>
                <a:latin typeface="+mj-lt"/>
                <a:cs typeface="Times New Roman" panose="02020603050405020304" pitchFamily="18" charset="0"/>
              </a:rPr>
              <a:t>,</a:t>
            </a:r>
            <a:r>
              <a:rPr lang="zh-CN" altLang="zh-CN" kern="0" dirty="0">
                <a:solidFill>
                  <a:srgbClr val="595959"/>
                </a:solidFill>
                <a:latin typeface="+mj-lt"/>
                <a:cs typeface="Times New Roman" panose="02020603050405020304" pitchFamily="18" charset="0"/>
              </a:rPr>
              <a:t>学号</a:t>
            </a:r>
            <a:r>
              <a:rPr lang="en-US" altLang="zh-CN" kern="0" dirty="0">
                <a:solidFill>
                  <a:srgbClr val="595959"/>
                </a:solidFill>
                <a:latin typeface="+mj-lt"/>
                <a:cs typeface="Times New Roman" panose="02020603050405020304" pitchFamily="18" charset="0"/>
              </a:rPr>
              <a:t>,</a:t>
            </a:r>
            <a:r>
              <a:rPr lang="zh-CN" altLang="zh-CN" kern="0" dirty="0">
                <a:solidFill>
                  <a:srgbClr val="595959"/>
                </a:solidFill>
                <a:latin typeface="+mj-lt"/>
                <a:cs typeface="Times New Roman" panose="02020603050405020304" pitchFamily="18" charset="0"/>
              </a:rPr>
              <a:t>高数</a:t>
            </a:r>
            <a:r>
              <a:rPr lang="en-US" altLang="zh-CN" kern="0" dirty="0">
                <a:solidFill>
                  <a:srgbClr val="595959"/>
                </a:solidFill>
                <a:latin typeface="+mj-lt"/>
                <a:cs typeface="Times New Roman" panose="02020603050405020304" pitchFamily="18" charset="0"/>
              </a:rPr>
              <a:t>,</a:t>
            </a:r>
            <a:r>
              <a:rPr lang="zh-CN" altLang="zh-CN" kern="0" dirty="0">
                <a:solidFill>
                  <a:srgbClr val="595959"/>
                </a:solidFill>
                <a:latin typeface="+mj-lt"/>
                <a:cs typeface="Times New Roman" panose="02020603050405020304" pitchFamily="18" charset="0"/>
              </a:rPr>
              <a:t>英语</a:t>
            </a:r>
            <a:r>
              <a:rPr lang="en-US" altLang="zh-CN" kern="0" dirty="0">
                <a:solidFill>
                  <a:srgbClr val="595959"/>
                </a:solidFill>
                <a:latin typeface="+mj-lt"/>
                <a:cs typeface="Times New Roman" panose="02020603050405020304" pitchFamily="18" charset="0"/>
              </a:rPr>
              <a:t>,python,</a:t>
            </a:r>
            <a:r>
              <a:rPr lang="zh-CN" altLang="zh-CN" kern="0" dirty="0">
                <a:solidFill>
                  <a:srgbClr val="595959"/>
                </a:solidFill>
                <a:latin typeface="+mj-lt"/>
                <a:cs typeface="Times New Roman" panose="02020603050405020304" pitchFamily="18" charset="0"/>
              </a:rPr>
              <a:t>物理</a:t>
            </a:r>
            <a:r>
              <a:rPr lang="en-US" altLang="zh-CN" kern="0" dirty="0">
                <a:solidFill>
                  <a:srgbClr val="595959"/>
                </a:solidFill>
                <a:latin typeface="+mj-lt"/>
                <a:cs typeface="Times New Roman" panose="02020603050405020304" pitchFamily="18" charset="0"/>
              </a:rPr>
              <a:t>,</a:t>
            </a:r>
            <a:r>
              <a:rPr lang="en-US" altLang="zh-CN" kern="0" dirty="0" err="1">
                <a:solidFill>
                  <a:srgbClr val="595959"/>
                </a:solidFill>
                <a:latin typeface="+mj-lt"/>
                <a:cs typeface="Times New Roman" panose="02020603050405020304" pitchFamily="18" charset="0"/>
              </a:rPr>
              <a:t>java,C</a:t>
            </a:r>
            <a:r>
              <a:rPr lang="zh-CN" altLang="zh-CN" kern="0" dirty="0">
                <a:solidFill>
                  <a:srgbClr val="595959"/>
                </a:solidFill>
                <a:latin typeface="+mj-lt"/>
                <a:cs typeface="Times New Roman" panose="02020603050405020304" pitchFamily="18" charset="0"/>
              </a:rPr>
              <a:t>语言</a:t>
            </a:r>
            <a:br>
              <a:rPr lang="en-US" altLang="zh-CN" sz="1800" kern="0" dirty="0">
                <a:solidFill>
                  <a:srgbClr val="000000"/>
                </a:solidFill>
                <a:latin typeface="+mj-lt"/>
                <a:cs typeface="Times New Roman" panose="02020603050405020304" pitchFamily="18" charset="0"/>
              </a:rPr>
            </a:br>
            <a:r>
              <a:rPr lang="zh-CN" altLang="zh-CN" kern="0" dirty="0">
                <a:solidFill>
                  <a:srgbClr val="595959"/>
                </a:solidFill>
                <a:latin typeface="+mj-lt"/>
                <a:cs typeface="Times New Roman" panose="02020603050405020304" pitchFamily="18" charset="0"/>
              </a:rPr>
              <a:t>罗明</a:t>
            </a:r>
            <a:r>
              <a:rPr lang="en-US" altLang="zh-CN" kern="0" dirty="0">
                <a:solidFill>
                  <a:srgbClr val="595959"/>
                </a:solidFill>
                <a:latin typeface="+mj-lt"/>
                <a:cs typeface="Times New Roman" panose="02020603050405020304" pitchFamily="18" charset="0"/>
              </a:rPr>
              <a:t>,</a:t>
            </a:r>
            <a:r>
              <a:rPr lang="en-US" altLang="zh-CN" kern="0" dirty="0">
                <a:solidFill>
                  <a:srgbClr val="005CC5"/>
                </a:solidFill>
                <a:latin typeface="+mj-lt"/>
                <a:cs typeface="Times New Roman" panose="02020603050405020304" pitchFamily="18" charset="0"/>
              </a:rPr>
              <a:t>1217106</a:t>
            </a:r>
            <a:r>
              <a:rPr lang="en-US" altLang="zh-CN" kern="0" dirty="0">
                <a:solidFill>
                  <a:srgbClr val="595959"/>
                </a:solidFill>
                <a:latin typeface="+mj-lt"/>
                <a:cs typeface="Times New Roman" panose="02020603050405020304" pitchFamily="18" charset="0"/>
              </a:rPr>
              <a:t>,</a:t>
            </a:r>
            <a:r>
              <a:rPr lang="en-US" altLang="zh-CN" kern="0" dirty="0">
                <a:solidFill>
                  <a:srgbClr val="005CC5"/>
                </a:solidFill>
                <a:latin typeface="+mj-lt"/>
                <a:cs typeface="Times New Roman" panose="02020603050405020304" pitchFamily="18" charset="0"/>
              </a:rPr>
              <a:t>95</a:t>
            </a:r>
            <a:r>
              <a:rPr lang="en-US" altLang="zh-CN" kern="0" dirty="0">
                <a:solidFill>
                  <a:srgbClr val="595959"/>
                </a:solidFill>
                <a:latin typeface="+mj-lt"/>
                <a:cs typeface="Times New Roman" panose="02020603050405020304" pitchFamily="18" charset="0"/>
              </a:rPr>
              <a:t>,</a:t>
            </a:r>
            <a:r>
              <a:rPr lang="en-US" altLang="zh-CN" kern="0" dirty="0">
                <a:solidFill>
                  <a:srgbClr val="005CC5"/>
                </a:solidFill>
                <a:latin typeface="+mj-lt"/>
                <a:cs typeface="Times New Roman" panose="02020603050405020304" pitchFamily="18" charset="0"/>
              </a:rPr>
              <a:t>85</a:t>
            </a:r>
            <a:r>
              <a:rPr lang="en-US" altLang="zh-CN" kern="0" dirty="0">
                <a:solidFill>
                  <a:srgbClr val="595959"/>
                </a:solidFill>
                <a:latin typeface="+mj-lt"/>
                <a:cs typeface="Times New Roman" panose="02020603050405020304" pitchFamily="18" charset="0"/>
              </a:rPr>
              <a:t>,</a:t>
            </a:r>
            <a:r>
              <a:rPr lang="en-US" altLang="zh-CN" kern="0" dirty="0">
                <a:solidFill>
                  <a:srgbClr val="005CC5"/>
                </a:solidFill>
                <a:latin typeface="+mj-lt"/>
                <a:cs typeface="Times New Roman" panose="02020603050405020304" pitchFamily="18" charset="0"/>
              </a:rPr>
              <a:t>96</a:t>
            </a:r>
            <a:r>
              <a:rPr lang="en-US" altLang="zh-CN" kern="0" dirty="0">
                <a:solidFill>
                  <a:srgbClr val="595959"/>
                </a:solidFill>
                <a:latin typeface="+mj-lt"/>
                <a:cs typeface="Times New Roman" panose="02020603050405020304" pitchFamily="18" charset="0"/>
              </a:rPr>
              <a:t>,</a:t>
            </a:r>
            <a:r>
              <a:rPr lang="en-US" altLang="zh-CN" kern="0" dirty="0">
                <a:solidFill>
                  <a:srgbClr val="005CC5"/>
                </a:solidFill>
                <a:latin typeface="+mj-lt"/>
                <a:cs typeface="Times New Roman" panose="02020603050405020304" pitchFamily="18" charset="0"/>
              </a:rPr>
              <a:t>88</a:t>
            </a:r>
            <a:r>
              <a:rPr lang="en-US" altLang="zh-CN" kern="0" dirty="0">
                <a:solidFill>
                  <a:srgbClr val="595959"/>
                </a:solidFill>
                <a:latin typeface="+mj-lt"/>
                <a:cs typeface="Times New Roman" panose="02020603050405020304" pitchFamily="18" charset="0"/>
              </a:rPr>
              <a:t>,</a:t>
            </a:r>
            <a:r>
              <a:rPr lang="en-US" altLang="zh-CN" kern="0" dirty="0">
                <a:solidFill>
                  <a:srgbClr val="005CC5"/>
                </a:solidFill>
                <a:latin typeface="+mj-lt"/>
                <a:cs typeface="Times New Roman" panose="02020603050405020304" pitchFamily="18" charset="0"/>
              </a:rPr>
              <a:t>78</a:t>
            </a:r>
            <a:r>
              <a:rPr lang="en-US" altLang="zh-CN" kern="0" dirty="0">
                <a:solidFill>
                  <a:srgbClr val="595959"/>
                </a:solidFill>
                <a:latin typeface="+mj-lt"/>
                <a:cs typeface="Times New Roman" panose="02020603050405020304" pitchFamily="18" charset="0"/>
              </a:rPr>
              <a:t>,</a:t>
            </a:r>
            <a:r>
              <a:rPr lang="en-US" altLang="zh-CN" kern="0" dirty="0">
                <a:solidFill>
                  <a:srgbClr val="005CC5"/>
                </a:solidFill>
                <a:latin typeface="+mj-lt"/>
                <a:cs typeface="Times New Roman" panose="02020603050405020304" pitchFamily="18" charset="0"/>
              </a:rPr>
              <a:t>90</a:t>
            </a:r>
            <a:br>
              <a:rPr lang="en-US" altLang="zh-CN" sz="1800" kern="0" dirty="0">
                <a:solidFill>
                  <a:srgbClr val="000000"/>
                </a:solidFill>
                <a:latin typeface="+mj-lt"/>
                <a:cs typeface="Times New Roman" panose="02020603050405020304" pitchFamily="18" charset="0"/>
              </a:rPr>
            </a:br>
            <a:r>
              <a:rPr lang="zh-CN" altLang="zh-CN" kern="0" dirty="0">
                <a:solidFill>
                  <a:srgbClr val="595959"/>
                </a:solidFill>
                <a:latin typeface="+mj-lt"/>
                <a:cs typeface="Times New Roman" panose="02020603050405020304" pitchFamily="18" charset="0"/>
              </a:rPr>
              <a:t>金川</a:t>
            </a:r>
            <a:r>
              <a:rPr lang="en-US" altLang="zh-CN" kern="0" dirty="0">
                <a:solidFill>
                  <a:srgbClr val="595959"/>
                </a:solidFill>
                <a:latin typeface="+mj-lt"/>
                <a:cs typeface="Times New Roman" panose="02020603050405020304" pitchFamily="18" charset="0"/>
              </a:rPr>
              <a:t>,</a:t>
            </a:r>
            <a:r>
              <a:rPr lang="en-US" altLang="zh-CN" kern="0" dirty="0">
                <a:solidFill>
                  <a:srgbClr val="005CC5"/>
                </a:solidFill>
                <a:latin typeface="+mj-lt"/>
                <a:cs typeface="Times New Roman" panose="02020603050405020304" pitchFamily="18" charset="0"/>
              </a:rPr>
              <a:t>1217116</a:t>
            </a:r>
            <a:r>
              <a:rPr lang="en-US" altLang="zh-CN" kern="0" dirty="0">
                <a:solidFill>
                  <a:srgbClr val="595959"/>
                </a:solidFill>
                <a:latin typeface="+mj-lt"/>
                <a:cs typeface="Times New Roman" panose="02020603050405020304" pitchFamily="18" charset="0"/>
              </a:rPr>
              <a:t>,</a:t>
            </a:r>
            <a:r>
              <a:rPr lang="en-US" altLang="zh-CN" kern="0" dirty="0">
                <a:solidFill>
                  <a:srgbClr val="005CC5"/>
                </a:solidFill>
                <a:latin typeface="+mj-lt"/>
                <a:cs typeface="Times New Roman" panose="02020603050405020304" pitchFamily="18" charset="0"/>
              </a:rPr>
              <a:t>85</a:t>
            </a:r>
            <a:r>
              <a:rPr lang="en-US" altLang="zh-CN" kern="0" dirty="0">
                <a:solidFill>
                  <a:srgbClr val="595959"/>
                </a:solidFill>
                <a:latin typeface="+mj-lt"/>
                <a:cs typeface="Times New Roman" panose="02020603050405020304" pitchFamily="18" charset="0"/>
              </a:rPr>
              <a:t>,</a:t>
            </a:r>
            <a:r>
              <a:rPr lang="en-US" altLang="zh-CN" kern="0" dirty="0">
                <a:solidFill>
                  <a:srgbClr val="005CC5"/>
                </a:solidFill>
                <a:latin typeface="+mj-lt"/>
                <a:cs typeface="Times New Roman" panose="02020603050405020304" pitchFamily="18" charset="0"/>
              </a:rPr>
              <a:t>86</a:t>
            </a:r>
            <a:r>
              <a:rPr lang="en-US" altLang="zh-CN" kern="0" dirty="0">
                <a:solidFill>
                  <a:srgbClr val="595959"/>
                </a:solidFill>
                <a:latin typeface="+mj-lt"/>
                <a:cs typeface="Times New Roman" panose="02020603050405020304" pitchFamily="18" charset="0"/>
              </a:rPr>
              <a:t>,</a:t>
            </a:r>
            <a:r>
              <a:rPr lang="en-US" altLang="zh-CN" kern="0" dirty="0">
                <a:solidFill>
                  <a:srgbClr val="005CC5"/>
                </a:solidFill>
                <a:latin typeface="+mj-lt"/>
                <a:cs typeface="Times New Roman" panose="02020603050405020304" pitchFamily="18" charset="0"/>
              </a:rPr>
              <a:t>90</a:t>
            </a:r>
            <a:r>
              <a:rPr lang="en-US" altLang="zh-CN" kern="0" dirty="0">
                <a:solidFill>
                  <a:srgbClr val="595959"/>
                </a:solidFill>
                <a:latin typeface="+mj-lt"/>
                <a:cs typeface="Times New Roman" panose="02020603050405020304" pitchFamily="18" charset="0"/>
              </a:rPr>
              <a:t>,</a:t>
            </a:r>
            <a:r>
              <a:rPr lang="en-US" altLang="zh-CN" kern="0" dirty="0">
                <a:solidFill>
                  <a:srgbClr val="005CC5"/>
                </a:solidFill>
                <a:latin typeface="+mj-lt"/>
                <a:cs typeface="Times New Roman" panose="02020603050405020304" pitchFamily="18" charset="0"/>
              </a:rPr>
              <a:t>70</a:t>
            </a:r>
            <a:r>
              <a:rPr lang="en-US" altLang="zh-CN" kern="0" dirty="0">
                <a:solidFill>
                  <a:srgbClr val="595959"/>
                </a:solidFill>
                <a:latin typeface="+mj-lt"/>
                <a:cs typeface="Times New Roman" panose="02020603050405020304" pitchFamily="18" charset="0"/>
              </a:rPr>
              <a:t>,</a:t>
            </a:r>
            <a:r>
              <a:rPr lang="en-US" altLang="zh-CN" kern="0" dirty="0">
                <a:solidFill>
                  <a:srgbClr val="005CC5"/>
                </a:solidFill>
                <a:latin typeface="+mj-lt"/>
                <a:cs typeface="Times New Roman" panose="02020603050405020304" pitchFamily="18" charset="0"/>
              </a:rPr>
              <a:t>88</a:t>
            </a:r>
            <a:r>
              <a:rPr lang="en-US" altLang="zh-CN" kern="0" dirty="0">
                <a:solidFill>
                  <a:srgbClr val="595959"/>
                </a:solidFill>
                <a:latin typeface="+mj-lt"/>
                <a:cs typeface="Times New Roman" panose="02020603050405020304" pitchFamily="18" charset="0"/>
              </a:rPr>
              <a:t>,</a:t>
            </a:r>
            <a:r>
              <a:rPr lang="en-US" altLang="zh-CN" kern="0" dirty="0">
                <a:solidFill>
                  <a:srgbClr val="005CC5"/>
                </a:solidFill>
                <a:latin typeface="+mj-lt"/>
                <a:cs typeface="Times New Roman" panose="02020603050405020304" pitchFamily="18" charset="0"/>
              </a:rPr>
              <a:t>85</a:t>
            </a:r>
            <a:br>
              <a:rPr lang="en-US" altLang="zh-CN" sz="1800" kern="0" dirty="0">
                <a:solidFill>
                  <a:srgbClr val="000000"/>
                </a:solidFill>
                <a:latin typeface="+mj-lt"/>
                <a:cs typeface="Times New Roman" panose="02020603050405020304" pitchFamily="18" charset="0"/>
              </a:rPr>
            </a:br>
            <a:r>
              <a:rPr lang="zh-CN" altLang="zh-CN" kern="0" dirty="0">
                <a:solidFill>
                  <a:srgbClr val="595959"/>
                </a:solidFill>
                <a:latin typeface="+mj-lt"/>
                <a:cs typeface="Times New Roman" panose="02020603050405020304" pitchFamily="18" charset="0"/>
              </a:rPr>
              <a:t>戈扬</a:t>
            </a:r>
            <a:r>
              <a:rPr lang="en-US" altLang="zh-CN" kern="0" dirty="0">
                <a:solidFill>
                  <a:srgbClr val="595959"/>
                </a:solidFill>
                <a:latin typeface="+mj-lt"/>
                <a:cs typeface="Times New Roman" panose="02020603050405020304" pitchFamily="18" charset="0"/>
              </a:rPr>
              <a:t>,</a:t>
            </a:r>
            <a:r>
              <a:rPr lang="en-US" altLang="zh-CN" kern="0" dirty="0">
                <a:solidFill>
                  <a:srgbClr val="005CC5"/>
                </a:solidFill>
                <a:latin typeface="+mj-lt"/>
                <a:cs typeface="Times New Roman" panose="02020603050405020304" pitchFamily="18" charset="0"/>
              </a:rPr>
              <a:t>1217117</a:t>
            </a:r>
            <a:r>
              <a:rPr lang="en-US" altLang="zh-CN" kern="0" dirty="0">
                <a:solidFill>
                  <a:srgbClr val="595959"/>
                </a:solidFill>
                <a:latin typeface="+mj-lt"/>
                <a:cs typeface="Times New Roman" panose="02020603050405020304" pitchFamily="18" charset="0"/>
              </a:rPr>
              <a:t>,</a:t>
            </a:r>
            <a:r>
              <a:rPr lang="en-US" altLang="zh-CN" kern="0" dirty="0">
                <a:solidFill>
                  <a:srgbClr val="005CC5"/>
                </a:solidFill>
                <a:latin typeface="+mj-lt"/>
                <a:cs typeface="Times New Roman" panose="02020603050405020304" pitchFamily="18" charset="0"/>
              </a:rPr>
              <a:t>80</a:t>
            </a:r>
            <a:r>
              <a:rPr lang="en-US" altLang="zh-CN" kern="0" dirty="0">
                <a:solidFill>
                  <a:srgbClr val="595959"/>
                </a:solidFill>
                <a:latin typeface="+mj-lt"/>
                <a:cs typeface="Times New Roman" panose="02020603050405020304" pitchFamily="18" charset="0"/>
              </a:rPr>
              <a:t>,</a:t>
            </a:r>
            <a:r>
              <a:rPr lang="en-US" altLang="zh-CN" kern="0" dirty="0">
                <a:solidFill>
                  <a:srgbClr val="005CC5"/>
                </a:solidFill>
                <a:latin typeface="+mj-lt"/>
                <a:cs typeface="Times New Roman" panose="02020603050405020304" pitchFamily="18" charset="0"/>
              </a:rPr>
              <a:t>90</a:t>
            </a:r>
            <a:r>
              <a:rPr lang="en-US" altLang="zh-CN" kern="0" dirty="0">
                <a:solidFill>
                  <a:srgbClr val="595959"/>
                </a:solidFill>
                <a:latin typeface="+mj-lt"/>
                <a:cs typeface="Times New Roman" panose="02020603050405020304" pitchFamily="18" charset="0"/>
              </a:rPr>
              <a:t>,</a:t>
            </a:r>
            <a:r>
              <a:rPr lang="en-US" altLang="zh-CN" kern="0" dirty="0">
                <a:solidFill>
                  <a:srgbClr val="005CC5"/>
                </a:solidFill>
                <a:latin typeface="+mj-lt"/>
                <a:cs typeface="Times New Roman" panose="02020603050405020304" pitchFamily="18" charset="0"/>
              </a:rPr>
              <a:t>75</a:t>
            </a:r>
            <a:r>
              <a:rPr lang="en-US" altLang="zh-CN" kern="0" dirty="0">
                <a:solidFill>
                  <a:srgbClr val="595959"/>
                </a:solidFill>
                <a:latin typeface="+mj-lt"/>
                <a:cs typeface="Times New Roman" panose="02020603050405020304" pitchFamily="18" charset="0"/>
              </a:rPr>
              <a:t>,</a:t>
            </a:r>
            <a:r>
              <a:rPr lang="en-US" altLang="zh-CN" kern="0" dirty="0">
                <a:solidFill>
                  <a:srgbClr val="005CC5"/>
                </a:solidFill>
                <a:latin typeface="+mj-lt"/>
                <a:cs typeface="Times New Roman" panose="02020603050405020304" pitchFamily="18" charset="0"/>
              </a:rPr>
              <a:t>85</a:t>
            </a:r>
            <a:r>
              <a:rPr lang="en-US" altLang="zh-CN" kern="0" dirty="0">
                <a:solidFill>
                  <a:srgbClr val="595959"/>
                </a:solidFill>
                <a:latin typeface="+mj-lt"/>
                <a:cs typeface="Times New Roman" panose="02020603050405020304" pitchFamily="18" charset="0"/>
              </a:rPr>
              <a:t>,</a:t>
            </a:r>
            <a:r>
              <a:rPr lang="en-US" altLang="zh-CN" kern="0" dirty="0">
                <a:solidFill>
                  <a:srgbClr val="005CC5"/>
                </a:solidFill>
                <a:latin typeface="+mj-lt"/>
                <a:cs typeface="Times New Roman" panose="02020603050405020304" pitchFamily="18" charset="0"/>
              </a:rPr>
              <a:t>98</a:t>
            </a:r>
            <a:r>
              <a:rPr lang="en-US" altLang="zh-CN" kern="0" dirty="0">
                <a:solidFill>
                  <a:srgbClr val="595959"/>
                </a:solidFill>
                <a:latin typeface="+mj-lt"/>
                <a:cs typeface="Times New Roman" panose="02020603050405020304" pitchFamily="18" charset="0"/>
              </a:rPr>
              <a:t>,</a:t>
            </a:r>
            <a:r>
              <a:rPr lang="en-US" altLang="zh-CN" kern="0" dirty="0">
                <a:solidFill>
                  <a:srgbClr val="005CC5"/>
                </a:solidFill>
                <a:latin typeface="+mj-lt"/>
                <a:cs typeface="Times New Roman" panose="02020603050405020304" pitchFamily="18" charset="0"/>
              </a:rPr>
              <a:t>95</a:t>
            </a:r>
            <a:br>
              <a:rPr lang="en-US" altLang="zh-CN" sz="1800" kern="0" dirty="0">
                <a:solidFill>
                  <a:srgbClr val="000000"/>
                </a:solidFill>
                <a:latin typeface="+mj-lt"/>
                <a:cs typeface="Times New Roman" panose="02020603050405020304" pitchFamily="18" charset="0"/>
              </a:rPr>
            </a:br>
            <a:r>
              <a:rPr lang="zh-CN" altLang="zh-CN" kern="0" dirty="0">
                <a:solidFill>
                  <a:srgbClr val="595959"/>
                </a:solidFill>
                <a:latin typeface="+mj-lt"/>
                <a:cs typeface="Times New Roman" panose="02020603050405020304" pitchFamily="18" charset="0"/>
              </a:rPr>
              <a:t>罗旋</a:t>
            </a:r>
            <a:r>
              <a:rPr lang="en-US" altLang="zh-CN" kern="0" dirty="0">
                <a:solidFill>
                  <a:srgbClr val="595959"/>
                </a:solidFill>
                <a:latin typeface="+mj-lt"/>
                <a:cs typeface="Times New Roman" panose="02020603050405020304" pitchFamily="18" charset="0"/>
              </a:rPr>
              <a:t>,</a:t>
            </a:r>
            <a:r>
              <a:rPr lang="en-US" altLang="zh-CN" kern="0" dirty="0">
                <a:solidFill>
                  <a:srgbClr val="005CC5"/>
                </a:solidFill>
                <a:latin typeface="+mj-lt"/>
                <a:cs typeface="Times New Roman" panose="02020603050405020304" pitchFamily="18" charset="0"/>
              </a:rPr>
              <a:t>1217119</a:t>
            </a:r>
            <a:r>
              <a:rPr lang="en-US" altLang="zh-CN" kern="0" dirty="0">
                <a:solidFill>
                  <a:srgbClr val="595959"/>
                </a:solidFill>
                <a:latin typeface="+mj-lt"/>
                <a:cs typeface="Times New Roman" panose="02020603050405020304" pitchFamily="18" charset="0"/>
              </a:rPr>
              <a:t>,</a:t>
            </a:r>
            <a:r>
              <a:rPr lang="en-US" altLang="zh-CN" kern="0" dirty="0">
                <a:solidFill>
                  <a:srgbClr val="005CC5"/>
                </a:solidFill>
                <a:latin typeface="+mj-lt"/>
                <a:cs typeface="Times New Roman" panose="02020603050405020304" pitchFamily="18" charset="0"/>
              </a:rPr>
              <a:t>78</a:t>
            </a:r>
            <a:r>
              <a:rPr lang="en-US" altLang="zh-CN" kern="0" dirty="0">
                <a:solidFill>
                  <a:srgbClr val="595959"/>
                </a:solidFill>
                <a:latin typeface="+mj-lt"/>
                <a:cs typeface="Times New Roman" panose="02020603050405020304" pitchFamily="18" charset="0"/>
              </a:rPr>
              <a:t>,</a:t>
            </a:r>
            <a:r>
              <a:rPr lang="en-US" altLang="zh-CN" kern="0" dirty="0">
                <a:solidFill>
                  <a:srgbClr val="005CC5"/>
                </a:solidFill>
                <a:latin typeface="+mj-lt"/>
                <a:cs typeface="Times New Roman" panose="02020603050405020304" pitchFamily="18" charset="0"/>
              </a:rPr>
              <a:t>92</a:t>
            </a:r>
            <a:r>
              <a:rPr lang="en-US" altLang="zh-CN" kern="0" dirty="0">
                <a:solidFill>
                  <a:srgbClr val="595959"/>
                </a:solidFill>
                <a:latin typeface="+mj-lt"/>
                <a:cs typeface="Times New Roman" panose="02020603050405020304" pitchFamily="18" charset="0"/>
              </a:rPr>
              <a:t>,</a:t>
            </a:r>
            <a:r>
              <a:rPr lang="en-US" altLang="zh-CN" kern="0" dirty="0">
                <a:solidFill>
                  <a:srgbClr val="005CC5"/>
                </a:solidFill>
                <a:latin typeface="+mj-lt"/>
                <a:cs typeface="Times New Roman" panose="02020603050405020304" pitchFamily="18" charset="0"/>
              </a:rPr>
              <a:t>85</a:t>
            </a:r>
            <a:r>
              <a:rPr lang="en-US" altLang="zh-CN" kern="0" dirty="0">
                <a:solidFill>
                  <a:srgbClr val="595959"/>
                </a:solidFill>
                <a:latin typeface="+mj-lt"/>
                <a:cs typeface="Times New Roman" panose="02020603050405020304" pitchFamily="18" charset="0"/>
              </a:rPr>
              <a:t>,</a:t>
            </a:r>
            <a:r>
              <a:rPr lang="en-US" altLang="zh-CN" kern="0" dirty="0">
                <a:solidFill>
                  <a:srgbClr val="005CC5"/>
                </a:solidFill>
                <a:latin typeface="+mj-lt"/>
                <a:cs typeface="Times New Roman" panose="02020603050405020304" pitchFamily="18" charset="0"/>
              </a:rPr>
              <a:t>72</a:t>
            </a:r>
            <a:r>
              <a:rPr lang="en-US" altLang="zh-CN" kern="0" dirty="0">
                <a:solidFill>
                  <a:srgbClr val="595959"/>
                </a:solidFill>
                <a:latin typeface="+mj-lt"/>
                <a:cs typeface="Times New Roman" panose="02020603050405020304" pitchFamily="18" charset="0"/>
              </a:rPr>
              <a:t>,</a:t>
            </a:r>
            <a:r>
              <a:rPr lang="en-US" altLang="zh-CN" kern="0" dirty="0">
                <a:solidFill>
                  <a:srgbClr val="005CC5"/>
                </a:solidFill>
                <a:latin typeface="+mj-lt"/>
                <a:cs typeface="Times New Roman" panose="02020603050405020304" pitchFamily="18" charset="0"/>
              </a:rPr>
              <a:t>95</a:t>
            </a:r>
            <a:r>
              <a:rPr lang="en-US" altLang="zh-CN" kern="0" dirty="0">
                <a:solidFill>
                  <a:srgbClr val="595959"/>
                </a:solidFill>
                <a:latin typeface="+mj-lt"/>
                <a:cs typeface="Times New Roman" panose="02020603050405020304" pitchFamily="18" charset="0"/>
              </a:rPr>
              <a:t>,</a:t>
            </a:r>
            <a:r>
              <a:rPr lang="en-US" altLang="zh-CN" kern="0" dirty="0">
                <a:solidFill>
                  <a:srgbClr val="005CC5"/>
                </a:solidFill>
                <a:latin typeface="+mj-lt"/>
                <a:cs typeface="Times New Roman" panose="02020603050405020304" pitchFamily="18" charset="0"/>
              </a:rPr>
              <a:t>75</a:t>
            </a:r>
            <a:br>
              <a:rPr lang="en-US" altLang="zh-CN" sz="1800" kern="0" dirty="0">
                <a:solidFill>
                  <a:srgbClr val="000000"/>
                </a:solidFill>
                <a:latin typeface="+mj-lt"/>
                <a:cs typeface="Times New Roman" panose="02020603050405020304" pitchFamily="18" charset="0"/>
              </a:rPr>
            </a:br>
            <a:r>
              <a:rPr lang="zh-CN" altLang="zh-CN" kern="0" dirty="0">
                <a:solidFill>
                  <a:srgbClr val="595959"/>
                </a:solidFill>
                <a:latin typeface="+mj-lt"/>
                <a:cs typeface="Times New Roman" panose="02020603050405020304" pitchFamily="18" charset="0"/>
              </a:rPr>
              <a:t>蒋维</a:t>
            </a:r>
            <a:r>
              <a:rPr lang="en-US" altLang="zh-CN" kern="0" dirty="0">
                <a:solidFill>
                  <a:srgbClr val="595959"/>
                </a:solidFill>
                <a:latin typeface="+mj-lt"/>
                <a:cs typeface="Times New Roman" panose="02020603050405020304" pitchFamily="18" charset="0"/>
              </a:rPr>
              <a:t>,</a:t>
            </a:r>
            <a:r>
              <a:rPr lang="en-US" altLang="zh-CN" kern="0" dirty="0">
                <a:solidFill>
                  <a:srgbClr val="005CC5"/>
                </a:solidFill>
                <a:latin typeface="+mj-lt"/>
                <a:cs typeface="Times New Roman" panose="02020603050405020304" pitchFamily="18" charset="0"/>
              </a:rPr>
              <a:t>1217127</a:t>
            </a:r>
            <a:r>
              <a:rPr lang="en-US" altLang="zh-CN" kern="0" dirty="0">
                <a:solidFill>
                  <a:srgbClr val="595959"/>
                </a:solidFill>
                <a:latin typeface="+mj-lt"/>
                <a:cs typeface="Times New Roman" panose="02020603050405020304" pitchFamily="18" charset="0"/>
              </a:rPr>
              <a:t>,</a:t>
            </a:r>
            <a:r>
              <a:rPr lang="en-US" altLang="zh-CN" kern="0" dirty="0">
                <a:solidFill>
                  <a:srgbClr val="005CC5"/>
                </a:solidFill>
                <a:latin typeface="+mj-lt"/>
                <a:cs typeface="Times New Roman" panose="02020603050405020304" pitchFamily="18" charset="0"/>
              </a:rPr>
              <a:t>99</a:t>
            </a:r>
            <a:r>
              <a:rPr lang="en-US" altLang="zh-CN" kern="0" dirty="0">
                <a:solidFill>
                  <a:srgbClr val="595959"/>
                </a:solidFill>
                <a:latin typeface="+mj-lt"/>
                <a:cs typeface="Times New Roman" panose="02020603050405020304" pitchFamily="18" charset="0"/>
              </a:rPr>
              <a:t>,</a:t>
            </a:r>
            <a:r>
              <a:rPr lang="en-US" altLang="zh-CN" kern="0" dirty="0">
                <a:solidFill>
                  <a:srgbClr val="005CC5"/>
                </a:solidFill>
                <a:latin typeface="+mj-lt"/>
                <a:cs typeface="Times New Roman" panose="02020603050405020304" pitchFamily="18" charset="0"/>
              </a:rPr>
              <a:t>88</a:t>
            </a:r>
            <a:r>
              <a:rPr lang="en-US" altLang="zh-CN" kern="0" dirty="0">
                <a:solidFill>
                  <a:srgbClr val="595959"/>
                </a:solidFill>
                <a:latin typeface="+mj-lt"/>
                <a:cs typeface="Times New Roman" panose="02020603050405020304" pitchFamily="18" charset="0"/>
              </a:rPr>
              <a:t>,</a:t>
            </a:r>
            <a:r>
              <a:rPr lang="en-US" altLang="zh-CN" kern="0" dirty="0">
                <a:solidFill>
                  <a:srgbClr val="005CC5"/>
                </a:solidFill>
                <a:latin typeface="+mj-lt"/>
                <a:cs typeface="Times New Roman" panose="02020603050405020304" pitchFamily="18" charset="0"/>
              </a:rPr>
              <a:t>65</a:t>
            </a:r>
            <a:r>
              <a:rPr lang="en-US" altLang="zh-CN" kern="0" dirty="0">
                <a:solidFill>
                  <a:srgbClr val="595959"/>
                </a:solidFill>
                <a:latin typeface="+mj-lt"/>
                <a:cs typeface="Times New Roman" panose="02020603050405020304" pitchFamily="18" charset="0"/>
              </a:rPr>
              <a:t>,</a:t>
            </a:r>
            <a:r>
              <a:rPr lang="en-US" altLang="zh-CN" kern="0" dirty="0">
                <a:solidFill>
                  <a:srgbClr val="005CC5"/>
                </a:solidFill>
                <a:latin typeface="+mj-lt"/>
                <a:cs typeface="Times New Roman" panose="02020603050405020304" pitchFamily="18" charset="0"/>
              </a:rPr>
              <a:t>80</a:t>
            </a:r>
            <a:r>
              <a:rPr lang="en-US" altLang="zh-CN" kern="0" dirty="0">
                <a:solidFill>
                  <a:srgbClr val="595959"/>
                </a:solidFill>
                <a:latin typeface="+mj-lt"/>
                <a:cs typeface="Times New Roman" panose="02020603050405020304" pitchFamily="18" charset="0"/>
              </a:rPr>
              <a:t>,</a:t>
            </a:r>
            <a:r>
              <a:rPr lang="en-US" altLang="zh-CN" kern="0" dirty="0">
                <a:solidFill>
                  <a:srgbClr val="005CC5"/>
                </a:solidFill>
                <a:latin typeface="+mj-lt"/>
                <a:cs typeface="Times New Roman" panose="02020603050405020304" pitchFamily="18" charset="0"/>
              </a:rPr>
              <a:t>85</a:t>
            </a:r>
            <a:r>
              <a:rPr lang="en-US" altLang="zh-CN" kern="0" dirty="0">
                <a:solidFill>
                  <a:srgbClr val="595959"/>
                </a:solidFill>
                <a:latin typeface="+mj-lt"/>
                <a:cs typeface="Times New Roman" panose="02020603050405020304" pitchFamily="18" charset="0"/>
              </a:rPr>
              <a:t>,</a:t>
            </a:r>
            <a:r>
              <a:rPr lang="en-US" altLang="zh-CN" kern="0" dirty="0">
                <a:solidFill>
                  <a:srgbClr val="005CC5"/>
                </a:solidFill>
                <a:latin typeface="+mj-lt"/>
                <a:cs typeface="Times New Roman" panose="02020603050405020304" pitchFamily="18" charset="0"/>
              </a:rPr>
              <a:t>75</a:t>
            </a:r>
            <a:endParaRPr lang="zh-CN" altLang="zh-CN" sz="2000" kern="100" dirty="0">
              <a:latin typeface="+mj-lt"/>
              <a:cs typeface="Times New Roman" panose="02020603050405020304" pitchFamily="18" charset="0"/>
            </a:endParaRPr>
          </a:p>
        </p:txBody>
      </p:sp>
      <p:sp>
        <p:nvSpPr>
          <p:cNvPr id="6" name="内容占位符 5"/>
          <p:cNvSpPr>
            <a:spLocks noGrp="1"/>
          </p:cNvSpPr>
          <p:nvPr>
            <p:ph sz="quarter" idx="13"/>
          </p:nvPr>
        </p:nvSpPr>
        <p:spPr/>
        <p:txBody>
          <a:bodyPr/>
          <a:lstStyle/>
          <a:p>
            <a:r>
              <a:rPr lang="zh-CN" altLang="en-US" dirty="0"/>
              <a:t>实例</a:t>
            </a:r>
            <a:endParaRPr lang="zh-CN" altLang="en-US"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7.7 </a:t>
            </a:r>
            <a:r>
              <a:rPr lang="zh-CN" altLang="en-US" dirty="0"/>
              <a:t>学生成绩统计分析</a:t>
            </a:r>
            <a:endParaRPr lang="zh-CN" altLang="en-US" dirty="0"/>
          </a:p>
        </p:txBody>
      </p:sp>
      <p:sp>
        <p:nvSpPr>
          <p:cNvPr id="7" name="内容占位符 6"/>
          <p:cNvSpPr>
            <a:spLocks noGrp="1"/>
          </p:cNvSpPr>
          <p:nvPr>
            <p:ph sz="quarter" idx="14"/>
          </p:nvPr>
        </p:nvSpPr>
        <p:spPr/>
        <p:txBody>
          <a:bodyPr/>
          <a:lstStyle/>
          <a:p>
            <a:r>
              <a:rPr lang="zh-CN" altLang="en-US" dirty="0"/>
              <a:t>实例 </a:t>
            </a:r>
            <a:endParaRPr lang="zh-CN" altLang="en-US" dirty="0"/>
          </a:p>
        </p:txBody>
      </p:sp>
      <p:sp>
        <p:nvSpPr>
          <p:cNvPr id="4" name="内容占位符 3"/>
          <p:cNvSpPr>
            <a:spLocks noGrp="1"/>
          </p:cNvSpPr>
          <p:nvPr>
            <p:ph sz="quarter" idx="13"/>
          </p:nvPr>
        </p:nvSpPr>
        <p:spPr>
          <a:xfrm>
            <a:off x="688043" y="1899920"/>
            <a:ext cx="10815913" cy="924560"/>
          </a:xfrm>
          <a:prstGeom prst="roundRect">
            <a:avLst>
              <a:gd name="adj" fmla="val 25463"/>
            </a:avLst>
          </a:prstGeom>
        </p:spPr>
        <p:txBody>
          <a:bodyPr>
            <a:normAutofit/>
          </a:bodyPr>
          <a:lstStyle/>
          <a:p>
            <a:r>
              <a:rPr lang="en-US" altLang="zh-CN" b="0" dirty="0">
                <a:solidFill>
                  <a:srgbClr val="7A3E9D"/>
                </a:solidFill>
                <a:effectLst/>
                <a:latin typeface="+mj-lt"/>
              </a:rPr>
              <a:t>data</a:t>
            </a:r>
            <a:r>
              <a:rPr lang="en-US" altLang="zh-CN" b="0" dirty="0">
                <a:solidFill>
                  <a:srgbClr val="333333"/>
                </a:solidFill>
                <a:effectLst/>
                <a:latin typeface="+mj-lt"/>
              </a:rPr>
              <a:t> </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1" dirty="0" err="1">
                <a:solidFill>
                  <a:srgbClr val="7A3E9D"/>
                </a:solidFill>
                <a:effectLst/>
                <a:latin typeface="+mj-lt"/>
              </a:rPr>
              <a:t>np</a:t>
            </a:r>
            <a:r>
              <a:rPr lang="en-US" altLang="zh-CN" b="0" dirty="0" err="1">
                <a:solidFill>
                  <a:srgbClr val="777777"/>
                </a:solidFill>
                <a:effectLst/>
                <a:latin typeface="+mj-lt"/>
              </a:rPr>
              <a:t>.</a:t>
            </a:r>
            <a:r>
              <a:rPr lang="en-US" altLang="zh-CN" b="1" dirty="0" err="1">
                <a:solidFill>
                  <a:srgbClr val="AA3731"/>
                </a:solidFill>
                <a:effectLst/>
                <a:latin typeface="+mj-lt"/>
              </a:rPr>
              <a:t>loadtxt</a:t>
            </a:r>
            <a:r>
              <a:rPr lang="en-US" altLang="zh-CN" b="0" dirty="0">
                <a:solidFill>
                  <a:srgbClr val="777777"/>
                </a:solidFill>
                <a:effectLst/>
                <a:latin typeface="+mj-lt"/>
              </a:rPr>
              <a:t>(</a:t>
            </a:r>
            <a:r>
              <a:rPr lang="en-US" altLang="zh-CN" b="0" dirty="0">
                <a:solidFill>
                  <a:srgbClr val="7A3E9D"/>
                </a:solidFill>
                <a:effectLst/>
                <a:latin typeface="+mj-lt"/>
              </a:rPr>
              <a:t>file</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1" dirty="0">
                <a:solidFill>
                  <a:srgbClr val="7A3E9D"/>
                </a:solidFill>
                <a:effectLst/>
                <a:latin typeface="+mj-lt"/>
              </a:rPr>
              <a:t>str</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7A3E9D"/>
                </a:solidFill>
                <a:effectLst/>
                <a:latin typeface="+mj-lt"/>
              </a:rPr>
              <a:t>delimiter</a:t>
            </a:r>
            <a:r>
              <a:rPr lang="en-US" altLang="zh-CN" b="0" dirty="0">
                <a:solidFill>
                  <a:srgbClr val="777777"/>
                </a:solidFill>
                <a:effectLst/>
                <a:latin typeface="+mj-lt"/>
              </a:rPr>
              <a:t>='</a:t>
            </a:r>
            <a:r>
              <a:rPr lang="en-US" altLang="zh-CN" b="0" dirty="0">
                <a:solidFill>
                  <a:srgbClr val="448C27"/>
                </a:solidFill>
                <a:effectLst/>
                <a:latin typeface="+mj-lt"/>
              </a:rPr>
              <a:t>,</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7A3E9D"/>
                </a:solidFill>
                <a:effectLst/>
                <a:latin typeface="+mj-lt"/>
              </a:rPr>
              <a:t>encoding</a:t>
            </a:r>
            <a:r>
              <a:rPr lang="en-US" altLang="zh-CN" b="0" dirty="0">
                <a:solidFill>
                  <a:srgbClr val="777777"/>
                </a:solidFill>
                <a:effectLst/>
                <a:latin typeface="+mj-lt"/>
              </a:rPr>
              <a:t>='</a:t>
            </a:r>
            <a:r>
              <a:rPr lang="en-US" altLang="zh-CN" b="0" dirty="0">
                <a:solidFill>
                  <a:srgbClr val="448C27"/>
                </a:solidFill>
                <a:effectLst/>
                <a:latin typeface="+mj-lt"/>
              </a:rPr>
              <a:t>utf-8</a:t>
            </a:r>
            <a:r>
              <a:rPr lang="en-US" altLang="zh-CN" b="0" dirty="0">
                <a:solidFill>
                  <a:srgbClr val="777777"/>
                </a:solidFill>
                <a:effectLst/>
                <a:latin typeface="+mj-lt"/>
              </a:rPr>
              <a:t>')</a:t>
            </a:r>
            <a:endParaRPr lang="en-US" altLang="zh-CN" b="0" dirty="0">
              <a:solidFill>
                <a:srgbClr val="333333"/>
              </a:solidFill>
              <a:effectLst/>
              <a:latin typeface="+mj-lt"/>
            </a:endParaRPr>
          </a:p>
        </p:txBody>
      </p:sp>
      <p:sp>
        <p:nvSpPr>
          <p:cNvPr id="2" name="内容占位符 1"/>
          <p:cNvSpPr txBox="1"/>
          <p:nvPr/>
        </p:nvSpPr>
        <p:spPr>
          <a:xfrm>
            <a:off x="746637" y="1111239"/>
            <a:ext cx="10698726" cy="584775"/>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50000"/>
              </a:lnSpc>
              <a:defRPr/>
            </a:pPr>
            <a:r>
              <a:rPr kumimoji="0" lang="en-US" altLang="zh-CN" sz="2400" b="0" i="0" u="none" strike="noStrike" kern="1200" cap="none" spc="0" normalizeH="0" baseline="0" noProof="0" dirty="0" err="1">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np.loadtxt</a:t>
            </a:r>
            <a:r>
              <a:rPr kumimoji="0" lang="en-US" altLang="zh-CN"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 </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可</a:t>
            </a:r>
            <a:r>
              <a:rPr kumimoji="0" lang="zh-CN" altLang="en-US" sz="24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读取</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文件中的数据到数组中，此时数据为</a:t>
            </a:r>
            <a:r>
              <a:rPr kumimoji="0" lang="zh-CN" altLang="en-US" sz="24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字符串型</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a:t>
            </a:r>
            <a:endPar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p:txBody>
      </p:sp>
      <p:sp>
        <p:nvSpPr>
          <p:cNvPr id="8" name="内容占位符 1"/>
          <p:cNvSpPr txBox="1"/>
          <p:nvPr/>
        </p:nvSpPr>
        <p:spPr>
          <a:xfrm>
            <a:off x="688044" y="3028386"/>
            <a:ext cx="10815912" cy="3458756"/>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38100" indent="0" algn="l">
              <a:lnSpc>
                <a:spcPct val="150000"/>
              </a:lnSpc>
              <a:spcBef>
                <a:spcPts val="1200"/>
              </a:spcBef>
              <a:spcAft>
                <a:spcPts val="250"/>
              </a:spcAft>
              <a:buNone/>
            </a:pP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姓名</a:t>
            </a:r>
            <a:r>
              <a:rPr lang="en-US" altLang="zh-CN" sz="24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学号</a:t>
            </a:r>
            <a:r>
              <a:rPr lang="en-US" altLang="zh-CN" sz="24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高数</a:t>
            </a:r>
            <a:r>
              <a:rPr lang="en-US" altLang="zh-CN" sz="24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英语</a:t>
            </a:r>
            <a:r>
              <a:rPr lang="en-US" altLang="zh-CN" sz="24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'python'</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物理</a:t>
            </a:r>
            <a:r>
              <a:rPr lang="en-US" altLang="zh-CN" sz="24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'java'</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'C</a:t>
            </a:r>
            <a:r>
              <a:rPr lang="zh-CN" altLang="zh-CN" sz="24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语言</a:t>
            </a:r>
            <a:r>
              <a:rPr lang="en-US" altLang="zh-CN" sz="24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kern="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 </a:t>
            </a:r>
            <a:br>
              <a:rPr lang="en-US" altLang="zh-CN" sz="1800" kern="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b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罗明</a:t>
            </a:r>
            <a:r>
              <a:rPr lang="en-US" altLang="zh-CN" sz="24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'1217106'</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'95'</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'85'</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'96'</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'88'</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'78'</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'90'</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kern="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 </a:t>
            </a:r>
            <a:br>
              <a:rPr lang="en-US" altLang="zh-CN" sz="1800" kern="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b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金川</a:t>
            </a:r>
            <a:r>
              <a:rPr lang="en-US" altLang="zh-CN" sz="24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'1217116'</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'85'</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'86'</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'90'</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'70'</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'88'</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'85'</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kern="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 </a:t>
            </a:r>
            <a:br>
              <a:rPr lang="en-US" altLang="zh-CN" sz="1800" kern="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b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戈扬</a:t>
            </a:r>
            <a:r>
              <a:rPr lang="en-US" altLang="zh-CN" sz="24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'1217117'</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'80'</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'90'</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'75'</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'85'</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'98'</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'95'</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kern="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 </a:t>
            </a:r>
            <a:br>
              <a:rPr lang="en-US" altLang="zh-CN" sz="1800" kern="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b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罗旋</a:t>
            </a:r>
            <a:r>
              <a:rPr lang="en-US" altLang="zh-CN" sz="24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'1217119'</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'78'</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'92'</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'85'</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'72'</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'95'</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'75'</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kern="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 </a:t>
            </a:r>
            <a:br>
              <a:rPr lang="en-US" altLang="zh-CN" sz="1800" kern="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b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蒋维</a:t>
            </a:r>
            <a:r>
              <a:rPr lang="en-US" altLang="zh-CN" sz="24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'1217127'</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'99'</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'88'</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'65'</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'80'</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'85'</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'75'</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7.7 </a:t>
            </a:r>
            <a:r>
              <a:rPr lang="zh-CN" altLang="en-US" dirty="0"/>
              <a:t>学生成绩统计分析</a:t>
            </a:r>
            <a:endParaRPr lang="zh-CN" altLang="en-US" dirty="0"/>
          </a:p>
        </p:txBody>
      </p:sp>
      <p:sp>
        <p:nvSpPr>
          <p:cNvPr id="7" name="内容占位符 6"/>
          <p:cNvSpPr>
            <a:spLocks noGrp="1"/>
          </p:cNvSpPr>
          <p:nvPr>
            <p:ph sz="quarter" idx="14"/>
          </p:nvPr>
        </p:nvSpPr>
        <p:spPr/>
        <p:txBody>
          <a:bodyPr/>
          <a:lstStyle/>
          <a:p>
            <a:r>
              <a:rPr lang="zh-CN" altLang="en-US" dirty="0"/>
              <a:t>实例 </a:t>
            </a:r>
            <a:endParaRPr lang="zh-CN" altLang="en-US" dirty="0"/>
          </a:p>
        </p:txBody>
      </p:sp>
      <p:sp>
        <p:nvSpPr>
          <p:cNvPr id="4" name="内容占位符 3"/>
          <p:cNvSpPr>
            <a:spLocks noGrp="1"/>
          </p:cNvSpPr>
          <p:nvPr>
            <p:ph sz="quarter" idx="13"/>
          </p:nvPr>
        </p:nvSpPr>
        <p:spPr>
          <a:xfrm>
            <a:off x="688043" y="2966720"/>
            <a:ext cx="10815913" cy="924560"/>
          </a:xfrm>
          <a:prstGeom prst="roundRect">
            <a:avLst>
              <a:gd name="adj" fmla="val 25463"/>
            </a:avLst>
          </a:prstGeom>
        </p:spPr>
        <p:txBody>
          <a:bodyPr>
            <a:normAutofit/>
          </a:bodyPr>
          <a:lstStyle/>
          <a:p>
            <a:r>
              <a:rPr lang="en-US" altLang="zh-CN" b="0" dirty="0" err="1">
                <a:solidFill>
                  <a:srgbClr val="7A3E9D"/>
                </a:solidFill>
                <a:effectLst/>
                <a:latin typeface="+mj-lt"/>
              </a:rPr>
              <a:t>scoreNum</a:t>
            </a:r>
            <a:r>
              <a:rPr lang="en-US" altLang="zh-CN" b="0" dirty="0">
                <a:solidFill>
                  <a:srgbClr val="333333"/>
                </a:solidFill>
                <a:effectLst/>
                <a:latin typeface="+mj-lt"/>
              </a:rPr>
              <a:t> </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7A3E9D"/>
                </a:solidFill>
                <a:effectLst/>
                <a:latin typeface="+mj-lt"/>
              </a:rPr>
              <a:t>data</a:t>
            </a:r>
            <a:r>
              <a:rPr lang="en-US" altLang="zh-CN" b="0" dirty="0">
                <a:solidFill>
                  <a:srgbClr val="777777"/>
                </a:solidFill>
                <a:effectLst/>
                <a:latin typeface="+mj-lt"/>
              </a:rPr>
              <a:t>[</a:t>
            </a:r>
            <a:r>
              <a:rPr lang="en-US" altLang="zh-CN" b="0" dirty="0">
                <a:solidFill>
                  <a:srgbClr val="9C5D27"/>
                </a:solidFill>
                <a:effectLst/>
                <a:latin typeface="+mj-lt"/>
              </a:rPr>
              <a:t>1</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9C5D27"/>
                </a:solidFill>
                <a:effectLst/>
                <a:latin typeface="+mj-lt"/>
              </a:rPr>
              <a:t>2</a:t>
            </a:r>
            <a:r>
              <a:rPr lang="en-US" altLang="zh-CN" b="0" dirty="0">
                <a:solidFill>
                  <a:srgbClr val="777777"/>
                </a:solidFill>
                <a:effectLst/>
                <a:latin typeface="+mj-lt"/>
              </a:rPr>
              <a:t>:].</a:t>
            </a:r>
            <a:r>
              <a:rPr lang="en-US" altLang="zh-CN" b="1" dirty="0" err="1">
                <a:solidFill>
                  <a:srgbClr val="AA3731"/>
                </a:solidFill>
                <a:effectLst/>
                <a:latin typeface="+mj-lt"/>
              </a:rPr>
              <a:t>astype</a:t>
            </a:r>
            <a:r>
              <a:rPr lang="en-US" altLang="zh-CN" b="0" dirty="0">
                <a:solidFill>
                  <a:srgbClr val="777777"/>
                </a:solidFill>
                <a:effectLst/>
                <a:latin typeface="+mj-lt"/>
              </a:rPr>
              <a:t>(</a:t>
            </a:r>
            <a:r>
              <a:rPr lang="en-US" altLang="zh-CN" b="1" dirty="0">
                <a:solidFill>
                  <a:srgbClr val="7A3E9D"/>
                </a:solidFill>
                <a:effectLst/>
                <a:latin typeface="+mj-lt"/>
              </a:rPr>
              <a:t>int</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AAAAAA"/>
                </a:solidFill>
                <a:effectLst/>
                <a:latin typeface="+mj-lt"/>
              </a:rPr>
              <a:t># </a:t>
            </a:r>
            <a:r>
              <a:rPr lang="zh-CN" altLang="en-US" b="0" dirty="0">
                <a:solidFill>
                  <a:srgbClr val="AAAAAA"/>
                </a:solidFill>
                <a:effectLst/>
                <a:latin typeface="+mj-lt"/>
              </a:rPr>
              <a:t>将数组 </a:t>
            </a:r>
            <a:r>
              <a:rPr lang="en-US" altLang="zh-CN" b="0" dirty="0">
                <a:solidFill>
                  <a:srgbClr val="AAAAAA"/>
                </a:solidFill>
                <a:effectLst/>
                <a:latin typeface="+mj-lt"/>
              </a:rPr>
              <a:t>data </a:t>
            </a:r>
            <a:r>
              <a:rPr lang="zh-CN" altLang="en-US" b="0" dirty="0">
                <a:solidFill>
                  <a:srgbClr val="AAAAAA"/>
                </a:solidFill>
                <a:effectLst/>
                <a:latin typeface="+mj-lt"/>
              </a:rPr>
              <a:t>中非数字字符串部分去掉生成新数组</a:t>
            </a:r>
            <a:endParaRPr lang="zh-CN" altLang="en-US" b="0" dirty="0">
              <a:solidFill>
                <a:srgbClr val="333333"/>
              </a:solidFill>
              <a:effectLst/>
              <a:latin typeface="+mj-lt"/>
            </a:endParaRPr>
          </a:p>
        </p:txBody>
      </p:sp>
      <p:sp>
        <p:nvSpPr>
          <p:cNvPr id="2" name="内容占位符 1"/>
          <p:cNvSpPr txBox="1"/>
          <p:nvPr/>
        </p:nvSpPr>
        <p:spPr>
          <a:xfrm>
            <a:off x="746637" y="1111239"/>
            <a:ext cx="10698726" cy="1672601"/>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50000"/>
              </a:lnSpc>
              <a:defRPr/>
            </a:pP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在进行统计分析时，数组必须是</a:t>
            </a:r>
            <a:r>
              <a:rPr kumimoji="0" lang="zh-CN" altLang="en-US" sz="24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数值</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类型，而从文件中读取的都是字符型数据，其中非数字型的数字无法转为数字型，可以用数组</a:t>
            </a:r>
            <a:r>
              <a:rPr kumimoji="0" lang="zh-CN" altLang="en-US" sz="24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切片</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方法将原数组中可转为数字型的数据提取出来，重新创建一个数组，以方便后续的统计分析。</a:t>
            </a:r>
            <a:endPar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p:txBody>
      </p:sp>
      <p:sp>
        <p:nvSpPr>
          <p:cNvPr id="3" name="内容占位符 1"/>
          <p:cNvSpPr txBox="1"/>
          <p:nvPr/>
        </p:nvSpPr>
        <p:spPr>
          <a:xfrm>
            <a:off x="746637" y="3901009"/>
            <a:ext cx="10757318" cy="2727942"/>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38100" indent="0" algn="l">
              <a:lnSpc>
                <a:spcPct val="150000"/>
              </a:lnSpc>
              <a:spcBef>
                <a:spcPts val="1200"/>
              </a:spcBef>
              <a:spcAft>
                <a:spcPts val="250"/>
              </a:spcAft>
              <a:buNone/>
            </a:pP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95</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85</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96</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88</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78</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90</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kern="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t> </a:t>
            </a:r>
            <a:br>
              <a:rPr lang="en-US" altLang="zh-CN" sz="1800" kern="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b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85</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86</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90</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70</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88</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85</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br>
              <a:rPr lang="en-US" altLang="zh-CN" sz="1800" kern="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b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80</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90</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75</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85</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98</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95</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br>
              <a:rPr lang="en-US" altLang="zh-CN" sz="1800" kern="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b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78</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92</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85</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72</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95</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75</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br>
              <a:rPr lang="en-US" altLang="zh-CN" sz="1800" kern="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b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99</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88</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65</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80</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85</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75</a:t>
            </a:r>
            <a:r>
              <a:rPr lang="en-US" altLang="zh-CN" sz="24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7.7 </a:t>
            </a:r>
            <a:r>
              <a:rPr lang="zh-CN" altLang="en-US" dirty="0"/>
              <a:t>学生成绩统计分析</a:t>
            </a:r>
            <a:endParaRPr lang="zh-CN" altLang="en-US" dirty="0"/>
          </a:p>
        </p:txBody>
      </p:sp>
      <p:sp>
        <p:nvSpPr>
          <p:cNvPr id="7" name="内容占位符 6"/>
          <p:cNvSpPr>
            <a:spLocks noGrp="1"/>
          </p:cNvSpPr>
          <p:nvPr>
            <p:ph sz="quarter" idx="14"/>
          </p:nvPr>
        </p:nvSpPr>
        <p:spPr/>
        <p:txBody>
          <a:bodyPr/>
          <a:lstStyle/>
          <a:p>
            <a:r>
              <a:rPr lang="zh-CN" altLang="en-US" dirty="0"/>
              <a:t>实例 </a:t>
            </a:r>
            <a:endParaRPr lang="zh-CN" altLang="en-US" dirty="0"/>
          </a:p>
        </p:txBody>
      </p:sp>
      <p:sp>
        <p:nvSpPr>
          <p:cNvPr id="4" name="内容占位符 3"/>
          <p:cNvSpPr>
            <a:spLocks noGrp="1"/>
          </p:cNvSpPr>
          <p:nvPr>
            <p:ph sz="quarter" idx="13"/>
          </p:nvPr>
        </p:nvSpPr>
        <p:spPr>
          <a:xfrm>
            <a:off x="688043" y="1607349"/>
            <a:ext cx="10815913" cy="5021602"/>
          </a:xfrm>
          <a:prstGeom prst="roundRect">
            <a:avLst>
              <a:gd name="adj" fmla="val 10899"/>
            </a:avLst>
          </a:prstGeom>
        </p:spPr>
        <p:txBody>
          <a:bodyPr>
            <a:normAutofit lnSpcReduction="10000"/>
          </a:bodyPr>
          <a:lstStyle/>
          <a:p>
            <a:r>
              <a:rPr lang="en-US" altLang="zh-CN" b="0" dirty="0">
                <a:solidFill>
                  <a:srgbClr val="4B69C6"/>
                </a:solidFill>
                <a:effectLst/>
                <a:latin typeface="+mj-lt"/>
              </a:rPr>
              <a:t>import</a:t>
            </a:r>
            <a:r>
              <a:rPr lang="en-US" altLang="zh-CN" b="0" dirty="0">
                <a:solidFill>
                  <a:srgbClr val="333333"/>
                </a:solidFill>
                <a:effectLst/>
                <a:latin typeface="+mj-lt"/>
              </a:rPr>
              <a:t> </a:t>
            </a:r>
            <a:r>
              <a:rPr lang="en-US" altLang="zh-CN" b="1" dirty="0" err="1">
                <a:solidFill>
                  <a:srgbClr val="7A3E9D"/>
                </a:solidFill>
                <a:effectLst/>
                <a:latin typeface="+mj-lt"/>
              </a:rPr>
              <a:t>numpy</a:t>
            </a:r>
            <a:r>
              <a:rPr lang="en-US" altLang="zh-CN" b="0" dirty="0">
                <a:solidFill>
                  <a:srgbClr val="333333"/>
                </a:solidFill>
                <a:effectLst/>
                <a:latin typeface="+mj-lt"/>
              </a:rPr>
              <a:t> </a:t>
            </a:r>
            <a:r>
              <a:rPr lang="en-US" altLang="zh-CN" b="0" dirty="0">
                <a:solidFill>
                  <a:srgbClr val="4B69C6"/>
                </a:solidFill>
                <a:effectLst/>
                <a:latin typeface="+mj-lt"/>
              </a:rPr>
              <a:t>as</a:t>
            </a:r>
            <a:r>
              <a:rPr lang="en-US" altLang="zh-CN" b="0" dirty="0">
                <a:solidFill>
                  <a:srgbClr val="333333"/>
                </a:solidFill>
                <a:effectLst/>
                <a:latin typeface="+mj-lt"/>
              </a:rPr>
              <a:t> </a:t>
            </a:r>
            <a:r>
              <a:rPr lang="en-US" altLang="zh-CN" b="1" dirty="0">
                <a:solidFill>
                  <a:srgbClr val="7A3E9D"/>
                </a:solidFill>
                <a:effectLst/>
                <a:latin typeface="+mj-lt"/>
              </a:rPr>
              <a:t>np</a:t>
            </a:r>
            <a:endParaRPr lang="en-US" altLang="zh-CN" b="0" dirty="0">
              <a:solidFill>
                <a:srgbClr val="333333"/>
              </a:solidFill>
              <a:effectLst/>
              <a:latin typeface="+mj-lt"/>
            </a:endParaRPr>
          </a:p>
          <a:p>
            <a:r>
              <a:rPr lang="en-US" altLang="zh-CN" b="0" dirty="0">
                <a:solidFill>
                  <a:srgbClr val="333333"/>
                </a:solidFill>
                <a:effectLst/>
                <a:latin typeface="+mj-lt"/>
              </a:rPr>
              <a:t>  </a:t>
            </a:r>
            <a:endParaRPr lang="en-US" altLang="zh-CN" b="0" dirty="0">
              <a:solidFill>
                <a:srgbClr val="333333"/>
              </a:solidFill>
              <a:effectLst/>
              <a:latin typeface="+mj-lt"/>
            </a:endParaRPr>
          </a:p>
          <a:p>
            <a:r>
              <a:rPr lang="en-US" altLang="zh-CN" b="0" dirty="0">
                <a:solidFill>
                  <a:srgbClr val="7A3E9D"/>
                </a:solidFill>
                <a:effectLst/>
                <a:latin typeface="+mj-lt"/>
              </a:rPr>
              <a:t>def</a:t>
            </a:r>
            <a:r>
              <a:rPr lang="en-US" altLang="zh-CN" b="0" dirty="0">
                <a:solidFill>
                  <a:srgbClr val="333333"/>
                </a:solidFill>
                <a:effectLst/>
                <a:latin typeface="+mj-lt"/>
              </a:rPr>
              <a:t> </a:t>
            </a:r>
            <a:r>
              <a:rPr lang="en-US" altLang="zh-CN" b="1" dirty="0" err="1">
                <a:solidFill>
                  <a:srgbClr val="AA3731"/>
                </a:solidFill>
                <a:effectLst/>
                <a:latin typeface="+mj-lt"/>
              </a:rPr>
              <a:t>read_csv</a:t>
            </a:r>
            <a:r>
              <a:rPr lang="en-US" altLang="zh-CN" b="0" dirty="0">
                <a:solidFill>
                  <a:srgbClr val="777777"/>
                </a:solidFill>
                <a:effectLst/>
                <a:latin typeface="+mj-lt"/>
              </a:rPr>
              <a:t>(</a:t>
            </a:r>
            <a:r>
              <a:rPr lang="en-US" altLang="zh-CN" b="0" dirty="0">
                <a:solidFill>
                  <a:srgbClr val="7A3E9D"/>
                </a:solidFill>
                <a:effectLst/>
                <a:latin typeface="+mj-lt"/>
              </a:rPr>
              <a:t>file</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AAAAAA"/>
                </a:solidFill>
                <a:effectLst/>
                <a:latin typeface="+mj-lt"/>
              </a:rPr>
              <a:t># </a:t>
            </a:r>
            <a:r>
              <a:rPr lang="zh-CN" altLang="en-US" b="0" dirty="0">
                <a:solidFill>
                  <a:srgbClr val="AAAAAA"/>
                </a:solidFill>
                <a:effectLst/>
                <a:latin typeface="+mj-lt"/>
              </a:rPr>
              <a:t>读文件到数组 </a:t>
            </a:r>
            <a:r>
              <a:rPr lang="en-US" altLang="zh-CN" b="0" dirty="0" err="1">
                <a:solidFill>
                  <a:srgbClr val="AAAAAA"/>
                </a:solidFill>
                <a:effectLst/>
                <a:latin typeface="+mj-lt"/>
              </a:rPr>
              <a:t>data_arr</a:t>
            </a:r>
            <a:endParaRPr lang="en-US" altLang="zh-CN" b="0" dirty="0">
              <a:solidFill>
                <a:srgbClr val="333333"/>
              </a:solidFill>
              <a:effectLst/>
              <a:latin typeface="+mj-lt"/>
            </a:endParaRPr>
          </a:p>
          <a:p>
            <a:r>
              <a:rPr lang="en-US" altLang="zh-CN" b="0" dirty="0">
                <a:solidFill>
                  <a:srgbClr val="333333"/>
                </a:solidFill>
                <a:effectLst/>
                <a:latin typeface="+mj-lt"/>
              </a:rPr>
              <a:t>    </a:t>
            </a:r>
            <a:r>
              <a:rPr lang="en-US" altLang="zh-CN" b="0" dirty="0" err="1">
                <a:solidFill>
                  <a:srgbClr val="7A3E9D"/>
                </a:solidFill>
                <a:effectLst/>
                <a:latin typeface="+mj-lt"/>
              </a:rPr>
              <a:t>data_arr</a:t>
            </a:r>
            <a:r>
              <a:rPr lang="en-US" altLang="zh-CN" b="0" dirty="0">
                <a:solidFill>
                  <a:srgbClr val="333333"/>
                </a:solidFill>
                <a:effectLst/>
                <a:latin typeface="+mj-lt"/>
              </a:rPr>
              <a:t> </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1" dirty="0">
                <a:solidFill>
                  <a:srgbClr val="7A3E9D"/>
                </a:solidFill>
                <a:effectLst/>
                <a:latin typeface="+mj-lt"/>
              </a:rPr>
              <a:t>np</a:t>
            </a:r>
            <a:r>
              <a:rPr lang="en-US" altLang="zh-CN" b="0" dirty="0">
                <a:solidFill>
                  <a:srgbClr val="777777"/>
                </a:solidFill>
                <a:effectLst/>
                <a:latin typeface="+mj-lt"/>
              </a:rPr>
              <a:t>.</a:t>
            </a:r>
            <a:r>
              <a:rPr lang="en-US" altLang="zh-CN" b="1" dirty="0">
                <a:solidFill>
                  <a:srgbClr val="AA3731"/>
                </a:solidFill>
                <a:effectLst/>
                <a:latin typeface="+mj-lt"/>
              </a:rPr>
              <a:t>loadtxt</a:t>
            </a:r>
            <a:r>
              <a:rPr lang="en-US" altLang="zh-CN" b="0" dirty="0">
                <a:solidFill>
                  <a:srgbClr val="777777"/>
                </a:solidFill>
                <a:effectLst/>
                <a:latin typeface="+mj-lt"/>
              </a:rPr>
              <a:t>(</a:t>
            </a:r>
            <a:r>
              <a:rPr lang="en-US" altLang="zh-CN" b="0" dirty="0">
                <a:solidFill>
                  <a:srgbClr val="7A3E9D"/>
                </a:solidFill>
                <a:effectLst/>
                <a:latin typeface="+mj-lt"/>
              </a:rPr>
              <a:t>file</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1" dirty="0">
                <a:solidFill>
                  <a:srgbClr val="7A3E9D"/>
                </a:solidFill>
                <a:effectLst/>
                <a:latin typeface="+mj-lt"/>
              </a:rPr>
              <a:t>str</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7A3E9D"/>
                </a:solidFill>
                <a:effectLst/>
                <a:latin typeface="+mj-lt"/>
              </a:rPr>
              <a:t>delimiter</a:t>
            </a:r>
            <a:r>
              <a:rPr lang="en-US" altLang="zh-CN" b="0" dirty="0">
                <a:solidFill>
                  <a:srgbClr val="777777"/>
                </a:solidFill>
                <a:effectLst/>
                <a:latin typeface="+mj-lt"/>
              </a:rPr>
              <a:t>='</a:t>
            </a:r>
            <a:r>
              <a:rPr lang="en-US" altLang="zh-CN" b="0" dirty="0">
                <a:solidFill>
                  <a:srgbClr val="448C27"/>
                </a:solidFill>
                <a:effectLst/>
                <a:latin typeface="+mj-lt"/>
              </a:rPr>
              <a:t>,</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7A3E9D"/>
                </a:solidFill>
                <a:effectLst/>
                <a:latin typeface="+mj-lt"/>
              </a:rPr>
              <a:t>encoding</a:t>
            </a:r>
            <a:r>
              <a:rPr lang="en-US" altLang="zh-CN" b="0" dirty="0">
                <a:solidFill>
                  <a:srgbClr val="777777"/>
                </a:solidFill>
                <a:effectLst/>
                <a:latin typeface="+mj-lt"/>
              </a:rPr>
              <a:t>='</a:t>
            </a:r>
            <a:r>
              <a:rPr lang="en-US" altLang="zh-CN" b="0" dirty="0">
                <a:solidFill>
                  <a:srgbClr val="448C27"/>
                </a:solidFill>
                <a:effectLst/>
                <a:latin typeface="+mj-lt"/>
              </a:rPr>
              <a:t>utf-8</a:t>
            </a:r>
            <a:r>
              <a:rPr lang="en-US" altLang="zh-CN" b="0" dirty="0">
                <a:solidFill>
                  <a:srgbClr val="777777"/>
                </a:solidFill>
                <a:effectLst/>
                <a:latin typeface="+mj-lt"/>
              </a:rPr>
              <a:t>')</a:t>
            </a:r>
            <a:endParaRPr lang="en-US" altLang="zh-CN" b="0" dirty="0">
              <a:solidFill>
                <a:srgbClr val="333333"/>
              </a:solidFill>
              <a:effectLst/>
              <a:latin typeface="+mj-lt"/>
            </a:endParaRPr>
          </a:p>
          <a:p>
            <a:r>
              <a:rPr lang="en-US" altLang="zh-CN" b="0" dirty="0">
                <a:solidFill>
                  <a:srgbClr val="333333"/>
                </a:solidFill>
                <a:effectLst/>
                <a:latin typeface="+mj-lt"/>
              </a:rPr>
              <a:t>    </a:t>
            </a:r>
            <a:r>
              <a:rPr lang="en-US" altLang="zh-CN" b="0" dirty="0">
                <a:solidFill>
                  <a:srgbClr val="4B69C6"/>
                </a:solidFill>
                <a:effectLst/>
                <a:latin typeface="+mj-lt"/>
              </a:rPr>
              <a:t>return</a:t>
            </a:r>
            <a:r>
              <a:rPr lang="en-US" altLang="zh-CN" b="0" dirty="0">
                <a:solidFill>
                  <a:srgbClr val="333333"/>
                </a:solidFill>
                <a:effectLst/>
                <a:latin typeface="+mj-lt"/>
              </a:rPr>
              <a:t> </a:t>
            </a:r>
            <a:r>
              <a:rPr lang="en-US" altLang="zh-CN" b="0" dirty="0" err="1">
                <a:solidFill>
                  <a:srgbClr val="7A3E9D"/>
                </a:solidFill>
                <a:effectLst/>
                <a:latin typeface="+mj-lt"/>
              </a:rPr>
              <a:t>data_arr</a:t>
            </a:r>
            <a:endParaRPr lang="en-US" altLang="zh-CN" b="0" dirty="0">
              <a:solidFill>
                <a:srgbClr val="333333"/>
              </a:solidFill>
              <a:effectLst/>
              <a:latin typeface="+mj-lt"/>
            </a:endParaRPr>
          </a:p>
          <a:p>
            <a:r>
              <a:rPr lang="en-US" altLang="zh-CN" b="0" dirty="0">
                <a:solidFill>
                  <a:srgbClr val="333333"/>
                </a:solidFill>
                <a:effectLst/>
                <a:latin typeface="+mj-lt"/>
              </a:rPr>
              <a:t> </a:t>
            </a:r>
            <a:endParaRPr lang="en-US" altLang="zh-CN" b="0" dirty="0">
              <a:solidFill>
                <a:srgbClr val="333333"/>
              </a:solidFill>
              <a:effectLst/>
              <a:latin typeface="+mj-lt"/>
            </a:endParaRPr>
          </a:p>
          <a:p>
            <a:r>
              <a:rPr lang="en-US" altLang="zh-CN" b="0" dirty="0">
                <a:solidFill>
                  <a:srgbClr val="7A3E9D"/>
                </a:solidFill>
                <a:effectLst/>
                <a:latin typeface="+mj-lt"/>
              </a:rPr>
              <a:t>def</a:t>
            </a:r>
            <a:r>
              <a:rPr lang="en-US" altLang="zh-CN" b="0" dirty="0">
                <a:solidFill>
                  <a:srgbClr val="333333"/>
                </a:solidFill>
                <a:effectLst/>
                <a:latin typeface="+mj-lt"/>
              </a:rPr>
              <a:t> </a:t>
            </a:r>
            <a:r>
              <a:rPr lang="en-US" altLang="zh-CN" b="1" dirty="0">
                <a:solidFill>
                  <a:srgbClr val="AA3731"/>
                </a:solidFill>
                <a:effectLst/>
                <a:latin typeface="+mj-lt"/>
              </a:rPr>
              <a:t>statistics</a:t>
            </a:r>
            <a:r>
              <a:rPr lang="en-US" altLang="zh-CN" b="0" dirty="0">
                <a:solidFill>
                  <a:srgbClr val="777777"/>
                </a:solidFill>
                <a:effectLst/>
                <a:latin typeface="+mj-lt"/>
              </a:rPr>
              <a:t>(</a:t>
            </a:r>
            <a:r>
              <a:rPr lang="en-US" altLang="zh-CN" b="0" dirty="0" err="1">
                <a:solidFill>
                  <a:srgbClr val="7A3E9D"/>
                </a:solidFill>
                <a:effectLst/>
                <a:latin typeface="+mj-lt"/>
              </a:rPr>
              <a:t>data_arr</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AAAAAA"/>
                </a:solidFill>
                <a:effectLst/>
                <a:latin typeface="+mj-lt"/>
              </a:rPr>
              <a:t># </a:t>
            </a:r>
            <a:r>
              <a:rPr lang="zh-CN" altLang="en-US" b="0" dirty="0">
                <a:solidFill>
                  <a:srgbClr val="AAAAAA"/>
                </a:solidFill>
                <a:effectLst/>
                <a:latin typeface="+mj-lt"/>
              </a:rPr>
              <a:t>对数组中数据进行统计分析</a:t>
            </a:r>
            <a:endParaRPr lang="zh-CN" altLang="en-US" b="0" dirty="0">
              <a:solidFill>
                <a:srgbClr val="333333"/>
              </a:solidFill>
              <a:effectLst/>
              <a:latin typeface="+mj-lt"/>
            </a:endParaRPr>
          </a:p>
          <a:p>
            <a:r>
              <a:rPr lang="zh-CN" altLang="en-US" b="0" dirty="0">
                <a:solidFill>
                  <a:srgbClr val="333333"/>
                </a:solidFill>
                <a:effectLst/>
                <a:latin typeface="+mj-lt"/>
              </a:rPr>
              <a:t>    </a:t>
            </a:r>
            <a:r>
              <a:rPr lang="en-US" altLang="zh-CN" b="0" dirty="0" err="1">
                <a:solidFill>
                  <a:srgbClr val="7A3E9D"/>
                </a:solidFill>
                <a:effectLst/>
                <a:latin typeface="+mj-lt"/>
              </a:rPr>
              <a:t>score_num</a:t>
            </a:r>
            <a:r>
              <a:rPr lang="en-US" altLang="zh-CN" b="0" dirty="0">
                <a:solidFill>
                  <a:srgbClr val="333333"/>
                </a:solidFill>
                <a:effectLst/>
                <a:latin typeface="+mj-lt"/>
              </a:rPr>
              <a:t> </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err="1">
                <a:solidFill>
                  <a:srgbClr val="7A3E9D"/>
                </a:solidFill>
                <a:effectLst/>
                <a:latin typeface="+mj-lt"/>
              </a:rPr>
              <a:t>data_arr</a:t>
            </a:r>
            <a:r>
              <a:rPr lang="en-US" altLang="zh-CN" b="0" dirty="0">
                <a:solidFill>
                  <a:srgbClr val="777777"/>
                </a:solidFill>
                <a:effectLst/>
                <a:latin typeface="+mj-lt"/>
              </a:rPr>
              <a:t>[</a:t>
            </a:r>
            <a:r>
              <a:rPr lang="en-US" altLang="zh-CN" b="0" dirty="0">
                <a:solidFill>
                  <a:srgbClr val="9C5D27"/>
                </a:solidFill>
                <a:effectLst/>
                <a:latin typeface="+mj-lt"/>
              </a:rPr>
              <a:t>1</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9C5D27"/>
                </a:solidFill>
                <a:effectLst/>
                <a:latin typeface="+mj-lt"/>
              </a:rPr>
              <a:t>2</a:t>
            </a:r>
            <a:r>
              <a:rPr lang="en-US" altLang="zh-CN" b="0" dirty="0">
                <a:solidFill>
                  <a:srgbClr val="777777"/>
                </a:solidFill>
                <a:effectLst/>
                <a:latin typeface="+mj-lt"/>
              </a:rPr>
              <a:t>:].</a:t>
            </a:r>
            <a:r>
              <a:rPr lang="en-US" altLang="zh-CN" b="1" dirty="0" err="1">
                <a:solidFill>
                  <a:srgbClr val="AA3731"/>
                </a:solidFill>
                <a:latin typeface="+mj-lt"/>
              </a:rPr>
              <a:t>astype</a:t>
            </a:r>
            <a:r>
              <a:rPr lang="en-US" altLang="zh-CN" b="0" dirty="0">
                <a:solidFill>
                  <a:srgbClr val="777777"/>
                </a:solidFill>
                <a:effectLst/>
                <a:latin typeface="+mj-lt"/>
              </a:rPr>
              <a:t>(</a:t>
            </a:r>
            <a:r>
              <a:rPr lang="en-US" altLang="zh-CN" b="1" dirty="0">
                <a:solidFill>
                  <a:srgbClr val="7A3E9D"/>
                </a:solidFill>
                <a:effectLst/>
                <a:latin typeface="+mj-lt"/>
              </a:rPr>
              <a:t>int</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AAAAAA"/>
                </a:solidFill>
                <a:effectLst/>
                <a:latin typeface="+mj-lt"/>
              </a:rPr>
              <a:t># </a:t>
            </a:r>
            <a:r>
              <a:rPr lang="zh-CN" altLang="en-US" b="0" dirty="0">
                <a:solidFill>
                  <a:srgbClr val="AAAAAA"/>
                </a:solidFill>
                <a:effectLst/>
                <a:latin typeface="+mj-lt"/>
              </a:rPr>
              <a:t>成绩数据转整型数组</a:t>
            </a:r>
            <a:endParaRPr lang="zh-CN" altLang="en-US" b="0" dirty="0">
              <a:solidFill>
                <a:srgbClr val="333333"/>
              </a:solidFill>
              <a:effectLst/>
              <a:latin typeface="+mj-lt"/>
            </a:endParaRPr>
          </a:p>
          <a:p>
            <a:r>
              <a:rPr lang="zh-CN" altLang="en-US" b="0" dirty="0">
                <a:solidFill>
                  <a:srgbClr val="333333"/>
                </a:solidFill>
                <a:effectLst/>
                <a:latin typeface="+mj-lt"/>
              </a:rPr>
              <a:t>    </a:t>
            </a:r>
            <a:r>
              <a:rPr lang="en-US" altLang="zh-CN" b="1" dirty="0">
                <a:solidFill>
                  <a:srgbClr val="AA3731"/>
                </a:solidFill>
                <a:effectLst/>
                <a:latin typeface="+mj-lt"/>
              </a:rPr>
              <a:t>print</a:t>
            </a:r>
            <a:r>
              <a:rPr lang="en-US" altLang="zh-CN" b="0" dirty="0">
                <a:solidFill>
                  <a:srgbClr val="777777"/>
                </a:solidFill>
                <a:effectLst/>
                <a:latin typeface="+mj-lt"/>
              </a:rPr>
              <a:t>(</a:t>
            </a:r>
            <a:r>
              <a:rPr lang="en-US" altLang="zh-CN" b="0" dirty="0">
                <a:solidFill>
                  <a:srgbClr val="7A3E9D"/>
                </a:solidFill>
                <a:effectLst/>
                <a:latin typeface="+mj-lt"/>
              </a:rPr>
              <a:t>f</a:t>
            </a:r>
            <a:r>
              <a:rPr lang="en-US" altLang="zh-CN" b="0" dirty="0">
                <a:solidFill>
                  <a:srgbClr val="448C27"/>
                </a:solidFill>
                <a:effectLst/>
                <a:latin typeface="+mj-lt"/>
              </a:rPr>
              <a:t>'</a:t>
            </a:r>
            <a:r>
              <a:rPr lang="en-US" altLang="zh-CN" b="0" dirty="0">
                <a:solidFill>
                  <a:srgbClr val="9C5D27"/>
                </a:solidFill>
                <a:effectLst/>
                <a:latin typeface="+mj-lt"/>
              </a:rPr>
              <a:t>{</a:t>
            </a:r>
            <a:r>
              <a:rPr lang="en-US" altLang="zh-CN" b="1" dirty="0" err="1">
                <a:solidFill>
                  <a:srgbClr val="7A3E9D"/>
                </a:solidFill>
                <a:effectLst/>
                <a:latin typeface="+mj-lt"/>
              </a:rPr>
              <a:t>np</a:t>
            </a:r>
            <a:r>
              <a:rPr lang="en-US" altLang="zh-CN" b="0" dirty="0" err="1">
                <a:solidFill>
                  <a:srgbClr val="777777"/>
                </a:solidFill>
                <a:effectLst/>
                <a:latin typeface="+mj-lt"/>
              </a:rPr>
              <a:t>.</a:t>
            </a:r>
            <a:r>
              <a:rPr lang="en-US" altLang="zh-CN" b="1" dirty="0" err="1">
                <a:solidFill>
                  <a:srgbClr val="AA3731"/>
                </a:solidFill>
                <a:effectLst/>
                <a:latin typeface="+mj-lt"/>
              </a:rPr>
              <a:t>mean</a:t>
            </a:r>
            <a:r>
              <a:rPr lang="en-US" altLang="zh-CN" b="0" dirty="0">
                <a:solidFill>
                  <a:srgbClr val="777777"/>
                </a:solidFill>
                <a:effectLst/>
                <a:latin typeface="+mj-lt"/>
              </a:rPr>
              <a:t>(</a:t>
            </a:r>
            <a:r>
              <a:rPr lang="en-US" altLang="zh-CN" b="0" dirty="0" err="1">
                <a:solidFill>
                  <a:srgbClr val="7A3E9D"/>
                </a:solidFill>
                <a:effectLst/>
                <a:latin typeface="+mj-lt"/>
              </a:rPr>
              <a:t>score_num</a:t>
            </a:r>
            <a:r>
              <a:rPr lang="en-US" altLang="zh-CN" b="0" dirty="0">
                <a:solidFill>
                  <a:srgbClr val="333333"/>
                </a:solidFill>
                <a:effectLst/>
                <a:latin typeface="+mj-lt"/>
              </a:rPr>
              <a:t> </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9C5D27"/>
                </a:solidFill>
                <a:effectLst/>
                <a:latin typeface="+mj-lt"/>
              </a:rPr>
              <a:t>2</a:t>
            </a:r>
            <a:r>
              <a:rPr lang="en-US" altLang="zh-CN" b="0" dirty="0">
                <a:solidFill>
                  <a:srgbClr val="777777"/>
                </a:solidFill>
                <a:effectLst/>
                <a:latin typeface="+mj-lt"/>
              </a:rPr>
              <a:t>])</a:t>
            </a:r>
            <a:r>
              <a:rPr lang="en-US" altLang="zh-CN" b="0" dirty="0">
                <a:solidFill>
                  <a:srgbClr val="9C5D27"/>
                </a:solidFill>
                <a:effectLst/>
                <a:latin typeface="+mj-lt"/>
              </a:rPr>
              <a:t>}</a:t>
            </a:r>
            <a:r>
              <a:rPr lang="en-US" altLang="zh-CN" b="0" dirty="0">
                <a:solidFill>
                  <a:srgbClr val="448C27"/>
                </a:solidFill>
                <a:effectLst/>
                <a:latin typeface="+mj-lt"/>
              </a:rPr>
              <a:t>'</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AAAAAA"/>
                </a:solidFill>
                <a:effectLst/>
                <a:latin typeface="+mj-lt"/>
              </a:rPr>
              <a:t># python</a:t>
            </a:r>
            <a:r>
              <a:rPr lang="zh-CN" altLang="en-US" b="0" dirty="0">
                <a:solidFill>
                  <a:srgbClr val="AAAAAA"/>
                </a:solidFill>
                <a:effectLst/>
                <a:latin typeface="+mj-lt"/>
              </a:rPr>
              <a:t>平均成绩</a:t>
            </a:r>
            <a:r>
              <a:rPr lang="en-US" altLang="zh-CN" b="0" dirty="0">
                <a:solidFill>
                  <a:srgbClr val="AAAAAA"/>
                </a:solidFill>
                <a:effectLst/>
                <a:latin typeface="+mj-lt"/>
              </a:rPr>
              <a:t>:82.2</a:t>
            </a:r>
            <a:endParaRPr lang="zh-CN" altLang="en-US" b="0" dirty="0">
              <a:solidFill>
                <a:srgbClr val="333333"/>
              </a:solidFill>
              <a:effectLst/>
              <a:latin typeface="+mj-lt"/>
            </a:endParaRPr>
          </a:p>
          <a:p>
            <a:r>
              <a:rPr lang="zh-CN" altLang="en-US" b="0" dirty="0">
                <a:solidFill>
                  <a:srgbClr val="333333"/>
                </a:solidFill>
                <a:effectLst/>
                <a:latin typeface="+mj-lt"/>
              </a:rPr>
              <a:t>    </a:t>
            </a:r>
            <a:r>
              <a:rPr lang="en-US" altLang="zh-CN" b="1" dirty="0">
                <a:solidFill>
                  <a:srgbClr val="AA3731"/>
                </a:solidFill>
                <a:effectLst/>
                <a:latin typeface="+mj-lt"/>
              </a:rPr>
              <a:t>print</a:t>
            </a:r>
            <a:r>
              <a:rPr lang="en-US" altLang="zh-CN" b="0" dirty="0">
                <a:solidFill>
                  <a:srgbClr val="777777"/>
                </a:solidFill>
                <a:effectLst/>
                <a:latin typeface="+mj-lt"/>
              </a:rPr>
              <a:t>(</a:t>
            </a:r>
            <a:r>
              <a:rPr lang="en-US" altLang="zh-CN" b="0" dirty="0">
                <a:solidFill>
                  <a:srgbClr val="7A3E9D"/>
                </a:solidFill>
                <a:effectLst/>
                <a:latin typeface="+mj-lt"/>
              </a:rPr>
              <a:t>f</a:t>
            </a:r>
            <a:r>
              <a:rPr lang="en-US" altLang="zh-CN" b="0" dirty="0">
                <a:solidFill>
                  <a:srgbClr val="448C27"/>
                </a:solidFill>
                <a:effectLst/>
                <a:latin typeface="+mj-lt"/>
              </a:rPr>
              <a:t>'</a:t>
            </a:r>
            <a:r>
              <a:rPr lang="en-US" altLang="zh-CN" b="0" dirty="0">
                <a:solidFill>
                  <a:srgbClr val="9C5D27"/>
                </a:solidFill>
                <a:effectLst/>
                <a:latin typeface="+mj-lt"/>
              </a:rPr>
              <a:t>{</a:t>
            </a:r>
            <a:r>
              <a:rPr lang="en-US" altLang="zh-CN" b="1" dirty="0" err="1">
                <a:solidFill>
                  <a:srgbClr val="7A3E9D"/>
                </a:solidFill>
                <a:effectLst/>
                <a:latin typeface="+mj-lt"/>
              </a:rPr>
              <a:t>np</a:t>
            </a:r>
            <a:r>
              <a:rPr lang="en-US" altLang="zh-CN" b="0" dirty="0" err="1">
                <a:solidFill>
                  <a:srgbClr val="777777"/>
                </a:solidFill>
                <a:effectLst/>
                <a:latin typeface="+mj-lt"/>
              </a:rPr>
              <a:t>.</a:t>
            </a:r>
            <a:r>
              <a:rPr lang="en-US" altLang="zh-CN" b="1" dirty="0" err="1">
                <a:solidFill>
                  <a:srgbClr val="AA3731"/>
                </a:solidFill>
                <a:effectLst/>
                <a:latin typeface="+mj-lt"/>
              </a:rPr>
              <a:t>median</a:t>
            </a:r>
            <a:r>
              <a:rPr lang="en-US" altLang="zh-CN" b="0" dirty="0">
                <a:solidFill>
                  <a:srgbClr val="777777"/>
                </a:solidFill>
                <a:effectLst/>
                <a:latin typeface="+mj-lt"/>
              </a:rPr>
              <a:t>(</a:t>
            </a:r>
            <a:r>
              <a:rPr lang="en-US" altLang="zh-CN" b="0" dirty="0" err="1">
                <a:solidFill>
                  <a:srgbClr val="7A3E9D"/>
                </a:solidFill>
                <a:effectLst/>
                <a:latin typeface="+mj-lt"/>
              </a:rPr>
              <a:t>score_num</a:t>
            </a:r>
            <a:r>
              <a:rPr lang="en-US" altLang="zh-CN" b="0" dirty="0">
                <a:solidFill>
                  <a:srgbClr val="333333"/>
                </a:solidFill>
                <a:effectLst/>
                <a:latin typeface="+mj-lt"/>
              </a:rPr>
              <a:t> </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9C5D27"/>
                </a:solidFill>
                <a:effectLst/>
                <a:latin typeface="+mj-lt"/>
              </a:rPr>
              <a:t>2</a:t>
            </a:r>
            <a:r>
              <a:rPr lang="en-US" altLang="zh-CN" b="0" dirty="0">
                <a:solidFill>
                  <a:srgbClr val="777777"/>
                </a:solidFill>
                <a:effectLst/>
                <a:latin typeface="+mj-lt"/>
              </a:rPr>
              <a:t>])</a:t>
            </a:r>
            <a:r>
              <a:rPr lang="en-US" altLang="zh-CN" b="0" dirty="0">
                <a:solidFill>
                  <a:srgbClr val="9C5D27"/>
                </a:solidFill>
                <a:effectLst/>
                <a:latin typeface="+mj-lt"/>
              </a:rPr>
              <a:t>}</a:t>
            </a:r>
            <a:r>
              <a:rPr lang="en-US" altLang="zh-CN" b="0" dirty="0">
                <a:solidFill>
                  <a:srgbClr val="448C27"/>
                </a:solidFill>
                <a:effectLst/>
                <a:latin typeface="+mj-lt"/>
              </a:rPr>
              <a:t>'</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AAAAAA"/>
                </a:solidFill>
                <a:effectLst/>
                <a:latin typeface="+mj-lt"/>
              </a:rPr>
              <a:t># python</a:t>
            </a:r>
            <a:r>
              <a:rPr lang="zh-CN" altLang="en-US" b="0" dirty="0">
                <a:solidFill>
                  <a:srgbClr val="AAAAAA"/>
                </a:solidFill>
                <a:effectLst/>
                <a:latin typeface="+mj-lt"/>
              </a:rPr>
              <a:t>成绩中位数</a:t>
            </a:r>
            <a:r>
              <a:rPr lang="en-US" altLang="zh-CN" b="0" dirty="0">
                <a:solidFill>
                  <a:srgbClr val="AAAAAA"/>
                </a:solidFill>
                <a:effectLst/>
                <a:latin typeface="+mj-lt"/>
              </a:rPr>
              <a:t>85.0</a:t>
            </a:r>
            <a:endParaRPr lang="zh-CN" altLang="en-US" b="0" dirty="0">
              <a:solidFill>
                <a:srgbClr val="333333"/>
              </a:solidFill>
              <a:effectLst/>
              <a:latin typeface="+mj-lt"/>
            </a:endParaRPr>
          </a:p>
          <a:p>
            <a:r>
              <a:rPr lang="zh-CN" altLang="en-US" b="0" dirty="0">
                <a:solidFill>
                  <a:srgbClr val="333333"/>
                </a:solidFill>
                <a:effectLst/>
                <a:latin typeface="+mj-lt"/>
              </a:rPr>
              <a:t>    </a:t>
            </a:r>
            <a:r>
              <a:rPr lang="en-US" altLang="zh-CN" b="1" dirty="0">
                <a:solidFill>
                  <a:srgbClr val="AA3731"/>
                </a:solidFill>
                <a:effectLst/>
                <a:latin typeface="+mj-lt"/>
              </a:rPr>
              <a:t>print</a:t>
            </a:r>
            <a:r>
              <a:rPr lang="en-US" altLang="zh-CN" b="0" dirty="0">
                <a:solidFill>
                  <a:srgbClr val="777777"/>
                </a:solidFill>
                <a:effectLst/>
                <a:latin typeface="+mj-lt"/>
              </a:rPr>
              <a:t>(</a:t>
            </a:r>
            <a:r>
              <a:rPr lang="en-US" altLang="zh-CN" b="0" dirty="0">
                <a:solidFill>
                  <a:srgbClr val="7A3E9D"/>
                </a:solidFill>
                <a:effectLst/>
                <a:latin typeface="+mj-lt"/>
              </a:rPr>
              <a:t>f</a:t>
            </a:r>
            <a:r>
              <a:rPr lang="en-US" altLang="zh-CN" b="0" dirty="0">
                <a:solidFill>
                  <a:srgbClr val="448C27"/>
                </a:solidFill>
                <a:effectLst/>
                <a:latin typeface="+mj-lt"/>
              </a:rPr>
              <a:t>'</a:t>
            </a:r>
            <a:r>
              <a:rPr lang="en-US" altLang="zh-CN" b="0" dirty="0">
                <a:solidFill>
                  <a:srgbClr val="9C5D27"/>
                </a:solidFill>
                <a:effectLst/>
                <a:latin typeface="+mj-lt"/>
              </a:rPr>
              <a:t>{</a:t>
            </a:r>
            <a:r>
              <a:rPr lang="en-US" altLang="zh-CN" b="1" dirty="0">
                <a:solidFill>
                  <a:srgbClr val="AA3731"/>
                </a:solidFill>
                <a:effectLst/>
                <a:latin typeface="+mj-lt"/>
              </a:rPr>
              <a:t>round</a:t>
            </a:r>
            <a:r>
              <a:rPr lang="en-US" altLang="zh-CN" b="0" dirty="0">
                <a:solidFill>
                  <a:srgbClr val="777777"/>
                </a:solidFill>
                <a:effectLst/>
                <a:latin typeface="+mj-lt"/>
              </a:rPr>
              <a:t>(</a:t>
            </a:r>
            <a:r>
              <a:rPr lang="en-US" altLang="zh-CN" b="1" dirty="0" err="1">
                <a:solidFill>
                  <a:srgbClr val="7A3E9D"/>
                </a:solidFill>
                <a:effectLst/>
                <a:latin typeface="+mj-lt"/>
              </a:rPr>
              <a:t>np</a:t>
            </a:r>
            <a:r>
              <a:rPr lang="en-US" altLang="zh-CN" b="0" dirty="0" err="1">
                <a:solidFill>
                  <a:srgbClr val="777777"/>
                </a:solidFill>
                <a:effectLst/>
                <a:latin typeface="+mj-lt"/>
              </a:rPr>
              <a:t>.</a:t>
            </a:r>
            <a:r>
              <a:rPr lang="en-US" altLang="zh-CN" b="1" dirty="0" err="1">
                <a:solidFill>
                  <a:srgbClr val="AA3731"/>
                </a:solidFill>
                <a:effectLst/>
                <a:latin typeface="+mj-lt"/>
              </a:rPr>
              <a:t>std</a:t>
            </a:r>
            <a:r>
              <a:rPr lang="en-US" altLang="zh-CN" b="0" dirty="0">
                <a:solidFill>
                  <a:srgbClr val="777777"/>
                </a:solidFill>
                <a:effectLst/>
                <a:latin typeface="+mj-lt"/>
              </a:rPr>
              <a:t>(</a:t>
            </a:r>
            <a:r>
              <a:rPr lang="en-US" altLang="zh-CN" b="0" dirty="0" err="1">
                <a:solidFill>
                  <a:srgbClr val="7A3E9D"/>
                </a:solidFill>
                <a:effectLst/>
                <a:latin typeface="+mj-lt"/>
              </a:rPr>
              <a:t>score_num</a:t>
            </a:r>
            <a:r>
              <a:rPr lang="en-US" altLang="zh-CN" b="0" dirty="0">
                <a:solidFill>
                  <a:srgbClr val="333333"/>
                </a:solidFill>
                <a:effectLst/>
                <a:latin typeface="+mj-lt"/>
              </a:rPr>
              <a:t> </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9C5D27"/>
                </a:solidFill>
                <a:effectLst/>
                <a:latin typeface="+mj-lt"/>
              </a:rPr>
              <a:t>2</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9C5D27"/>
                </a:solidFill>
                <a:effectLst/>
                <a:latin typeface="+mj-lt"/>
              </a:rPr>
              <a:t>2</a:t>
            </a:r>
            <a:r>
              <a:rPr lang="en-US" altLang="zh-CN" b="0" dirty="0">
                <a:solidFill>
                  <a:srgbClr val="777777"/>
                </a:solidFill>
                <a:effectLst/>
                <a:latin typeface="+mj-lt"/>
              </a:rPr>
              <a:t>)</a:t>
            </a:r>
            <a:r>
              <a:rPr lang="en-US" altLang="zh-CN" b="0" dirty="0">
                <a:solidFill>
                  <a:srgbClr val="9C5D27"/>
                </a:solidFill>
                <a:effectLst/>
                <a:latin typeface="+mj-lt"/>
              </a:rPr>
              <a:t>}</a:t>
            </a:r>
            <a:r>
              <a:rPr lang="en-US" altLang="zh-CN" b="0" dirty="0">
                <a:solidFill>
                  <a:srgbClr val="448C27"/>
                </a:solidFill>
                <a:effectLst/>
                <a:latin typeface="+mj-lt"/>
              </a:rPr>
              <a:t>'</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AAAAAA"/>
                </a:solidFill>
                <a:effectLst/>
                <a:latin typeface="+mj-lt"/>
              </a:rPr>
              <a:t># python</a:t>
            </a:r>
            <a:r>
              <a:rPr lang="zh-CN" altLang="en-US" b="0" dirty="0">
                <a:solidFill>
                  <a:srgbClr val="AAAAAA"/>
                </a:solidFill>
                <a:effectLst/>
                <a:latin typeface="+mj-lt"/>
              </a:rPr>
              <a:t>成绩标准差</a:t>
            </a:r>
            <a:r>
              <a:rPr lang="en-US" altLang="zh-CN" b="0" dirty="0">
                <a:solidFill>
                  <a:srgbClr val="AAAAAA"/>
                </a:solidFill>
                <a:effectLst/>
                <a:latin typeface="+mj-lt"/>
              </a:rPr>
              <a:t>11.02</a:t>
            </a:r>
            <a:endParaRPr lang="zh-CN" altLang="en-US" b="0" dirty="0">
              <a:solidFill>
                <a:srgbClr val="333333"/>
              </a:solidFill>
              <a:effectLst/>
              <a:latin typeface="+mj-lt"/>
            </a:endParaRPr>
          </a:p>
          <a:p>
            <a:r>
              <a:rPr lang="zh-CN" altLang="en-US" b="0" dirty="0">
                <a:solidFill>
                  <a:srgbClr val="333333"/>
                </a:solidFill>
                <a:effectLst/>
                <a:latin typeface="+mj-lt"/>
              </a:rPr>
              <a:t>    </a:t>
            </a:r>
            <a:r>
              <a:rPr lang="en-US" altLang="zh-CN" b="1" dirty="0">
                <a:solidFill>
                  <a:srgbClr val="AA3731"/>
                </a:solidFill>
                <a:effectLst/>
                <a:latin typeface="+mj-lt"/>
              </a:rPr>
              <a:t>print</a:t>
            </a:r>
            <a:r>
              <a:rPr lang="en-US" altLang="zh-CN" b="0" dirty="0">
                <a:solidFill>
                  <a:srgbClr val="777777"/>
                </a:solidFill>
                <a:effectLst/>
                <a:latin typeface="+mj-lt"/>
              </a:rPr>
              <a:t>(</a:t>
            </a:r>
            <a:r>
              <a:rPr lang="en-US" altLang="zh-CN" b="0" dirty="0">
                <a:solidFill>
                  <a:srgbClr val="7A3E9D"/>
                </a:solidFill>
                <a:effectLst/>
                <a:latin typeface="+mj-lt"/>
              </a:rPr>
              <a:t>f</a:t>
            </a:r>
            <a:r>
              <a:rPr lang="en-US" altLang="zh-CN" b="0" dirty="0">
                <a:solidFill>
                  <a:srgbClr val="448C27"/>
                </a:solidFill>
                <a:effectLst/>
                <a:latin typeface="+mj-lt"/>
              </a:rPr>
              <a:t>'</a:t>
            </a:r>
            <a:r>
              <a:rPr lang="en-US" altLang="zh-CN" b="0" dirty="0">
                <a:solidFill>
                  <a:srgbClr val="9C5D27"/>
                </a:solidFill>
                <a:effectLst/>
                <a:latin typeface="+mj-lt"/>
              </a:rPr>
              <a:t>{</a:t>
            </a:r>
            <a:r>
              <a:rPr lang="en-US" altLang="zh-CN" b="1" dirty="0">
                <a:solidFill>
                  <a:srgbClr val="AA3731"/>
                </a:solidFill>
                <a:effectLst/>
                <a:latin typeface="+mj-lt"/>
              </a:rPr>
              <a:t>round</a:t>
            </a:r>
            <a:r>
              <a:rPr lang="en-US" altLang="zh-CN" b="0" dirty="0">
                <a:solidFill>
                  <a:srgbClr val="777777"/>
                </a:solidFill>
                <a:effectLst/>
                <a:latin typeface="+mj-lt"/>
              </a:rPr>
              <a:t>(</a:t>
            </a:r>
            <a:r>
              <a:rPr lang="en-US" altLang="zh-CN" b="1" dirty="0" err="1">
                <a:solidFill>
                  <a:srgbClr val="7A3E9D"/>
                </a:solidFill>
                <a:effectLst/>
                <a:latin typeface="+mj-lt"/>
              </a:rPr>
              <a:t>np</a:t>
            </a:r>
            <a:r>
              <a:rPr lang="en-US" altLang="zh-CN" b="0" dirty="0" err="1">
                <a:solidFill>
                  <a:srgbClr val="777777"/>
                </a:solidFill>
                <a:effectLst/>
                <a:latin typeface="+mj-lt"/>
              </a:rPr>
              <a:t>.</a:t>
            </a:r>
            <a:r>
              <a:rPr lang="en-US" altLang="zh-CN" b="1" dirty="0" err="1">
                <a:solidFill>
                  <a:srgbClr val="AA3731"/>
                </a:solidFill>
                <a:effectLst/>
                <a:latin typeface="+mj-lt"/>
              </a:rPr>
              <a:t>mean</a:t>
            </a:r>
            <a:r>
              <a:rPr lang="en-US" altLang="zh-CN" b="0" dirty="0">
                <a:solidFill>
                  <a:srgbClr val="777777"/>
                </a:solidFill>
                <a:effectLst/>
                <a:latin typeface="+mj-lt"/>
              </a:rPr>
              <a:t>(</a:t>
            </a:r>
            <a:r>
              <a:rPr lang="en-US" altLang="zh-CN" b="0" dirty="0" err="1">
                <a:solidFill>
                  <a:srgbClr val="7A3E9D"/>
                </a:solidFill>
                <a:effectLst/>
                <a:latin typeface="+mj-lt"/>
              </a:rPr>
              <a:t>score_num</a:t>
            </a:r>
            <a:r>
              <a:rPr lang="en-US" altLang="zh-CN" b="0" dirty="0">
                <a:solidFill>
                  <a:srgbClr val="333333"/>
                </a:solidFill>
                <a:effectLst/>
                <a:latin typeface="+mj-lt"/>
              </a:rPr>
              <a:t> </a:t>
            </a:r>
            <a:r>
              <a:rPr lang="en-US" altLang="zh-CN" b="0" dirty="0">
                <a:solidFill>
                  <a:srgbClr val="777777"/>
                </a:solidFill>
                <a:effectLst/>
                <a:latin typeface="+mj-lt"/>
              </a:rPr>
              <a:t>[</a:t>
            </a:r>
            <a:r>
              <a:rPr lang="en-US" altLang="zh-CN" b="0" dirty="0">
                <a:solidFill>
                  <a:srgbClr val="9C5D27"/>
                </a:solidFill>
                <a:effectLst/>
                <a:latin typeface="+mj-lt"/>
              </a:rPr>
              <a:t>0</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9C5D27"/>
                </a:solidFill>
                <a:effectLst/>
                <a:latin typeface="+mj-lt"/>
              </a:rPr>
              <a:t>0</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9C5D27"/>
                </a:solidFill>
                <a:effectLst/>
                <a:latin typeface="+mj-lt"/>
              </a:rPr>
              <a:t>2</a:t>
            </a:r>
            <a:r>
              <a:rPr lang="en-US" altLang="zh-CN" b="0" dirty="0">
                <a:solidFill>
                  <a:srgbClr val="777777"/>
                </a:solidFill>
                <a:effectLst/>
                <a:latin typeface="+mj-lt"/>
              </a:rPr>
              <a:t>)</a:t>
            </a:r>
            <a:r>
              <a:rPr lang="en-US" altLang="zh-CN" b="0" dirty="0">
                <a:solidFill>
                  <a:srgbClr val="9C5D27"/>
                </a:solidFill>
                <a:effectLst/>
                <a:latin typeface="+mj-lt"/>
              </a:rPr>
              <a:t>}</a:t>
            </a:r>
            <a:r>
              <a:rPr lang="en-US" altLang="zh-CN" b="0" dirty="0">
                <a:solidFill>
                  <a:srgbClr val="448C27"/>
                </a:solidFill>
                <a:effectLst/>
                <a:latin typeface="+mj-lt"/>
              </a:rPr>
              <a:t>’</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AAAAAA"/>
                </a:solidFill>
                <a:effectLst/>
                <a:latin typeface="+mj-lt"/>
              </a:rPr>
              <a:t># </a:t>
            </a:r>
            <a:r>
              <a:rPr lang="zh-CN" altLang="en-US" b="0" dirty="0">
                <a:solidFill>
                  <a:srgbClr val="AAAAAA"/>
                </a:solidFill>
                <a:effectLst/>
                <a:latin typeface="+mj-lt"/>
              </a:rPr>
              <a:t>罗明平均成绩</a:t>
            </a:r>
            <a:r>
              <a:rPr lang="en-US" altLang="zh-CN" b="0" dirty="0">
                <a:solidFill>
                  <a:srgbClr val="AAAAAA"/>
                </a:solidFill>
                <a:effectLst/>
                <a:latin typeface="+mj-lt"/>
              </a:rPr>
              <a:t>88.67</a:t>
            </a:r>
            <a:endParaRPr lang="zh-CN" altLang="en-US" b="0" dirty="0">
              <a:solidFill>
                <a:srgbClr val="333333"/>
              </a:solidFill>
              <a:effectLst/>
              <a:latin typeface="+mj-lt"/>
            </a:endParaRPr>
          </a:p>
        </p:txBody>
      </p:sp>
      <p:sp>
        <p:nvSpPr>
          <p:cNvPr id="2" name="内容占位符 1"/>
          <p:cNvSpPr txBox="1"/>
          <p:nvPr/>
        </p:nvSpPr>
        <p:spPr>
          <a:xfrm>
            <a:off x="746637" y="918199"/>
            <a:ext cx="10698726" cy="584775"/>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50000"/>
              </a:lnSpc>
              <a:defRPr/>
            </a:pP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利用 </a:t>
            </a:r>
            <a:r>
              <a:rPr kumimoji="0" lang="en-US" altLang="zh-CN"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NumPy </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进行数据统计和分析非常方便，数据量较大时，效率也非常高。</a:t>
            </a:r>
            <a:endPar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7</a:t>
            </a:r>
            <a:r>
              <a:rPr dirty="0"/>
              <a:t>.</a:t>
            </a:r>
            <a:r>
              <a:rPr lang="en-US" dirty="0"/>
              <a:t>6 pandas</a:t>
            </a:r>
            <a:endParaRPr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7.6</a:t>
            </a:r>
            <a:endParaRPr lang="zh-CN" altLang="en-US" dirty="0"/>
          </a:p>
        </p:txBody>
      </p:sp>
      <p:sp>
        <p:nvSpPr>
          <p:cNvPr id="3" name="标题 2"/>
          <p:cNvSpPr>
            <a:spLocks noGrp="1"/>
          </p:cNvSpPr>
          <p:nvPr>
            <p:ph type="title"/>
          </p:nvPr>
        </p:nvSpPr>
        <p:spPr/>
        <p:txBody>
          <a:bodyPr/>
          <a:lstStyle/>
          <a:p>
            <a:r>
              <a:rPr lang="en-US" altLang="zh-CN" dirty="0"/>
              <a:t>pandas</a:t>
            </a:r>
            <a:endParaRPr lang="zh-CN" altLang="en-US" dirty="0"/>
          </a:p>
        </p:txBody>
      </p:sp>
      <p:sp>
        <p:nvSpPr>
          <p:cNvPr id="5" name="内容占位符 1"/>
          <p:cNvSpPr txBox="1"/>
          <p:nvPr/>
        </p:nvSpPr>
        <p:spPr>
          <a:xfrm>
            <a:off x="655074" y="1090918"/>
            <a:ext cx="10881852" cy="5319715"/>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457200" algn="l" defTabSz="914400" rtl="0" eaLnBrk="1" fontAlgn="auto" latinLnBrk="0" hangingPunct="1">
              <a:lnSpc>
                <a:spcPct val="125000"/>
              </a:lnSpc>
              <a:spcBef>
                <a:spcPts val="500"/>
              </a:spcBef>
              <a:spcAft>
                <a:spcPts val="0"/>
              </a:spcAft>
              <a:buClrTx/>
              <a:buSzTx/>
              <a:buFont typeface="Arial" panose="020B0604020202090204" pitchFamily="34" charset="0"/>
              <a:buNone/>
              <a:defRPr/>
            </a:pPr>
            <a:r>
              <a:rPr kumimoji="0" lang="en-US" altLang="zh-CN"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pandas </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是一款建立在 </a:t>
            </a:r>
            <a:r>
              <a:rPr kumimoji="0" lang="en-US" altLang="zh-CN"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Python </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编程语言之上的快速、强大、灵活且易于使用的开源</a:t>
            </a:r>
            <a:r>
              <a:rPr kumimoji="0" lang="zh-CN" altLang="en-US" sz="24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数据分析和处理</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工具。</a:t>
            </a:r>
            <a:endParaRPr kumimoji="0" lang="en-US" altLang="zh-CN"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a:p>
            <a:pPr>
              <a:lnSpc>
                <a:spcPct val="125000"/>
              </a:lnSpc>
              <a:spcBef>
                <a:spcPts val="500"/>
              </a:spcBef>
              <a:defRPr/>
            </a:pP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可提供高性能的</a:t>
            </a:r>
            <a:r>
              <a:rPr kumimoji="0" lang="zh-CN" altLang="en-US" sz="24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矩阵运算</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和</a:t>
            </a:r>
            <a:r>
              <a:rPr kumimoji="0" lang="zh-CN" altLang="en-US" sz="24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数据清洗</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功能</a:t>
            </a:r>
            <a:endParaRPr kumimoji="0" lang="en-US" altLang="zh-CN"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a:p>
            <a:pPr>
              <a:lnSpc>
                <a:spcPct val="125000"/>
              </a:lnSpc>
              <a:spcBef>
                <a:spcPts val="500"/>
              </a:spcBef>
              <a:defRPr/>
            </a:pP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可用于数据挖掘和数据分析</a:t>
            </a:r>
            <a:endParaRPr kumimoji="0" lang="en-US" altLang="zh-CN"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a:p>
            <a:pPr marL="0" indent="0">
              <a:lnSpc>
                <a:spcPct val="125000"/>
              </a:lnSpc>
              <a:spcBef>
                <a:spcPts val="500"/>
              </a:spcBef>
              <a:buNone/>
              <a:defRPr/>
            </a:pPr>
            <a:endPar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a:p>
            <a:pPr marL="0" marR="0" lvl="0" indent="457200" algn="l" defTabSz="914400" rtl="0" eaLnBrk="1" fontAlgn="auto" latinLnBrk="0" hangingPunct="1">
              <a:lnSpc>
                <a:spcPct val="125000"/>
              </a:lnSpc>
              <a:spcBef>
                <a:spcPts val="500"/>
              </a:spcBef>
              <a:spcAft>
                <a:spcPts val="0"/>
              </a:spcAft>
              <a:buClrTx/>
              <a:buSzTx/>
              <a:buFont typeface="Arial" panose="020B0604020202090204" pitchFamily="34" charset="0"/>
              <a:buNone/>
              <a:defRPr/>
            </a:pP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数据的存在形式主要有两种：文件形式、数据库形式。</a:t>
            </a:r>
            <a:endParaRPr kumimoji="0" lang="en-US" altLang="zh-CN"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a:p>
            <a:pPr>
              <a:lnSpc>
                <a:spcPct val="125000"/>
              </a:lnSpc>
              <a:spcBef>
                <a:spcPts val="500"/>
              </a:spcBef>
              <a:defRPr/>
            </a:pP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对于文本文件中数据，可以用</a:t>
            </a:r>
            <a:r>
              <a:rPr kumimoji="0" lang="zh-CN" altLang="en-US" sz="24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遍历</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的方法简单的读取，</a:t>
            </a:r>
            <a:endParaRPr kumimoji="0" lang="en-US" altLang="zh-CN"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a:p>
            <a:pPr>
              <a:lnSpc>
                <a:spcPct val="125000"/>
              </a:lnSpc>
              <a:spcBef>
                <a:spcPts val="500"/>
              </a:spcBef>
              <a:defRPr/>
            </a:pP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对于其他格式的数据文件或存储在数据库中的数据，可以借助 </a:t>
            </a:r>
            <a:r>
              <a:rPr kumimoji="0" lang="en-US" altLang="zh-CN" sz="24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Pandas </a:t>
            </a:r>
            <a:r>
              <a:rPr kumimoji="0" lang="zh-CN" altLang="en-US" sz="24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库读取</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a:t>
            </a:r>
            <a:endParaRPr kumimoji="0" lang="en-US" altLang="zh-CN"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a:p>
            <a:pPr marL="0" marR="0" lvl="0" indent="457200" algn="l" defTabSz="914400" rtl="0" eaLnBrk="1" fontAlgn="auto" latinLnBrk="0" hangingPunct="1">
              <a:lnSpc>
                <a:spcPct val="125000"/>
              </a:lnSpc>
              <a:spcBef>
                <a:spcPts val="500"/>
              </a:spcBef>
              <a:spcAft>
                <a:spcPts val="0"/>
              </a:spcAft>
              <a:buClrTx/>
              <a:buSzTx/>
              <a:buFont typeface="Arial" panose="020B0604020202090204" pitchFamily="34" charset="0"/>
              <a:buNone/>
              <a:defRPr/>
            </a:pPr>
            <a:r>
              <a:rPr kumimoji="0" lang="en-US" altLang="zh-CN"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pandas </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兼容所有 </a:t>
            </a:r>
            <a:r>
              <a:rPr kumimoji="0" lang="en-US" altLang="zh-CN"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Python </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的数据类型，还支持</a:t>
            </a:r>
            <a:r>
              <a:rPr kumimoji="0" lang="zh-CN" altLang="en-US" sz="24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一维数组 </a:t>
            </a:r>
            <a:r>
              <a:rPr kumimoji="0" lang="en-US" altLang="zh-CN" sz="24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Series </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和</a:t>
            </a:r>
            <a:r>
              <a:rPr kumimoji="0" lang="zh-CN" altLang="en-US" sz="24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二维表格</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型数据结构 </a:t>
            </a:r>
            <a:r>
              <a:rPr kumimoji="0" lang="en-US" altLang="zh-CN" sz="2400" b="1" i="0" u="none" strike="noStrike" kern="1200" cap="none" spc="0" normalizeH="0" baseline="0" noProof="0" dirty="0" err="1">
                <a:ln>
                  <a:noFill/>
                </a:ln>
                <a:solidFill>
                  <a:schemeClr val="accent2"/>
                </a:solidFill>
                <a:effectLst/>
                <a:uLnTx/>
                <a:uFillTx/>
                <a:latin typeface="微软雅黑" panose="020B0503020204020204" pitchFamily="34" charset="-122"/>
                <a:ea typeface="微软雅黑" panose="020B0503020204020204" pitchFamily="34" charset="-122"/>
                <a:cs typeface="+mn-cs"/>
              </a:rPr>
              <a:t>DataFrame</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。本节只介绍利用 </a:t>
            </a:r>
            <a:r>
              <a:rPr kumimoji="0" lang="en-US" altLang="zh-CN"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Pandas </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读取数据的相关内容。</a:t>
            </a:r>
            <a:endPar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50"/>
                                        <p:tgtEl>
                                          <p:spTgt spid="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250"/>
                                        <p:tgtEl>
                                          <p:spTgt spid="5">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fade">
                                      <p:cBhvr>
                                        <p:cTn id="13" dur="250"/>
                                        <p:tgtEl>
                                          <p:spTgt spid="5">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5">
                                            <p:txEl>
                                              <p:pRg st="4" end="4"/>
                                            </p:txEl>
                                          </p:spTgt>
                                        </p:tgtEl>
                                        <p:attrNameLst>
                                          <p:attrName>style.visibility</p:attrName>
                                        </p:attrNameLst>
                                      </p:cBhvr>
                                      <p:to>
                                        <p:strVal val="visible"/>
                                      </p:to>
                                    </p:set>
                                    <p:animEffect transition="in" filter="fade">
                                      <p:cBhvr>
                                        <p:cTn id="18" dur="250"/>
                                        <p:tgtEl>
                                          <p:spTgt spid="5">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5">
                                            <p:txEl>
                                              <p:pRg st="5" end="5"/>
                                            </p:txEl>
                                          </p:spTgt>
                                        </p:tgtEl>
                                        <p:attrNameLst>
                                          <p:attrName>style.visibility</p:attrName>
                                        </p:attrNameLst>
                                      </p:cBhvr>
                                      <p:to>
                                        <p:strVal val="visible"/>
                                      </p:to>
                                    </p:set>
                                    <p:animEffect transition="in" filter="fade">
                                      <p:cBhvr>
                                        <p:cTn id="21" dur="250"/>
                                        <p:tgtEl>
                                          <p:spTgt spid="5">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5">
                                            <p:txEl>
                                              <p:pRg st="6" end="6"/>
                                            </p:txEl>
                                          </p:spTgt>
                                        </p:tgtEl>
                                        <p:attrNameLst>
                                          <p:attrName>style.visibility</p:attrName>
                                        </p:attrNameLst>
                                      </p:cBhvr>
                                      <p:to>
                                        <p:strVal val="visible"/>
                                      </p:to>
                                    </p:set>
                                    <p:animEffect transition="in" filter="fade">
                                      <p:cBhvr>
                                        <p:cTn id="24" dur="250"/>
                                        <p:tgtEl>
                                          <p:spTgt spid="5">
                                            <p:txEl>
                                              <p:pRg st="6" end="6"/>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5">
                                            <p:txEl>
                                              <p:pRg st="7" end="7"/>
                                            </p:txEl>
                                          </p:spTgt>
                                        </p:tgtEl>
                                        <p:attrNameLst>
                                          <p:attrName>style.visibility</p:attrName>
                                        </p:attrNameLst>
                                      </p:cBhvr>
                                      <p:to>
                                        <p:strVal val="visible"/>
                                      </p:to>
                                    </p:set>
                                    <p:animEffect transition="in" filter="fade">
                                      <p:cBhvr>
                                        <p:cTn id="27" dur="25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7.6</a:t>
            </a:r>
            <a:endParaRPr lang="zh-CN" altLang="en-US" dirty="0"/>
          </a:p>
        </p:txBody>
      </p:sp>
      <p:sp>
        <p:nvSpPr>
          <p:cNvPr id="3" name="标题 2"/>
          <p:cNvSpPr>
            <a:spLocks noGrp="1"/>
          </p:cNvSpPr>
          <p:nvPr>
            <p:ph type="title"/>
          </p:nvPr>
        </p:nvSpPr>
        <p:spPr/>
        <p:txBody>
          <a:bodyPr/>
          <a:lstStyle/>
          <a:p>
            <a:r>
              <a:rPr lang="en-US" altLang="zh-CN" dirty="0"/>
              <a:t>pandas</a:t>
            </a:r>
            <a:endParaRPr lang="zh-CN" altLang="en-US" dirty="0"/>
          </a:p>
        </p:txBody>
      </p:sp>
      <p:sp>
        <p:nvSpPr>
          <p:cNvPr id="2" name="内容占位符 1"/>
          <p:cNvSpPr txBox="1"/>
          <p:nvPr/>
        </p:nvSpPr>
        <p:spPr>
          <a:xfrm>
            <a:off x="741823" y="1071251"/>
            <a:ext cx="10708353" cy="5378710"/>
          </a:xfrm>
          <a:prstGeom prst="rect">
            <a:avLst/>
          </a:prstGeom>
          <a:noFill/>
          <a:ln>
            <a:noFill/>
          </a:ln>
          <a:effectLst/>
        </p:spPr>
        <p:txBody>
          <a:bodyPr vert="horz" lIns="91440" tIns="45720" rIns="91440" bIns="45720" rtlCol="0">
            <a:norm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50000"/>
              </a:lnSpc>
              <a:spcBef>
                <a:spcPts val="500"/>
              </a:spcBef>
              <a:defRPr/>
            </a:pPr>
            <a:r>
              <a:rPr lang="en-US" altLang="zh-CN" sz="2400" dirty="0">
                <a:solidFill>
                  <a:sysClr val="windowText" lastClr="000000"/>
                </a:solidFill>
                <a:latin typeface="微软雅黑" panose="020B0503020204020204" pitchFamily="34" charset="-122"/>
                <a:ea typeface="微软雅黑" panose="020B0503020204020204" pitchFamily="34" charset="-122"/>
              </a:rPr>
              <a:t>p</a:t>
            </a:r>
            <a:r>
              <a:rPr kumimoji="0" lang="en-US" altLang="zh-CN" sz="2400" b="0" i="0" u="none" strike="noStrike" kern="1200" cap="none" spc="0" normalizeH="0" baseline="0" noProof="0" dirty="0" err="1">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andas</a:t>
            </a:r>
            <a:r>
              <a:rPr kumimoji="0" lang="en-US" altLang="zh-CN"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 </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是</a:t>
            </a:r>
            <a:r>
              <a:rPr kumimoji="0" lang="zh-CN" altLang="en-US" sz="24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第三方库</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，使用之前需要安装</a:t>
            </a:r>
            <a:r>
              <a:rPr lang="zh-CN" altLang="en-US" sz="2400" dirty="0">
                <a:solidFill>
                  <a:sysClr val="windowText" lastClr="000000"/>
                </a:solidFill>
                <a:latin typeface="微软雅黑" panose="020B0503020204020204" pitchFamily="34" charset="-122"/>
                <a:ea typeface="微软雅黑" panose="020B0503020204020204" pitchFamily="34" charset="-122"/>
              </a:rPr>
              <a:t>，指令为：</a:t>
            </a:r>
            <a:endParaRPr kumimoji="0" lang="en-US" altLang="zh-CN"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a:p>
            <a:pPr>
              <a:lnSpc>
                <a:spcPct val="150000"/>
              </a:lnSpc>
              <a:spcBef>
                <a:spcPts val="500"/>
              </a:spcBef>
              <a:defRPr/>
            </a:pPr>
            <a:endParaRPr kumimoji="0" lang="en-US" altLang="zh-CN"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a:p>
            <a:pPr>
              <a:lnSpc>
                <a:spcPct val="150000"/>
              </a:lnSpc>
              <a:spcBef>
                <a:spcPts val="500"/>
              </a:spcBef>
              <a:defRPr/>
            </a:pPr>
            <a:endParaRPr kumimoji="0" lang="en-US" altLang="zh-CN"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a:p>
            <a:pPr marL="0" indent="0">
              <a:lnSpc>
                <a:spcPct val="150000"/>
              </a:lnSpc>
              <a:spcBef>
                <a:spcPts val="500"/>
              </a:spcBef>
              <a:buNone/>
              <a:defRPr/>
            </a:pPr>
            <a:endParaRPr kumimoji="0" lang="en-US" altLang="zh-CN"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a:p>
            <a:pPr>
              <a:lnSpc>
                <a:spcPct val="150000"/>
              </a:lnSpc>
              <a:spcBef>
                <a:spcPts val="500"/>
              </a:spcBef>
              <a:defRPr/>
            </a:pPr>
            <a:r>
              <a:rPr kumimoji="0" lang="en-US" altLang="zh-CN"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pandas </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导入后通常</a:t>
            </a:r>
            <a:r>
              <a:rPr kumimoji="0" lang="zh-CN" altLang="en-US" sz="2400" b="1"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命别名</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为 </a:t>
            </a:r>
            <a:r>
              <a:rPr kumimoji="0" lang="en-US" altLang="zh-CN"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pd</a:t>
            </a:r>
            <a:r>
              <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rPr>
              <a:t>：</a:t>
            </a:r>
            <a:endPar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p:txBody>
      </p:sp>
      <p:sp>
        <p:nvSpPr>
          <p:cNvPr id="7" name="内容占位符 5"/>
          <p:cNvSpPr txBox="1"/>
          <p:nvPr/>
        </p:nvSpPr>
        <p:spPr>
          <a:xfrm>
            <a:off x="780059" y="4329572"/>
            <a:ext cx="10631877" cy="848652"/>
          </a:xfrm>
          <a:prstGeom prst="roundRect">
            <a:avLst>
              <a:gd name="adj" fmla="val 17304"/>
            </a:avLst>
          </a:prstGeom>
          <a:solidFill>
            <a:schemeClr val="bg1">
              <a:lumMod val="95000"/>
            </a:schemeClr>
          </a:solidFill>
          <a:ln>
            <a:noFill/>
          </a:ln>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ctr" defTabSz="914400" eaLnBrk="0" fontAlgn="base" latinLnBrk="0" hangingPunct="0">
              <a:lnSpc>
                <a:spcPct val="150000"/>
              </a:lnSpc>
              <a:spcBef>
                <a:spcPct val="0"/>
              </a:spcBef>
              <a:spcAft>
                <a:spcPct val="0"/>
              </a:spcAft>
              <a:buClrTx/>
              <a:buSzTx/>
              <a:buFontTx/>
              <a:buNone/>
              <a:defRPr/>
            </a:pPr>
            <a:r>
              <a:rPr kumimoji="0" lang="en-US" altLang="zh-CN" sz="2400" b="1"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import </a:t>
            </a:r>
            <a:r>
              <a:rPr kumimoji="0" lang="en-US" altLang="zh-CN" sz="2400" b="1"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pandas</a:t>
            </a:r>
            <a:r>
              <a:rPr kumimoji="0" lang="en-US" altLang="zh-CN" sz="2400" b="1"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 as </a:t>
            </a:r>
            <a:r>
              <a:rPr lang="en-US" altLang="zh-CN" sz="2400" b="1" kern="0" dirty="0"/>
              <a:t>pd</a:t>
            </a:r>
            <a:endParaRPr kumimoji="0" lang="en-US" altLang="zh-CN" sz="2400" b="1"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endParaRPr>
          </a:p>
        </p:txBody>
      </p:sp>
      <p:sp>
        <p:nvSpPr>
          <p:cNvPr id="8" name="内容占位符 5"/>
          <p:cNvSpPr txBox="1"/>
          <p:nvPr/>
        </p:nvSpPr>
        <p:spPr>
          <a:xfrm>
            <a:off x="780059" y="1964915"/>
            <a:ext cx="10631877" cy="848652"/>
          </a:xfrm>
          <a:prstGeom prst="roundRect">
            <a:avLst>
              <a:gd name="adj" fmla="val 17304"/>
            </a:avLst>
          </a:prstGeom>
          <a:solidFill>
            <a:schemeClr val="bg1">
              <a:lumMod val="95000"/>
            </a:schemeClr>
          </a:solidFill>
          <a:ln>
            <a:noFill/>
          </a:ln>
        </p:spPr>
        <p:txBody>
          <a:bodyPr vert="horz" lIns="91440" tIns="45720" rIns="91440" bIns="45720" rtlCol="0" anchor="ctr">
            <a:no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ctr" defTabSz="914400" eaLnBrk="0" fontAlgn="base" latinLnBrk="0" hangingPunct="0">
              <a:lnSpc>
                <a:spcPct val="150000"/>
              </a:lnSpc>
              <a:spcBef>
                <a:spcPct val="0"/>
              </a:spcBef>
              <a:spcAft>
                <a:spcPct val="0"/>
              </a:spcAft>
              <a:buClrTx/>
              <a:buSzTx/>
              <a:buFontTx/>
              <a:buNone/>
              <a:defRPr/>
            </a:pPr>
            <a:r>
              <a:rPr kumimoji="0" lang="en-US" altLang="zh-CN" sz="2400" b="1"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pip install </a:t>
            </a:r>
            <a:r>
              <a:rPr kumimoji="0" lang="en-US" altLang="zh-CN" sz="2400" b="1"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rPr>
              <a:t>pandas</a:t>
            </a:r>
            <a:endParaRPr kumimoji="0" lang="en-US" altLang="zh-CN" sz="2400" b="1"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animEffect transition="in" filter="fade">
                                      <p:cBhvr>
                                        <p:cTn id="7" dur="250"/>
                                        <p:tgtEl>
                                          <p:spTgt spid="2">
                                            <p:txEl>
                                              <p:pRg st="4" end="4"/>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2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7.6</a:t>
            </a:r>
            <a:endParaRPr lang="zh-CN" altLang="en-US" dirty="0"/>
          </a:p>
        </p:txBody>
      </p:sp>
      <p:sp>
        <p:nvSpPr>
          <p:cNvPr id="3" name="标题 2"/>
          <p:cNvSpPr>
            <a:spLocks noGrp="1"/>
          </p:cNvSpPr>
          <p:nvPr>
            <p:ph type="title"/>
          </p:nvPr>
        </p:nvSpPr>
        <p:spPr/>
        <p:txBody>
          <a:bodyPr/>
          <a:lstStyle/>
          <a:p>
            <a:r>
              <a:rPr lang="en-US" altLang="zh-CN" dirty="0"/>
              <a:t>pandas</a:t>
            </a:r>
            <a:endParaRPr lang="zh-CN" altLang="en-US" dirty="0"/>
          </a:p>
        </p:txBody>
      </p:sp>
      <p:sp>
        <p:nvSpPr>
          <p:cNvPr id="2" name="内容占位符 1"/>
          <p:cNvSpPr txBox="1"/>
          <p:nvPr/>
        </p:nvSpPr>
        <p:spPr>
          <a:xfrm>
            <a:off x="741823" y="1071251"/>
            <a:ext cx="10708353" cy="2357749"/>
          </a:xfrm>
          <a:prstGeom prst="rect">
            <a:avLst/>
          </a:prstGeom>
          <a:noFill/>
          <a:ln>
            <a:noFill/>
          </a:ln>
          <a:effectLst/>
        </p:spPr>
        <p:txBody>
          <a:bodyPr vert="horz" lIns="91440" tIns="45720" rIns="91440" bIns="45720" rtlCol="0">
            <a:norm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50000"/>
              </a:lnSpc>
              <a:spcBef>
                <a:spcPts val="500"/>
              </a:spcBef>
              <a:defRPr/>
            </a:pPr>
            <a:r>
              <a:rPr lang="en-US" altLang="zh-CN" sz="2400" dirty="0">
                <a:solidFill>
                  <a:sysClr val="windowText" lastClr="000000"/>
                </a:solidFill>
                <a:latin typeface="微软雅黑" panose="020B0503020204020204" pitchFamily="34" charset="-122"/>
                <a:ea typeface="微软雅黑" panose="020B0503020204020204" pitchFamily="34" charset="-122"/>
              </a:rPr>
              <a:t>Pandas </a:t>
            </a:r>
            <a:r>
              <a:rPr lang="zh-CN" altLang="en-US" sz="2400" dirty="0">
                <a:solidFill>
                  <a:sysClr val="windowText" lastClr="000000"/>
                </a:solidFill>
                <a:latin typeface="微软雅黑" panose="020B0503020204020204" pitchFamily="34" charset="-122"/>
                <a:ea typeface="微软雅黑" panose="020B0503020204020204" pitchFamily="34" charset="-122"/>
              </a:rPr>
              <a:t>输入输出 </a:t>
            </a:r>
            <a:r>
              <a:rPr lang="en-US" altLang="zh-CN" sz="2400" dirty="0">
                <a:solidFill>
                  <a:sysClr val="windowText" lastClr="000000"/>
                </a:solidFill>
                <a:latin typeface="微软雅黑" panose="020B0503020204020204" pitchFamily="34" charset="-122"/>
                <a:ea typeface="微软雅黑" panose="020B0503020204020204" pitchFamily="34" charset="-122"/>
              </a:rPr>
              <a:t>API </a:t>
            </a:r>
            <a:r>
              <a:rPr lang="zh-CN" altLang="en-US" sz="2400" dirty="0">
                <a:solidFill>
                  <a:sysClr val="windowText" lastClr="000000"/>
                </a:solidFill>
                <a:latin typeface="微软雅黑" panose="020B0503020204020204" pitchFamily="34" charset="-122"/>
                <a:ea typeface="微软雅黑" panose="020B0503020204020204" pitchFamily="34" charset="-122"/>
              </a:rPr>
              <a:t>提供了对文本、二进制和结构化查询语言（</a:t>
            </a:r>
            <a:r>
              <a:rPr lang="en-US" altLang="zh-CN" sz="2400" dirty="0">
                <a:solidFill>
                  <a:sysClr val="windowText" lastClr="000000"/>
                </a:solidFill>
                <a:latin typeface="微软雅黑" panose="020B0503020204020204" pitchFamily="34" charset="-122"/>
                <a:ea typeface="微软雅黑" panose="020B0503020204020204" pitchFamily="34" charset="-122"/>
              </a:rPr>
              <a:t>SQL</a:t>
            </a:r>
            <a:r>
              <a:rPr lang="zh-CN" altLang="en-US" sz="2400" dirty="0">
                <a:solidFill>
                  <a:sysClr val="windowText" lastClr="000000"/>
                </a:solidFill>
                <a:latin typeface="微软雅黑" panose="020B0503020204020204" pitchFamily="34" charset="-122"/>
                <a:ea typeface="微软雅黑" panose="020B0503020204020204" pitchFamily="34" charset="-122"/>
              </a:rPr>
              <a:t>）等</a:t>
            </a:r>
            <a:r>
              <a:rPr lang="zh-CN" altLang="en-US" sz="2400" b="1" dirty="0">
                <a:solidFill>
                  <a:schemeClr val="accent2"/>
                </a:solidFill>
                <a:latin typeface="微软雅黑" panose="020B0503020204020204" pitchFamily="34" charset="-122"/>
                <a:ea typeface="微软雅黑" panose="020B0503020204020204" pitchFamily="34" charset="-122"/>
              </a:rPr>
              <a:t>不同格式类型文件</a:t>
            </a:r>
            <a:r>
              <a:rPr lang="zh-CN" altLang="en-US" sz="2400" dirty="0">
                <a:solidFill>
                  <a:sysClr val="windowText" lastClr="000000"/>
                </a:solidFill>
                <a:latin typeface="微软雅黑" panose="020B0503020204020204" pitchFamily="34" charset="-122"/>
                <a:ea typeface="微软雅黑" panose="020B0503020204020204" pitchFamily="34" charset="-122"/>
              </a:rPr>
              <a:t>的读写函数，可以方便快速地读取本地文件，如 </a:t>
            </a:r>
            <a:r>
              <a:rPr lang="en-US" altLang="zh-CN" sz="2400" dirty="0">
                <a:solidFill>
                  <a:sysClr val="windowText" lastClr="000000"/>
                </a:solidFill>
                <a:latin typeface="微软雅黑" panose="020B0503020204020204" pitchFamily="34" charset="-122"/>
                <a:ea typeface="微软雅黑" panose="020B0503020204020204" pitchFamily="34" charset="-122"/>
              </a:rPr>
              <a:t>csv</a:t>
            </a:r>
            <a:r>
              <a:rPr lang="zh-CN" altLang="en-US" sz="2400" dirty="0">
                <a:solidFill>
                  <a:sysClr val="windowText" lastClr="000000"/>
                </a:solidFill>
                <a:latin typeface="微软雅黑" panose="020B0503020204020204" pitchFamily="34" charset="-122"/>
                <a:ea typeface="微软雅黑" panose="020B0503020204020204" pitchFamily="34" charset="-122"/>
              </a:rPr>
              <a:t>、</a:t>
            </a:r>
            <a:r>
              <a:rPr lang="en-US" altLang="zh-CN" sz="2400" dirty="0">
                <a:solidFill>
                  <a:sysClr val="windowText" lastClr="000000"/>
                </a:solidFill>
                <a:latin typeface="微软雅黑" panose="020B0503020204020204" pitchFamily="34" charset="-122"/>
                <a:ea typeface="微软雅黑" panose="020B0503020204020204" pitchFamily="34" charset="-122"/>
              </a:rPr>
              <a:t>txt</a:t>
            </a:r>
            <a:r>
              <a:rPr lang="zh-CN" altLang="en-US" sz="2400" dirty="0">
                <a:solidFill>
                  <a:sysClr val="windowText" lastClr="000000"/>
                </a:solidFill>
                <a:latin typeface="微软雅黑" panose="020B0503020204020204" pitchFamily="34" charset="-122"/>
                <a:ea typeface="微软雅黑" panose="020B0503020204020204" pitchFamily="34" charset="-122"/>
              </a:rPr>
              <a:t>、</a:t>
            </a:r>
            <a:r>
              <a:rPr lang="en-US" altLang="zh-CN" sz="2400" dirty="0" err="1">
                <a:solidFill>
                  <a:sysClr val="windowText" lastClr="000000"/>
                </a:solidFill>
                <a:latin typeface="微软雅黑" panose="020B0503020204020204" pitchFamily="34" charset="-122"/>
                <a:ea typeface="微软雅黑" panose="020B0503020204020204" pitchFamily="34" charset="-122"/>
              </a:rPr>
              <a:t>json</a:t>
            </a:r>
            <a:r>
              <a:rPr lang="en-US" altLang="zh-CN" sz="2400" dirty="0">
                <a:solidFill>
                  <a:sysClr val="windowText" lastClr="000000"/>
                </a:solidFill>
                <a:latin typeface="微软雅黑" panose="020B0503020204020204" pitchFamily="34" charset="-122"/>
                <a:ea typeface="微软雅黑" panose="020B0503020204020204" pitchFamily="34" charset="-122"/>
              </a:rPr>
              <a:t> </a:t>
            </a:r>
            <a:r>
              <a:rPr lang="zh-CN" altLang="en-US" sz="2400" dirty="0">
                <a:solidFill>
                  <a:sysClr val="windowText" lastClr="000000"/>
                </a:solidFill>
                <a:latin typeface="微软雅黑" panose="020B0503020204020204" pitchFamily="34" charset="-122"/>
                <a:ea typeface="微软雅黑" panose="020B0503020204020204" pitchFamily="34" charset="-122"/>
              </a:rPr>
              <a:t>和 </a:t>
            </a:r>
            <a:r>
              <a:rPr lang="en-US" altLang="zh-CN" sz="2400" dirty="0">
                <a:solidFill>
                  <a:sysClr val="windowText" lastClr="000000"/>
                </a:solidFill>
                <a:latin typeface="微软雅黑" panose="020B0503020204020204" pitchFamily="34" charset="-122"/>
                <a:ea typeface="微软雅黑" panose="020B0503020204020204" pitchFamily="34" charset="-122"/>
              </a:rPr>
              <a:t>html </a:t>
            </a:r>
            <a:r>
              <a:rPr lang="zh-CN" altLang="en-US" sz="2400" dirty="0">
                <a:solidFill>
                  <a:sysClr val="windowText" lastClr="000000"/>
                </a:solidFill>
                <a:latin typeface="微软雅黑" panose="020B0503020204020204" pitchFamily="34" charset="-122"/>
                <a:ea typeface="微软雅黑" panose="020B0503020204020204" pitchFamily="34" charset="-122"/>
              </a:rPr>
              <a:t>等文本文件、</a:t>
            </a:r>
            <a:r>
              <a:rPr lang="en-US" altLang="zh-CN" sz="2400" dirty="0">
                <a:solidFill>
                  <a:sysClr val="windowText" lastClr="000000"/>
                </a:solidFill>
                <a:latin typeface="微软雅黑" panose="020B0503020204020204" pitchFamily="34" charset="-122"/>
                <a:ea typeface="微软雅黑" panose="020B0503020204020204" pitchFamily="34" charset="-122"/>
              </a:rPr>
              <a:t>Excel </a:t>
            </a:r>
            <a:r>
              <a:rPr lang="zh-CN" altLang="en-US" sz="2400" dirty="0">
                <a:solidFill>
                  <a:sysClr val="windowText" lastClr="000000"/>
                </a:solidFill>
                <a:latin typeface="微软雅黑" panose="020B0503020204020204" pitchFamily="34" charset="-122"/>
                <a:ea typeface="微软雅黑" panose="020B0503020204020204" pitchFamily="34" charset="-122"/>
              </a:rPr>
              <a:t>文件以及关系型数据库中的数据。</a:t>
            </a:r>
            <a:endParaRPr lang="en-US" altLang="zh-CN" sz="2400" dirty="0">
              <a:solidFill>
                <a:sysClr val="windowText" lastClr="000000"/>
              </a:solidFill>
              <a:latin typeface="微软雅黑" panose="020B0503020204020204" pitchFamily="34" charset="-122"/>
              <a:ea typeface="微软雅黑" panose="020B0503020204020204" pitchFamily="34" charset="-122"/>
            </a:endParaRPr>
          </a:p>
        </p:txBody>
      </p:sp>
      <p:grpSp>
        <p:nvGrpSpPr>
          <p:cNvPr id="6" name="组合 5"/>
          <p:cNvGrpSpPr/>
          <p:nvPr/>
        </p:nvGrpSpPr>
        <p:grpSpPr>
          <a:xfrm>
            <a:off x="1151218" y="3291972"/>
            <a:ext cx="1211725" cy="1211725"/>
            <a:chOff x="1938886" y="4075384"/>
            <a:chExt cx="1211725" cy="1211725"/>
          </a:xfrm>
          <a:solidFill>
            <a:srgbClr val="EE822F"/>
          </a:solidFill>
        </p:grpSpPr>
        <p:sp>
          <p:nvSpPr>
            <p:cNvPr id="7" name="椭圆 6"/>
            <p:cNvSpPr/>
            <p:nvPr/>
          </p:nvSpPr>
          <p:spPr>
            <a:xfrm>
              <a:off x="1938886" y="4075384"/>
              <a:ext cx="1211725" cy="1211725"/>
            </a:xfrm>
            <a:prstGeom prst="ellipse">
              <a:avLst/>
            </a:prstGeom>
            <a:grpFill/>
            <a:ln w="38100" cap="flat" cmpd="sng" algn="ctr">
              <a:noFill/>
              <a:prstDash val="solid"/>
              <a:round/>
            </a:ln>
            <a:effectLst/>
          </p:spPr>
          <p:txBody>
            <a:bodyPr rot="0" spcFirstLastPara="0" vert="horz" wrap="square" lIns="91440" tIns="45720" rIns="91440" bIns="45720" numCol="1" spcCol="0" rtlCol="0" fromWordArt="0" anchor="t"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alibri" panose="020F0502020204030204"/>
                <a:ea typeface="微软雅黑"/>
                <a:cs typeface="+mn-cs"/>
              </a:endParaRPr>
            </a:p>
          </p:txBody>
        </p:sp>
        <p:sp>
          <p:nvSpPr>
            <p:cNvPr id="8" name="文本框 7"/>
            <p:cNvSpPr txBox="1"/>
            <p:nvPr/>
          </p:nvSpPr>
          <p:spPr>
            <a:xfrm>
              <a:off x="1938886" y="4419636"/>
              <a:ext cx="1211725" cy="523220"/>
            </a:xfrm>
            <a:prstGeom prst="rect">
              <a:avLst/>
            </a:prstGeom>
            <a:noFill/>
            <a:ln w="38100" cap="flat" cmpd="sng" algn="ctr">
              <a:noFill/>
              <a:prstDash val="solid"/>
              <a:round/>
            </a:ln>
            <a:effectLst/>
          </p:spPr>
          <p:txBody>
            <a:bodyPr rot="0" spcFirstLastPara="0" vert="horz" wrap="square" lIns="91440" tIns="45720" rIns="91440" bIns="45720" numCol="1" spcCol="0" rtlCol="0" fromWordArt="0" anchor="t" anchorCtr="0" forceAA="0" compatLnSpc="1">
              <a:spAutoFit/>
            </a:bodyP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3765" eaLnBrk="1" fontAlgn="auto" latinLnBrk="0" hangingPunct="1">
                <a:lnSpc>
                  <a:spcPct val="100000"/>
                </a:lnSpc>
                <a:spcBef>
                  <a:spcPts val="0"/>
                </a:spcBef>
                <a:spcAft>
                  <a:spcPts val="0"/>
                </a:spcAft>
                <a:buClrTx/>
                <a:buSzPct val="30000"/>
                <a:buFontTx/>
                <a:buNone/>
                <a:defRPr/>
              </a:pPr>
              <a:r>
                <a:rPr kumimoji="0" lang="en-US" altLang="zh-CN" sz="2800" b="1" i="0" u="none" strike="noStrike" kern="0" cap="none" spc="0" normalizeH="0" baseline="0" noProof="0" dirty="0">
                  <a:ln>
                    <a:noFill/>
                  </a:ln>
                  <a:solidFill>
                    <a:prstClr val="black"/>
                  </a:solidFill>
                  <a:effectLst/>
                  <a:uLnTx/>
                  <a:uFillTx/>
                  <a:latin typeface="微软雅黑"/>
                  <a:ea typeface="微软雅黑"/>
                  <a:cs typeface="+mn-cs"/>
                </a:rPr>
                <a:t>csv</a:t>
              </a:r>
              <a:endParaRPr kumimoji="0" lang="en-US" altLang="zh-CN" sz="2800" b="1" i="0" u="none" strike="noStrike" kern="0" cap="none" spc="0" normalizeH="0" baseline="0" noProof="0" dirty="0">
                <a:ln>
                  <a:noFill/>
                </a:ln>
                <a:solidFill>
                  <a:prstClr val="black"/>
                </a:solidFill>
                <a:effectLst/>
                <a:uLnTx/>
                <a:uFillTx/>
                <a:latin typeface="微软雅黑"/>
                <a:ea typeface="微软雅黑"/>
                <a:cs typeface="+mn-cs"/>
              </a:endParaRPr>
            </a:p>
          </p:txBody>
        </p:sp>
      </p:grpSp>
      <p:grpSp>
        <p:nvGrpSpPr>
          <p:cNvPr id="9" name="组合 8"/>
          <p:cNvGrpSpPr/>
          <p:nvPr/>
        </p:nvGrpSpPr>
        <p:grpSpPr>
          <a:xfrm>
            <a:off x="3243666" y="3986457"/>
            <a:ext cx="1211725" cy="1211725"/>
            <a:chOff x="1938886" y="4075384"/>
            <a:chExt cx="1211725" cy="1211725"/>
          </a:xfrm>
          <a:solidFill>
            <a:srgbClr val="E54C5E">
              <a:lumMod val="20000"/>
              <a:lumOff val="80000"/>
            </a:srgbClr>
          </a:solidFill>
        </p:grpSpPr>
        <p:sp>
          <p:nvSpPr>
            <p:cNvPr id="10" name="椭圆 9"/>
            <p:cNvSpPr/>
            <p:nvPr/>
          </p:nvSpPr>
          <p:spPr>
            <a:xfrm>
              <a:off x="1938886" y="4075384"/>
              <a:ext cx="1211725" cy="1211725"/>
            </a:xfrm>
            <a:prstGeom prst="ellipse">
              <a:avLst/>
            </a:prstGeom>
            <a:grpFill/>
            <a:ln w="38100" cap="flat" cmpd="sng" algn="ctr">
              <a:noFill/>
              <a:prstDash val="solid"/>
              <a:round/>
            </a:ln>
            <a:effectLst/>
          </p:spPr>
          <p:txBody>
            <a:bodyPr rot="0" spcFirstLastPara="0" vert="horz" wrap="square" lIns="91440" tIns="45720" rIns="91440" bIns="45720" numCol="1" spcCol="0" rtlCol="0" fromWordArt="0" anchor="t"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4874CB"/>
                </a:solidFill>
                <a:effectLst/>
                <a:uLnTx/>
                <a:uFillTx/>
                <a:latin typeface="Calibri" panose="020F0502020204030204"/>
                <a:ea typeface="微软雅黑"/>
                <a:cs typeface="+mn-cs"/>
              </a:endParaRPr>
            </a:p>
          </p:txBody>
        </p:sp>
        <p:sp>
          <p:nvSpPr>
            <p:cNvPr id="11" name="文本框 10"/>
            <p:cNvSpPr txBox="1"/>
            <p:nvPr/>
          </p:nvSpPr>
          <p:spPr>
            <a:xfrm>
              <a:off x="1938886" y="4419636"/>
              <a:ext cx="1211724" cy="523220"/>
            </a:xfrm>
            <a:prstGeom prst="rect">
              <a:avLst/>
            </a:prstGeom>
            <a:noFill/>
            <a:ln w="38100" cap="flat" cmpd="sng" algn="ctr">
              <a:noFill/>
              <a:prstDash val="solid"/>
              <a:round/>
            </a:ln>
            <a:effectLst/>
          </p:spPr>
          <p:txBody>
            <a:bodyPr rot="0" spcFirstLastPara="0" vert="horz" wrap="square" lIns="91440" tIns="45720" rIns="91440" bIns="45720" numCol="1" spcCol="0" rtlCol="0" fromWordArt="0" anchor="t" anchorCtr="0" forceAA="0" compatLnSpc="1">
              <a:spAutoFit/>
            </a:bodyP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3765" eaLnBrk="1" fontAlgn="auto" latinLnBrk="0" hangingPunct="1">
                <a:lnSpc>
                  <a:spcPct val="100000"/>
                </a:lnSpc>
                <a:spcBef>
                  <a:spcPts val="0"/>
                </a:spcBef>
                <a:spcAft>
                  <a:spcPts val="0"/>
                </a:spcAft>
                <a:buClrTx/>
                <a:buSzPct val="30000"/>
                <a:buFontTx/>
                <a:buNone/>
                <a:defRPr/>
              </a:pPr>
              <a:r>
                <a:rPr kumimoji="0" lang="en-US" altLang="zh-CN" sz="2800" b="1" i="0" u="none" strike="noStrike" kern="0" cap="none" spc="0" normalizeH="0" baseline="0" noProof="0" dirty="0">
                  <a:ln>
                    <a:noFill/>
                  </a:ln>
                  <a:solidFill>
                    <a:srgbClr val="4874CB"/>
                  </a:solidFill>
                  <a:effectLst/>
                  <a:uLnTx/>
                  <a:uFillTx/>
                  <a:latin typeface="微软雅黑"/>
                  <a:ea typeface="微软雅黑"/>
                  <a:cs typeface="+mn-cs"/>
                </a:rPr>
                <a:t>txt</a:t>
              </a:r>
              <a:endParaRPr kumimoji="0" lang="en-US" altLang="zh-CN" sz="2800" b="1" i="0" u="none" strike="noStrike" kern="0" cap="none" spc="0" normalizeH="0" baseline="0" noProof="0" dirty="0">
                <a:ln>
                  <a:noFill/>
                </a:ln>
                <a:solidFill>
                  <a:srgbClr val="4874CB"/>
                </a:solidFill>
                <a:effectLst/>
                <a:uLnTx/>
                <a:uFillTx/>
                <a:latin typeface="微软雅黑"/>
                <a:ea typeface="微软雅黑"/>
                <a:cs typeface="+mn-cs"/>
              </a:endParaRPr>
            </a:p>
          </p:txBody>
        </p:sp>
      </p:grpSp>
      <p:grpSp>
        <p:nvGrpSpPr>
          <p:cNvPr id="12" name="组合 11"/>
          <p:cNvGrpSpPr/>
          <p:nvPr/>
        </p:nvGrpSpPr>
        <p:grpSpPr>
          <a:xfrm>
            <a:off x="5336114" y="3291972"/>
            <a:ext cx="1211725" cy="1211725"/>
            <a:chOff x="1938886" y="4075384"/>
            <a:chExt cx="1211725" cy="1211725"/>
          </a:xfrm>
          <a:solidFill>
            <a:srgbClr val="30C0B4">
              <a:lumMod val="20000"/>
              <a:lumOff val="80000"/>
            </a:srgbClr>
          </a:solidFill>
        </p:grpSpPr>
        <p:sp>
          <p:nvSpPr>
            <p:cNvPr id="13" name="椭圆 12"/>
            <p:cNvSpPr/>
            <p:nvPr/>
          </p:nvSpPr>
          <p:spPr>
            <a:xfrm>
              <a:off x="1938886" y="4075384"/>
              <a:ext cx="1211725" cy="1211725"/>
            </a:xfrm>
            <a:prstGeom prst="ellipse">
              <a:avLst/>
            </a:prstGeom>
            <a:grpFill/>
            <a:ln w="38100" cap="flat" cmpd="sng" algn="ctr">
              <a:noFill/>
              <a:prstDash val="solid"/>
              <a:round/>
            </a:ln>
            <a:effectLst/>
          </p:spPr>
          <p:txBody>
            <a:bodyPr rot="0" spcFirstLastPara="0" vert="horz" wrap="square" lIns="91440" tIns="45720" rIns="91440" bIns="45720" numCol="1" spcCol="0" rtlCol="0" fromWordArt="0" anchor="t"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alibri" panose="020F0502020204030204"/>
                <a:ea typeface="微软雅黑"/>
                <a:cs typeface="+mn-cs"/>
              </a:endParaRPr>
            </a:p>
          </p:txBody>
        </p:sp>
        <p:sp>
          <p:nvSpPr>
            <p:cNvPr id="14" name="文本框 13"/>
            <p:cNvSpPr txBox="1"/>
            <p:nvPr/>
          </p:nvSpPr>
          <p:spPr>
            <a:xfrm>
              <a:off x="1938886" y="4419636"/>
              <a:ext cx="1211725" cy="523220"/>
            </a:xfrm>
            <a:prstGeom prst="rect">
              <a:avLst/>
            </a:prstGeom>
            <a:noFill/>
            <a:ln w="38100" cap="flat" cmpd="sng" algn="ctr">
              <a:noFill/>
              <a:prstDash val="solid"/>
              <a:round/>
            </a:ln>
            <a:effectLst/>
          </p:spPr>
          <p:txBody>
            <a:bodyPr rot="0" spcFirstLastPara="0" vert="horz" wrap="square" lIns="91440" tIns="45720" rIns="91440" bIns="45720" numCol="1" spcCol="0" rtlCol="0" fromWordArt="0" anchor="t" anchorCtr="0" forceAA="0" compatLnSpc="1">
              <a:spAutoFit/>
            </a:bodyP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3765" eaLnBrk="1" fontAlgn="auto" latinLnBrk="0" hangingPunct="1">
                <a:lnSpc>
                  <a:spcPct val="100000"/>
                </a:lnSpc>
                <a:spcBef>
                  <a:spcPts val="0"/>
                </a:spcBef>
                <a:spcAft>
                  <a:spcPts val="0"/>
                </a:spcAft>
                <a:buClrTx/>
                <a:buSzPct val="30000"/>
                <a:buFontTx/>
                <a:buNone/>
                <a:defRPr/>
              </a:pPr>
              <a:r>
                <a:rPr kumimoji="0" lang="en-US" altLang="zh-CN" sz="2800" b="1" i="0" u="none" strike="noStrike" kern="0" cap="none" spc="0" normalizeH="0" baseline="0" noProof="0" dirty="0" err="1">
                  <a:ln>
                    <a:noFill/>
                  </a:ln>
                  <a:solidFill>
                    <a:prstClr val="black"/>
                  </a:solidFill>
                  <a:effectLst/>
                  <a:uLnTx/>
                  <a:uFillTx/>
                  <a:latin typeface="微软雅黑"/>
                  <a:ea typeface="微软雅黑"/>
                  <a:cs typeface="+mn-cs"/>
                </a:rPr>
                <a:t>json</a:t>
              </a:r>
              <a:endParaRPr kumimoji="0" lang="en-US" altLang="zh-CN" sz="2800" b="1" i="0" u="none" strike="noStrike" kern="0" cap="none" spc="0" normalizeH="0" baseline="0" noProof="0" dirty="0">
                <a:ln>
                  <a:noFill/>
                </a:ln>
                <a:solidFill>
                  <a:prstClr val="black"/>
                </a:solidFill>
                <a:effectLst/>
                <a:uLnTx/>
                <a:uFillTx/>
                <a:latin typeface="微软雅黑"/>
                <a:ea typeface="微软雅黑"/>
                <a:cs typeface="+mn-cs"/>
              </a:endParaRPr>
            </a:p>
          </p:txBody>
        </p:sp>
      </p:grpSp>
      <p:grpSp>
        <p:nvGrpSpPr>
          <p:cNvPr id="15" name="组合 14"/>
          <p:cNvGrpSpPr/>
          <p:nvPr/>
        </p:nvGrpSpPr>
        <p:grpSpPr>
          <a:xfrm>
            <a:off x="7428560" y="3986457"/>
            <a:ext cx="1211725" cy="1211725"/>
            <a:chOff x="1938885" y="4075384"/>
            <a:chExt cx="1211725" cy="1211725"/>
          </a:xfrm>
          <a:solidFill>
            <a:srgbClr val="F2BA02">
              <a:lumMod val="40000"/>
              <a:lumOff val="60000"/>
            </a:srgbClr>
          </a:solidFill>
        </p:grpSpPr>
        <p:sp>
          <p:nvSpPr>
            <p:cNvPr id="16" name="椭圆 15"/>
            <p:cNvSpPr/>
            <p:nvPr/>
          </p:nvSpPr>
          <p:spPr>
            <a:xfrm>
              <a:off x="1938885" y="4075384"/>
              <a:ext cx="1211725" cy="1211725"/>
            </a:xfrm>
            <a:prstGeom prst="ellipse">
              <a:avLst/>
            </a:prstGeom>
            <a:grpFill/>
            <a:ln w="38100" cap="flat" cmpd="sng" algn="ctr">
              <a:noFill/>
              <a:prstDash val="solid"/>
              <a:round/>
            </a:ln>
            <a:effectLst/>
          </p:spPr>
          <p:txBody>
            <a:bodyPr rot="0" spcFirstLastPara="0" vert="horz" wrap="square" lIns="91440" tIns="45720" rIns="91440" bIns="45720" numCol="1" spcCol="0" rtlCol="0" fromWordArt="0" anchor="t"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4874CB"/>
                </a:solidFill>
                <a:effectLst/>
                <a:uLnTx/>
                <a:uFillTx/>
                <a:latin typeface="Calibri" panose="020F0502020204030204"/>
                <a:ea typeface="微软雅黑"/>
                <a:cs typeface="+mn-cs"/>
              </a:endParaRPr>
            </a:p>
          </p:txBody>
        </p:sp>
        <p:sp>
          <p:nvSpPr>
            <p:cNvPr id="17" name="文本框 16"/>
            <p:cNvSpPr txBox="1"/>
            <p:nvPr/>
          </p:nvSpPr>
          <p:spPr>
            <a:xfrm>
              <a:off x="1938885" y="4419636"/>
              <a:ext cx="1211725" cy="523220"/>
            </a:xfrm>
            <a:prstGeom prst="rect">
              <a:avLst/>
            </a:prstGeom>
            <a:noFill/>
            <a:ln w="38100" cap="flat" cmpd="sng" algn="ctr">
              <a:noFill/>
              <a:prstDash val="solid"/>
              <a:round/>
            </a:ln>
            <a:effectLst/>
          </p:spPr>
          <p:txBody>
            <a:bodyPr rot="0" spcFirstLastPara="0" vert="horz" wrap="square" lIns="91440" tIns="45720" rIns="91440" bIns="45720" numCol="1" spcCol="0" rtlCol="0" fromWordArt="0" anchor="t" anchorCtr="0" forceAA="0" compatLnSpc="1">
              <a:spAutoFit/>
            </a:bodyP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3765" eaLnBrk="1" fontAlgn="auto" latinLnBrk="0" hangingPunct="1">
                <a:lnSpc>
                  <a:spcPct val="100000"/>
                </a:lnSpc>
                <a:spcBef>
                  <a:spcPts val="0"/>
                </a:spcBef>
                <a:spcAft>
                  <a:spcPts val="0"/>
                </a:spcAft>
                <a:buClrTx/>
                <a:buSzPct val="30000"/>
                <a:buFontTx/>
                <a:buNone/>
                <a:defRPr/>
              </a:pPr>
              <a:r>
                <a:rPr kumimoji="0" lang="en-US" altLang="zh-CN" sz="2800" b="1" i="0" u="none" strike="noStrike" kern="0" cap="none" spc="0" normalizeH="0" baseline="0" noProof="0" dirty="0">
                  <a:ln>
                    <a:noFill/>
                  </a:ln>
                  <a:solidFill>
                    <a:srgbClr val="4874CB"/>
                  </a:solidFill>
                  <a:effectLst/>
                  <a:uLnTx/>
                  <a:uFillTx/>
                  <a:latin typeface="微软雅黑"/>
                  <a:ea typeface="微软雅黑"/>
                  <a:cs typeface="+mn-cs"/>
                </a:rPr>
                <a:t>html</a:t>
              </a:r>
              <a:endParaRPr kumimoji="0" lang="en-US" altLang="zh-CN" sz="2800" b="1" i="0" u="none" strike="noStrike" kern="0" cap="none" spc="0" normalizeH="0" baseline="0" noProof="0" dirty="0">
                <a:ln>
                  <a:noFill/>
                </a:ln>
                <a:solidFill>
                  <a:srgbClr val="4874CB"/>
                </a:solidFill>
                <a:effectLst/>
                <a:uLnTx/>
                <a:uFillTx/>
                <a:latin typeface="微软雅黑"/>
                <a:ea typeface="微软雅黑"/>
                <a:cs typeface="+mn-cs"/>
              </a:endParaRPr>
            </a:p>
          </p:txBody>
        </p:sp>
      </p:grpSp>
      <p:grpSp>
        <p:nvGrpSpPr>
          <p:cNvPr id="18" name="组合 17"/>
          <p:cNvGrpSpPr/>
          <p:nvPr/>
        </p:nvGrpSpPr>
        <p:grpSpPr>
          <a:xfrm>
            <a:off x="9521010" y="3291972"/>
            <a:ext cx="1211725" cy="1211725"/>
            <a:chOff x="1938886" y="4075384"/>
            <a:chExt cx="1211725" cy="1211725"/>
          </a:xfrm>
          <a:solidFill>
            <a:srgbClr val="44546A">
              <a:lumMod val="40000"/>
              <a:lumOff val="60000"/>
            </a:srgbClr>
          </a:solidFill>
        </p:grpSpPr>
        <p:sp>
          <p:nvSpPr>
            <p:cNvPr id="19" name="椭圆 18"/>
            <p:cNvSpPr/>
            <p:nvPr/>
          </p:nvSpPr>
          <p:spPr>
            <a:xfrm>
              <a:off x="1938886" y="4075384"/>
              <a:ext cx="1211725" cy="1211725"/>
            </a:xfrm>
            <a:prstGeom prst="ellipse">
              <a:avLst/>
            </a:prstGeom>
            <a:grpFill/>
            <a:ln w="38100" cap="flat" cmpd="sng" algn="ctr">
              <a:noFill/>
              <a:prstDash val="solid"/>
              <a:round/>
            </a:ln>
            <a:effectLst/>
          </p:spPr>
          <p:txBody>
            <a:bodyPr rot="0" spcFirstLastPara="0" vert="horz" wrap="square" lIns="91440" tIns="45720" rIns="91440" bIns="45720" numCol="1" spcCol="0" rtlCol="0" fromWordArt="0" anchor="t"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alibri" panose="020F0502020204030204"/>
                <a:ea typeface="微软雅黑"/>
                <a:cs typeface="+mn-cs"/>
              </a:endParaRPr>
            </a:p>
          </p:txBody>
        </p:sp>
        <p:sp>
          <p:nvSpPr>
            <p:cNvPr id="20" name="文本框 19"/>
            <p:cNvSpPr txBox="1"/>
            <p:nvPr/>
          </p:nvSpPr>
          <p:spPr>
            <a:xfrm>
              <a:off x="1938886" y="4419636"/>
              <a:ext cx="1211725" cy="523220"/>
            </a:xfrm>
            <a:prstGeom prst="rect">
              <a:avLst/>
            </a:prstGeom>
            <a:noFill/>
            <a:ln w="38100" cap="flat" cmpd="sng" algn="ctr">
              <a:noFill/>
              <a:prstDash val="solid"/>
              <a:round/>
            </a:ln>
            <a:effectLst/>
          </p:spPr>
          <p:txBody>
            <a:bodyPr rot="0" spcFirstLastPara="0" vert="horz" wrap="square" lIns="91440" tIns="45720" rIns="91440" bIns="45720" numCol="1" spcCol="0" rtlCol="0" fromWordArt="0" anchor="t" anchorCtr="0" forceAA="0" compatLnSpc="1">
              <a:spAutoFit/>
            </a:bodyP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3765" eaLnBrk="1" fontAlgn="auto" latinLnBrk="0" hangingPunct="1">
                <a:lnSpc>
                  <a:spcPct val="100000"/>
                </a:lnSpc>
                <a:spcBef>
                  <a:spcPts val="0"/>
                </a:spcBef>
                <a:spcAft>
                  <a:spcPts val="0"/>
                </a:spcAft>
                <a:buClrTx/>
                <a:buSzPct val="30000"/>
                <a:buFontTx/>
                <a:buNone/>
                <a:defRPr/>
              </a:pPr>
              <a:r>
                <a:rPr kumimoji="0" lang="en-US" altLang="zh-CN" sz="2800" b="1" i="0" u="none" strike="noStrike" kern="0" cap="none" spc="0" normalizeH="0" baseline="0" noProof="0" dirty="0">
                  <a:ln>
                    <a:noFill/>
                  </a:ln>
                  <a:solidFill>
                    <a:prstClr val="black"/>
                  </a:solidFill>
                  <a:effectLst/>
                  <a:uLnTx/>
                  <a:uFillTx/>
                  <a:latin typeface="微软雅黑"/>
                  <a:ea typeface="微软雅黑"/>
                  <a:cs typeface="+mn-cs"/>
                </a:rPr>
                <a:t>Excel</a:t>
              </a:r>
              <a:endParaRPr kumimoji="0" lang="en-US" altLang="zh-CN" sz="2800" b="1" i="0" u="none" strike="noStrike" kern="0" cap="none" spc="0" normalizeH="0" baseline="0" noProof="0" dirty="0">
                <a:ln>
                  <a:noFill/>
                </a:ln>
                <a:solidFill>
                  <a:prstClr val="black"/>
                </a:solidFill>
                <a:effectLst/>
                <a:uLnTx/>
                <a:uFillTx/>
                <a:latin typeface="微软雅黑"/>
                <a:ea typeface="微软雅黑"/>
                <a:cs typeface="+mn-cs"/>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600"/>
                            </p:stCondLst>
                            <p:childTnLst>
                              <p:par>
                                <p:cTn id="9" presetID="10" presetClass="entr" presetSubtype="0" fill="hold" nodeType="afterEffect">
                                  <p:stCondLst>
                                    <p:cond delay="10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childTnLst>
                                </p:cTn>
                              </p:par>
                            </p:childTnLst>
                          </p:cTn>
                        </p:par>
                        <p:par>
                          <p:cTn id="12" fill="hold">
                            <p:stCondLst>
                              <p:cond delay="1200"/>
                            </p:stCondLst>
                            <p:childTnLst>
                              <p:par>
                                <p:cTn id="13" presetID="10" presetClass="entr" presetSubtype="0" fill="hold" nodeType="afterEffect">
                                  <p:stCondLst>
                                    <p:cond delay="10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childTnLst>
                          </p:cTn>
                        </p:par>
                        <p:par>
                          <p:cTn id="16" fill="hold">
                            <p:stCondLst>
                              <p:cond delay="1800"/>
                            </p:stCondLst>
                            <p:childTnLst>
                              <p:par>
                                <p:cTn id="17" presetID="10" presetClass="entr" presetSubtype="0" fill="hold" nodeType="afterEffect">
                                  <p:stCondLst>
                                    <p:cond delay="10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500"/>
                                        <p:tgtEl>
                                          <p:spTgt spid="15"/>
                                        </p:tgtEl>
                                      </p:cBhvr>
                                    </p:animEffect>
                                  </p:childTnLst>
                                </p:cTn>
                              </p:par>
                            </p:childTnLst>
                          </p:cTn>
                        </p:par>
                        <p:par>
                          <p:cTn id="20" fill="hold">
                            <p:stCondLst>
                              <p:cond delay="2400"/>
                            </p:stCondLst>
                            <p:childTnLst>
                              <p:par>
                                <p:cTn id="21" presetID="10" presetClass="entr" presetSubtype="0" fill="hold" nodeType="afterEffect">
                                  <p:stCondLst>
                                    <p:cond delay="10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7.6</a:t>
            </a:r>
            <a:endParaRPr lang="zh-CN" altLang="en-US" dirty="0"/>
          </a:p>
        </p:txBody>
      </p:sp>
      <p:sp>
        <p:nvSpPr>
          <p:cNvPr id="3" name="标题 2"/>
          <p:cNvSpPr>
            <a:spLocks noGrp="1"/>
          </p:cNvSpPr>
          <p:nvPr>
            <p:ph type="title"/>
          </p:nvPr>
        </p:nvSpPr>
        <p:spPr/>
        <p:txBody>
          <a:bodyPr/>
          <a:lstStyle/>
          <a:p>
            <a:r>
              <a:rPr lang="en-US" altLang="zh-CN" dirty="0"/>
              <a:t>pandas</a:t>
            </a:r>
            <a:endParaRPr lang="zh-CN" altLang="en-US" dirty="0"/>
          </a:p>
        </p:txBody>
      </p:sp>
      <p:sp>
        <p:nvSpPr>
          <p:cNvPr id="2" name="内容占位符 1"/>
          <p:cNvSpPr txBox="1"/>
          <p:nvPr/>
        </p:nvSpPr>
        <p:spPr>
          <a:xfrm>
            <a:off x="741823" y="1012260"/>
            <a:ext cx="10708353" cy="584776"/>
          </a:xfrm>
          <a:prstGeom prst="rect">
            <a:avLst/>
          </a:prstGeom>
          <a:noFill/>
          <a:ln>
            <a:noFill/>
          </a:ln>
          <a:effectLst/>
        </p:spPr>
        <p:txBody>
          <a:bodyPr vert="horz" lIns="91440" tIns="45720" rIns="91440" bIns="45720" rtlCol="0">
            <a:norm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50000"/>
              </a:lnSpc>
              <a:spcBef>
                <a:spcPts val="500"/>
              </a:spcBef>
              <a:defRPr/>
            </a:pPr>
            <a:r>
              <a:rPr lang="zh-CN" altLang="en-US" sz="2400" dirty="0">
                <a:solidFill>
                  <a:sysClr val="windowText" lastClr="000000"/>
                </a:solidFill>
                <a:latin typeface="微软雅黑" panose="020B0503020204020204" pitchFamily="34" charset="-122"/>
                <a:ea typeface="微软雅黑" panose="020B0503020204020204" pitchFamily="34" charset="-122"/>
              </a:rPr>
              <a:t>其主要方法如下表：</a:t>
            </a:r>
            <a:endPar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5" name="表格 4"/>
          <p:cNvGraphicFramePr>
            <a:graphicFrameLocks noGrp="1"/>
          </p:cNvGraphicFramePr>
          <p:nvPr/>
        </p:nvGraphicFramePr>
        <p:xfrm>
          <a:off x="887104" y="1699979"/>
          <a:ext cx="10417789" cy="3182745"/>
        </p:xfrm>
        <a:graphic>
          <a:graphicData uri="http://schemas.openxmlformats.org/drawingml/2006/table">
            <a:tbl>
              <a:tblPr firstRow="1" firstCol="1" bandRow="1">
                <a:tableStyleId>{5C22544A-7EE6-4342-B048-85BDC9FD1C3A}</a:tableStyleId>
              </a:tblPr>
              <a:tblGrid>
                <a:gridCol w="1494504"/>
                <a:gridCol w="3547244"/>
                <a:gridCol w="2742939"/>
                <a:gridCol w="2633102"/>
              </a:tblGrid>
              <a:tr h="580011">
                <a:tc>
                  <a:txBody>
                    <a:bodyPr/>
                    <a:lstStyle/>
                    <a:p>
                      <a:pPr algn="ctr"/>
                      <a:r>
                        <a:rPr lang="en-US" sz="2400" kern="0" dirty="0" err="1">
                          <a:effectLst/>
                          <a:latin typeface="+mj-lt"/>
                        </a:rPr>
                        <a:t>格式类型</a:t>
                      </a:r>
                      <a:endParaRPr lang="zh-CN" sz="3200" kern="100" dirty="0">
                        <a:effectLst/>
                        <a:latin typeface="+mj-lt"/>
                        <a:ea typeface="等线" panose="02010600030101010101" pitchFamily="2" charset="-122"/>
                        <a:cs typeface="Times New Roman" panose="02020603050405020304" pitchFamily="18" charset="0"/>
                      </a:endParaRPr>
                    </a:p>
                  </a:txBody>
                  <a:tcPr marL="9525" marR="9525" marT="9525" marB="9525" anchor="ctr"/>
                </a:tc>
                <a:tc>
                  <a:txBody>
                    <a:bodyPr/>
                    <a:lstStyle/>
                    <a:p>
                      <a:pPr algn="ctr"/>
                      <a:r>
                        <a:rPr lang="en-US" sz="2400" kern="0" dirty="0" err="1">
                          <a:effectLst/>
                          <a:latin typeface="+mj-lt"/>
                        </a:rPr>
                        <a:t>数据描述</a:t>
                      </a:r>
                      <a:endParaRPr lang="zh-CN" sz="3200" kern="100" dirty="0">
                        <a:effectLst/>
                        <a:latin typeface="+mj-lt"/>
                        <a:ea typeface="等线" panose="02010600030101010101" pitchFamily="2" charset="-122"/>
                        <a:cs typeface="Times New Roman" panose="02020603050405020304" pitchFamily="18" charset="0"/>
                      </a:endParaRPr>
                    </a:p>
                  </a:txBody>
                  <a:tcPr marL="9525" marR="9525" marT="9525" marB="9525" anchor="ctr"/>
                </a:tc>
                <a:tc>
                  <a:txBody>
                    <a:bodyPr/>
                    <a:lstStyle/>
                    <a:p>
                      <a:pPr algn="ctr"/>
                      <a:r>
                        <a:rPr lang="en-US" sz="2400" kern="0" dirty="0">
                          <a:effectLst/>
                          <a:latin typeface="+mj-lt"/>
                        </a:rPr>
                        <a:t>读</a:t>
                      </a:r>
                      <a:endParaRPr lang="zh-CN" sz="3200" kern="100" dirty="0">
                        <a:effectLst/>
                        <a:latin typeface="+mj-lt"/>
                        <a:ea typeface="等线" panose="02010600030101010101" pitchFamily="2" charset="-122"/>
                        <a:cs typeface="Times New Roman" panose="02020603050405020304" pitchFamily="18" charset="0"/>
                      </a:endParaRPr>
                    </a:p>
                  </a:txBody>
                  <a:tcPr marL="9525" marR="9525" marT="9525" marB="9525" anchor="ctr"/>
                </a:tc>
                <a:tc>
                  <a:txBody>
                    <a:bodyPr/>
                    <a:lstStyle/>
                    <a:p>
                      <a:pPr algn="ctr"/>
                      <a:r>
                        <a:rPr lang="en-US" sz="2400" kern="0" dirty="0">
                          <a:effectLst/>
                          <a:latin typeface="+mj-lt"/>
                        </a:rPr>
                        <a:t>写</a:t>
                      </a:r>
                      <a:endParaRPr lang="zh-CN" sz="3200" kern="100" dirty="0">
                        <a:effectLst/>
                        <a:latin typeface="+mj-lt"/>
                        <a:ea typeface="等线" panose="02010600030101010101" pitchFamily="2" charset="-122"/>
                        <a:cs typeface="Times New Roman" panose="02020603050405020304" pitchFamily="18" charset="0"/>
                      </a:endParaRPr>
                    </a:p>
                  </a:txBody>
                  <a:tcPr marL="9525" marR="9525" marT="9525" marB="9525" anchor="ctr"/>
                </a:tc>
              </a:tr>
              <a:tr h="433789">
                <a:tc>
                  <a:txBody>
                    <a:bodyPr/>
                    <a:lstStyle/>
                    <a:p>
                      <a:pPr algn="ctr"/>
                      <a:r>
                        <a:rPr lang="en-US" sz="2000" kern="0">
                          <a:effectLst/>
                          <a:latin typeface="+mj-lt"/>
                        </a:rPr>
                        <a:t>文本</a:t>
                      </a:r>
                      <a:endParaRPr lang="zh-CN" sz="2800" kern="100">
                        <a:effectLst/>
                        <a:latin typeface="+mj-lt"/>
                        <a:ea typeface="等线" panose="02010600030101010101" pitchFamily="2" charset="-122"/>
                        <a:cs typeface="Times New Roman" panose="02020603050405020304" pitchFamily="18" charset="0"/>
                      </a:endParaRPr>
                    </a:p>
                  </a:txBody>
                  <a:tcPr marL="9525" marR="9525" marT="9525" marB="9525" anchor="ctr"/>
                </a:tc>
                <a:tc>
                  <a:txBody>
                    <a:bodyPr/>
                    <a:lstStyle/>
                    <a:p>
                      <a:pPr algn="ctr"/>
                      <a:r>
                        <a:rPr lang="en-US" sz="2000" kern="0" dirty="0">
                          <a:effectLst/>
                          <a:latin typeface="+mj-lt"/>
                        </a:rPr>
                        <a:t>CSV</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sz="2000" kern="0" dirty="0">
                          <a:effectLst/>
                          <a:latin typeface="+mj-lt"/>
                        </a:rPr>
                        <a:t> </a:t>
                      </a:r>
                      <a:r>
                        <a:rPr lang="en-US" sz="2000" kern="0" dirty="0" err="1">
                          <a:effectLst/>
                          <a:latin typeface="+mj-lt"/>
                        </a:rPr>
                        <a:t>read_csv</a:t>
                      </a:r>
                      <a:r>
                        <a:rPr lang="en-US" sz="2000" kern="0" dirty="0">
                          <a:effectLst/>
                          <a:latin typeface="+mj-lt"/>
                        </a:rPr>
                        <a:t>()</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sz="2000" kern="0" dirty="0">
                          <a:effectLst/>
                          <a:latin typeface="+mj-lt"/>
                        </a:rPr>
                        <a:t> </a:t>
                      </a:r>
                      <a:r>
                        <a:rPr lang="en-US" sz="2000" kern="0" dirty="0" err="1">
                          <a:effectLst/>
                          <a:latin typeface="+mj-lt"/>
                        </a:rPr>
                        <a:t>to_csv</a:t>
                      </a:r>
                      <a:r>
                        <a:rPr lang="en-US" sz="2000" kern="0" dirty="0">
                          <a:effectLst/>
                          <a:latin typeface="+mj-lt"/>
                        </a:rPr>
                        <a:t>()</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r>
              <a:tr h="433789">
                <a:tc>
                  <a:txBody>
                    <a:bodyPr/>
                    <a:lstStyle/>
                    <a:p>
                      <a:pPr algn="ctr"/>
                      <a:r>
                        <a:rPr lang="en-US" sz="2000" kern="0" dirty="0" err="1">
                          <a:effectLst/>
                          <a:latin typeface="+mj-lt"/>
                        </a:rPr>
                        <a:t>文本</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c>
                  <a:txBody>
                    <a:bodyPr/>
                    <a:lstStyle/>
                    <a:p>
                      <a:pPr algn="ctr"/>
                      <a:r>
                        <a:rPr lang="en-US" sz="2000" kern="0" dirty="0">
                          <a:effectLst/>
                          <a:latin typeface="+mj-lt"/>
                        </a:rPr>
                        <a:t>JSON</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sz="2000" kern="0" dirty="0">
                          <a:effectLst/>
                          <a:latin typeface="+mj-lt"/>
                        </a:rPr>
                        <a:t> </a:t>
                      </a:r>
                      <a:r>
                        <a:rPr lang="en-US" sz="2000" kern="0" dirty="0" err="1">
                          <a:effectLst/>
                          <a:latin typeface="+mj-lt"/>
                        </a:rPr>
                        <a:t>read_json</a:t>
                      </a:r>
                      <a:r>
                        <a:rPr lang="en-US" sz="2000" kern="0" dirty="0">
                          <a:effectLst/>
                          <a:latin typeface="+mj-lt"/>
                        </a:rPr>
                        <a:t>()</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sz="2000" kern="0" dirty="0">
                          <a:effectLst/>
                          <a:latin typeface="+mj-lt"/>
                        </a:rPr>
                        <a:t> </a:t>
                      </a:r>
                      <a:r>
                        <a:rPr lang="en-US" sz="2000" kern="0" dirty="0" err="1">
                          <a:effectLst/>
                          <a:latin typeface="+mj-lt"/>
                        </a:rPr>
                        <a:t>to_json</a:t>
                      </a:r>
                      <a:r>
                        <a:rPr lang="en-US" sz="2000" kern="0" dirty="0">
                          <a:effectLst/>
                          <a:latin typeface="+mj-lt"/>
                        </a:rPr>
                        <a:t>()</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r>
              <a:tr h="433789">
                <a:tc>
                  <a:txBody>
                    <a:bodyPr/>
                    <a:lstStyle/>
                    <a:p>
                      <a:pPr algn="ctr"/>
                      <a:r>
                        <a:rPr lang="en-US" sz="2000" kern="0" dirty="0" err="1">
                          <a:effectLst/>
                          <a:latin typeface="+mj-lt"/>
                        </a:rPr>
                        <a:t>文本</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c>
                  <a:txBody>
                    <a:bodyPr/>
                    <a:lstStyle/>
                    <a:p>
                      <a:pPr algn="ctr"/>
                      <a:r>
                        <a:rPr lang="en-US" sz="2000" kern="0" dirty="0">
                          <a:effectLst/>
                          <a:latin typeface="+mj-lt"/>
                        </a:rPr>
                        <a:t>HTML</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sz="2000" kern="0" dirty="0">
                          <a:effectLst/>
                          <a:latin typeface="+mj-lt"/>
                        </a:rPr>
                        <a:t> </a:t>
                      </a:r>
                      <a:r>
                        <a:rPr lang="en-US" sz="2000" kern="0" dirty="0" err="1">
                          <a:effectLst/>
                          <a:latin typeface="+mj-lt"/>
                        </a:rPr>
                        <a:t>read_html</a:t>
                      </a:r>
                      <a:r>
                        <a:rPr lang="en-US" sz="2000" kern="0" dirty="0">
                          <a:effectLst/>
                          <a:latin typeface="+mj-lt"/>
                        </a:rPr>
                        <a:t>()</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sz="2000" kern="0" dirty="0">
                          <a:effectLst/>
                          <a:latin typeface="+mj-lt"/>
                        </a:rPr>
                        <a:t> </a:t>
                      </a:r>
                      <a:r>
                        <a:rPr lang="en-US" sz="2000" kern="0" dirty="0" err="1">
                          <a:effectLst/>
                          <a:latin typeface="+mj-lt"/>
                        </a:rPr>
                        <a:t>to_html</a:t>
                      </a:r>
                      <a:r>
                        <a:rPr lang="en-US" sz="2000" kern="0" dirty="0">
                          <a:effectLst/>
                          <a:latin typeface="+mj-lt"/>
                        </a:rPr>
                        <a:t>()</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r>
              <a:tr h="433789">
                <a:tc>
                  <a:txBody>
                    <a:bodyPr/>
                    <a:lstStyle/>
                    <a:p>
                      <a:pPr algn="ctr"/>
                      <a:r>
                        <a:rPr lang="en-US" sz="2000" kern="0" dirty="0" err="1">
                          <a:effectLst/>
                          <a:latin typeface="+mj-lt"/>
                        </a:rPr>
                        <a:t>二进制</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c>
                  <a:txBody>
                    <a:bodyPr/>
                    <a:lstStyle/>
                    <a:p>
                      <a:pPr algn="ctr"/>
                      <a:r>
                        <a:rPr lang="en-US" sz="2000" kern="0" dirty="0">
                          <a:effectLst/>
                          <a:latin typeface="+mj-lt"/>
                        </a:rPr>
                        <a:t>MS Excel</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sz="2000" kern="0" dirty="0">
                          <a:effectLst/>
                          <a:latin typeface="+mj-lt"/>
                        </a:rPr>
                        <a:t> </a:t>
                      </a:r>
                      <a:r>
                        <a:rPr lang="en-US" sz="2000" kern="0" dirty="0" err="1">
                          <a:effectLst/>
                          <a:latin typeface="+mj-lt"/>
                        </a:rPr>
                        <a:t>read_excel</a:t>
                      </a:r>
                      <a:r>
                        <a:rPr lang="en-US" sz="2000" kern="0" dirty="0">
                          <a:effectLst/>
                          <a:latin typeface="+mj-lt"/>
                        </a:rPr>
                        <a:t>()</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sz="2000" kern="0" dirty="0">
                          <a:effectLst/>
                          <a:latin typeface="+mj-lt"/>
                        </a:rPr>
                        <a:t> </a:t>
                      </a:r>
                      <a:r>
                        <a:rPr lang="en-US" sz="2000" kern="0" dirty="0" err="1">
                          <a:effectLst/>
                          <a:latin typeface="+mj-lt"/>
                        </a:rPr>
                        <a:t>to_excel</a:t>
                      </a:r>
                      <a:r>
                        <a:rPr lang="en-US" sz="2000" kern="0" dirty="0">
                          <a:effectLst/>
                          <a:latin typeface="+mj-lt"/>
                        </a:rPr>
                        <a:t>()</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r>
              <a:tr h="433789">
                <a:tc>
                  <a:txBody>
                    <a:bodyPr/>
                    <a:lstStyle/>
                    <a:p>
                      <a:pPr algn="ctr"/>
                      <a:r>
                        <a:rPr lang="en-US" sz="2000" kern="0" dirty="0" err="1">
                          <a:effectLst/>
                          <a:latin typeface="+mj-lt"/>
                        </a:rPr>
                        <a:t>二进制</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c>
                  <a:txBody>
                    <a:bodyPr/>
                    <a:lstStyle/>
                    <a:p>
                      <a:pPr algn="ctr"/>
                      <a:r>
                        <a:rPr lang="en-US" sz="2000" kern="0" dirty="0">
                          <a:effectLst/>
                          <a:latin typeface="+mj-lt"/>
                        </a:rPr>
                        <a:t>Python Pickle Format</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sz="2000" kern="0" dirty="0">
                          <a:effectLst/>
                          <a:latin typeface="+mj-lt"/>
                        </a:rPr>
                        <a:t> </a:t>
                      </a:r>
                      <a:r>
                        <a:rPr lang="en-US" sz="2000" kern="0" dirty="0" err="1">
                          <a:effectLst/>
                          <a:latin typeface="+mj-lt"/>
                        </a:rPr>
                        <a:t>read_pickle</a:t>
                      </a:r>
                      <a:r>
                        <a:rPr lang="en-US" sz="2000" kern="0" dirty="0">
                          <a:effectLst/>
                          <a:latin typeface="+mj-lt"/>
                        </a:rPr>
                        <a:t>()</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sz="2000" kern="0" dirty="0">
                          <a:effectLst/>
                          <a:latin typeface="+mj-lt"/>
                        </a:rPr>
                        <a:t> </a:t>
                      </a:r>
                      <a:r>
                        <a:rPr lang="en-US" sz="2000" kern="0" dirty="0" err="1">
                          <a:effectLst/>
                          <a:latin typeface="+mj-lt"/>
                        </a:rPr>
                        <a:t>to_pickle</a:t>
                      </a:r>
                      <a:r>
                        <a:rPr lang="en-US" sz="2000" kern="0" dirty="0">
                          <a:effectLst/>
                          <a:latin typeface="+mj-lt"/>
                        </a:rPr>
                        <a:t>()</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r>
              <a:tr h="433789">
                <a:tc>
                  <a:txBody>
                    <a:bodyPr/>
                    <a:lstStyle/>
                    <a:p>
                      <a:pPr algn="ctr"/>
                      <a:r>
                        <a:rPr lang="en-US" sz="2000" kern="0" dirty="0">
                          <a:effectLst/>
                          <a:latin typeface="+mj-lt"/>
                        </a:rPr>
                        <a:t>SQL</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c>
                  <a:txBody>
                    <a:bodyPr/>
                    <a:lstStyle/>
                    <a:p>
                      <a:pPr algn="ctr"/>
                      <a:r>
                        <a:rPr lang="en-US" sz="2000" kern="0" dirty="0">
                          <a:effectLst/>
                          <a:latin typeface="+mj-lt"/>
                        </a:rPr>
                        <a:t>SQL</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sz="2000" kern="0" dirty="0">
                          <a:effectLst/>
                          <a:latin typeface="+mj-lt"/>
                        </a:rPr>
                        <a:t> </a:t>
                      </a:r>
                      <a:r>
                        <a:rPr lang="en-US" sz="2000" kern="0" dirty="0" err="1">
                          <a:effectLst/>
                          <a:latin typeface="+mj-lt"/>
                        </a:rPr>
                        <a:t>read_sql</a:t>
                      </a:r>
                      <a:r>
                        <a:rPr lang="en-US" sz="2000" kern="0" dirty="0">
                          <a:effectLst/>
                          <a:latin typeface="+mj-lt"/>
                        </a:rPr>
                        <a:t>()</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c>
                  <a:txBody>
                    <a:bodyPr/>
                    <a:lstStyle/>
                    <a:p>
                      <a:pPr algn="l"/>
                      <a:r>
                        <a:rPr lang="en-US" sz="2000" kern="0" dirty="0">
                          <a:effectLst/>
                          <a:latin typeface="+mj-lt"/>
                        </a:rPr>
                        <a:t> </a:t>
                      </a:r>
                      <a:r>
                        <a:rPr lang="en-US" sz="2000" kern="0" dirty="0" err="1">
                          <a:effectLst/>
                          <a:latin typeface="+mj-lt"/>
                        </a:rPr>
                        <a:t>to_sql</a:t>
                      </a:r>
                      <a:r>
                        <a:rPr lang="en-US" sz="2000" kern="0" dirty="0">
                          <a:effectLst/>
                          <a:latin typeface="+mj-lt"/>
                        </a:rPr>
                        <a:t>()</a:t>
                      </a:r>
                      <a:endParaRPr lang="zh-CN" sz="2800" kern="100" dirty="0">
                        <a:effectLst/>
                        <a:latin typeface="+mj-lt"/>
                        <a:ea typeface="等线" panose="02010600030101010101" pitchFamily="2" charset="-122"/>
                        <a:cs typeface="Times New Roman" panose="02020603050405020304" pitchFamily="18" charset="0"/>
                      </a:endParaRPr>
                    </a:p>
                  </a:txBody>
                  <a:tcPr marL="9525" marR="9525" marT="9525" marB="9525" anchor="ctr"/>
                </a:tc>
              </a:tr>
            </a:tbl>
          </a:graphicData>
        </a:graphic>
      </p:graphicFrame>
      <p:sp>
        <p:nvSpPr>
          <p:cNvPr id="8" name="内容占位符 1"/>
          <p:cNvSpPr txBox="1"/>
          <p:nvPr/>
        </p:nvSpPr>
        <p:spPr>
          <a:xfrm>
            <a:off x="721922" y="5054490"/>
            <a:ext cx="10708353" cy="1592119"/>
          </a:xfrm>
          <a:prstGeom prst="rect">
            <a:avLst/>
          </a:prstGeom>
          <a:noFill/>
          <a:ln>
            <a:noFill/>
          </a:ln>
          <a:effectLst/>
        </p:spPr>
        <p:txBody>
          <a:bodyPr vert="horz" lIns="91440" tIns="45720" rIns="91440" bIns="45720" rtlCol="0">
            <a:normAutofit lnSpcReduction="10000"/>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50000"/>
              </a:lnSpc>
              <a:spcBef>
                <a:spcPts val="500"/>
              </a:spcBef>
              <a:defRPr/>
            </a:pPr>
            <a:r>
              <a:rPr lang="zh-CN" altLang="en-US" sz="2400" dirty="0">
                <a:solidFill>
                  <a:sysClr val="windowText" lastClr="000000"/>
                </a:solidFill>
                <a:latin typeface="微软雅黑" panose="020B0503020204020204" pitchFamily="34" charset="-122"/>
                <a:ea typeface="微软雅黑" panose="020B0503020204020204" pitchFamily="34" charset="-122"/>
              </a:rPr>
              <a:t>这些 </a:t>
            </a:r>
            <a:r>
              <a:rPr lang="en-US" altLang="zh-CN" sz="2400" dirty="0">
                <a:solidFill>
                  <a:sysClr val="windowText" lastClr="000000"/>
                </a:solidFill>
                <a:latin typeface="微软雅黑" panose="020B0503020204020204" pitchFamily="34" charset="-122"/>
                <a:ea typeface="微软雅黑" panose="020B0503020204020204" pitchFamily="34" charset="-122"/>
              </a:rPr>
              <a:t>API </a:t>
            </a:r>
            <a:r>
              <a:rPr lang="zh-CN" altLang="en-US" sz="2400" dirty="0">
                <a:solidFill>
                  <a:sysClr val="windowText" lastClr="000000"/>
                </a:solidFill>
                <a:latin typeface="微软雅黑" panose="020B0503020204020204" pitchFamily="34" charset="-122"/>
                <a:ea typeface="微软雅黑" panose="020B0503020204020204" pitchFamily="34" charset="-122"/>
              </a:rPr>
              <a:t>可以方便地把各种类型的数据读取为 </a:t>
            </a:r>
            <a:r>
              <a:rPr lang="en-US" altLang="zh-CN" sz="2400" b="1" dirty="0" err="1">
                <a:solidFill>
                  <a:schemeClr val="accent2"/>
                </a:solidFill>
                <a:latin typeface="微软雅黑" panose="020B0503020204020204" pitchFamily="34" charset="-122"/>
                <a:ea typeface="微软雅黑" panose="020B0503020204020204" pitchFamily="34" charset="-122"/>
              </a:rPr>
              <a:t>Dataframe</a:t>
            </a:r>
            <a:r>
              <a:rPr lang="en-US" altLang="zh-CN" sz="2400" b="1" dirty="0">
                <a:solidFill>
                  <a:schemeClr val="accent2"/>
                </a:solidFill>
                <a:latin typeface="微软雅黑" panose="020B0503020204020204" pitchFamily="34" charset="-122"/>
                <a:ea typeface="微软雅黑" panose="020B0503020204020204" pitchFamily="34" charset="-122"/>
              </a:rPr>
              <a:t> </a:t>
            </a:r>
            <a:r>
              <a:rPr lang="zh-CN" altLang="en-US" sz="2400" b="1" dirty="0">
                <a:solidFill>
                  <a:schemeClr val="accent2"/>
                </a:solidFill>
                <a:latin typeface="微软雅黑" panose="020B0503020204020204" pitchFamily="34" charset="-122"/>
                <a:ea typeface="微软雅黑" panose="020B0503020204020204" pitchFamily="34" charset="-122"/>
              </a:rPr>
              <a:t>格式</a:t>
            </a:r>
            <a:r>
              <a:rPr lang="zh-CN" altLang="en-US" sz="2400" dirty="0">
                <a:solidFill>
                  <a:sysClr val="windowText" lastClr="000000"/>
                </a:solidFill>
                <a:latin typeface="微软雅黑" panose="020B0503020204020204" pitchFamily="34" charset="-122"/>
                <a:ea typeface="微软雅黑" panose="020B0503020204020204" pitchFamily="34" charset="-122"/>
              </a:rPr>
              <a:t>的数据，再用利用 </a:t>
            </a:r>
            <a:r>
              <a:rPr lang="en-US" altLang="zh-CN" sz="2400" b="1" dirty="0" err="1">
                <a:solidFill>
                  <a:schemeClr val="accent2"/>
                </a:solidFill>
                <a:latin typeface="微软雅黑" panose="020B0503020204020204" pitchFamily="34" charset="-122"/>
                <a:ea typeface="微软雅黑" panose="020B0503020204020204" pitchFamily="34" charset="-122"/>
              </a:rPr>
              <a:t>tolist</a:t>
            </a:r>
            <a:r>
              <a:rPr lang="en-US" altLang="zh-CN" sz="2400" b="1" dirty="0">
                <a:solidFill>
                  <a:schemeClr val="accent2"/>
                </a:solidFill>
                <a:latin typeface="微软雅黑" panose="020B0503020204020204" pitchFamily="34" charset="-122"/>
                <a:ea typeface="微软雅黑" panose="020B0503020204020204" pitchFamily="34" charset="-122"/>
              </a:rPr>
              <a:t>() </a:t>
            </a:r>
            <a:r>
              <a:rPr lang="zh-CN" altLang="en-US" sz="2400" b="1" dirty="0">
                <a:solidFill>
                  <a:schemeClr val="accent2"/>
                </a:solidFill>
                <a:latin typeface="微软雅黑" panose="020B0503020204020204" pitchFamily="34" charset="-122"/>
                <a:ea typeface="微软雅黑" panose="020B0503020204020204" pitchFamily="34" charset="-122"/>
              </a:rPr>
              <a:t>函数</a:t>
            </a:r>
            <a:r>
              <a:rPr lang="zh-CN" altLang="en-US" sz="2400" dirty="0">
                <a:solidFill>
                  <a:sysClr val="windowText" lastClr="000000"/>
                </a:solidFill>
                <a:latin typeface="微软雅黑" panose="020B0503020204020204" pitchFamily="34" charset="-122"/>
                <a:ea typeface="微软雅黑" panose="020B0503020204020204" pitchFamily="34" charset="-122"/>
              </a:rPr>
              <a:t>便可将其转为</a:t>
            </a:r>
            <a:r>
              <a:rPr lang="zh-CN" altLang="en-US" sz="2400" b="1" dirty="0">
                <a:solidFill>
                  <a:schemeClr val="accent2"/>
                </a:solidFill>
                <a:latin typeface="微软雅黑" panose="020B0503020204020204" pitchFamily="34" charset="-122"/>
                <a:ea typeface="微软雅黑" panose="020B0503020204020204" pitchFamily="34" charset="-122"/>
              </a:rPr>
              <a:t>列表</a:t>
            </a:r>
            <a:r>
              <a:rPr lang="zh-CN" altLang="en-US" sz="2400" dirty="0">
                <a:solidFill>
                  <a:sysClr val="windowText" lastClr="000000"/>
                </a:solidFill>
                <a:latin typeface="微软雅黑" panose="020B0503020204020204" pitchFamily="34" charset="-122"/>
                <a:ea typeface="微软雅黑" panose="020B0503020204020204" pitchFamily="34" charset="-122"/>
              </a:rPr>
              <a:t>类型，这样就可以利用本章学习的方法进行数据分析和处理了。</a:t>
            </a:r>
            <a:endParaRPr kumimoji="0" lang="zh-CN" altLang="en-US" sz="2400" b="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7.6.1</a:t>
            </a:r>
            <a:endParaRPr lang="zh-CN" altLang="en-US" dirty="0"/>
          </a:p>
        </p:txBody>
      </p:sp>
      <p:sp>
        <p:nvSpPr>
          <p:cNvPr id="3" name="标题 2"/>
          <p:cNvSpPr>
            <a:spLocks noGrp="1"/>
          </p:cNvSpPr>
          <p:nvPr>
            <p:ph type="title"/>
          </p:nvPr>
        </p:nvSpPr>
        <p:spPr/>
        <p:txBody>
          <a:bodyPr/>
          <a:lstStyle/>
          <a:p>
            <a:r>
              <a:rPr lang="en-US" altLang="zh-CN" dirty="0"/>
              <a:t>Excel </a:t>
            </a:r>
            <a:r>
              <a:rPr lang="zh-CN" altLang="en-US" dirty="0"/>
              <a:t>数据</a:t>
            </a:r>
            <a:endParaRPr lang="zh-CN" altLang="en-US" dirty="0"/>
          </a:p>
        </p:txBody>
      </p:sp>
      <p:sp>
        <p:nvSpPr>
          <p:cNvPr id="2" name="内容占位符 4"/>
          <p:cNvSpPr txBox="1"/>
          <p:nvPr/>
        </p:nvSpPr>
        <p:spPr>
          <a:xfrm>
            <a:off x="838199" y="1039465"/>
            <a:ext cx="10515600" cy="3984823"/>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nSpc>
                <a:spcPct val="150000"/>
              </a:lnSpc>
              <a:buNone/>
              <a:defRPr/>
            </a:pPr>
            <a:r>
              <a:rPr lang="en-US" altLang="zh-CN" sz="2400" b="1" dirty="0">
                <a:solidFill>
                  <a:srgbClr val="0070C0"/>
                </a:solidFill>
                <a:latin typeface="微软雅黑" panose="020B0503020204020204" pitchFamily="34" charset="-122"/>
                <a:ea typeface="微软雅黑" panose="020B0503020204020204" pitchFamily="34" charset="-122"/>
              </a:rPr>
              <a:t>Excel</a:t>
            </a:r>
            <a:r>
              <a:rPr lang="zh-CN" altLang="en-US" sz="2400" b="1" dirty="0">
                <a:solidFill>
                  <a:srgbClr val="0070C0"/>
                </a:solidFill>
                <a:latin typeface="微软雅黑" panose="020B0503020204020204" pitchFamily="34" charset="-122"/>
                <a:ea typeface="微软雅黑" panose="020B0503020204020204" pitchFamily="34" charset="-122"/>
              </a:rPr>
              <a:t>文件的读取</a:t>
            </a:r>
            <a:endParaRPr kumimoji="0" lang="zh-CN" altLang="en-US"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endParaRPr>
          </a:p>
          <a:p>
            <a:pPr lvl="2"/>
            <a:endParaRPr lang="en-US" altLang="zh-CN" sz="2400" dirty="0">
              <a:solidFill>
                <a:sysClr val="windowText" lastClr="000000">
                  <a:lumMod val="85000"/>
                  <a:lumOff val="15000"/>
                </a:sysClr>
              </a:solidFill>
              <a:latin typeface="微软雅黑" panose="020B0503020204020204" pitchFamily="34" charset="-122"/>
              <a:ea typeface="微软雅黑" panose="020B0503020204020204" pitchFamily="34" charset="-122"/>
            </a:endParaRPr>
          </a:p>
          <a:p>
            <a:pPr marL="914400" lvl="2" indent="0">
              <a:lnSpc>
                <a:spcPct val="150000"/>
              </a:lnSpc>
              <a:buNone/>
            </a:pPr>
            <a:endParaRPr lang="en-US" altLang="zh-CN" sz="2400" dirty="0">
              <a:solidFill>
                <a:sysClr val="windowText" lastClr="000000">
                  <a:lumMod val="85000"/>
                  <a:lumOff val="15000"/>
                </a:sysClr>
              </a:solidFill>
              <a:latin typeface="微软雅黑" panose="020B0503020204020204" pitchFamily="34" charset="-122"/>
              <a:ea typeface="微软雅黑" panose="020B0503020204020204" pitchFamily="34" charset="-122"/>
            </a:endParaRPr>
          </a:p>
          <a:p>
            <a:pPr>
              <a:lnSpc>
                <a:spcPct val="150000"/>
              </a:lnSpc>
            </a:pP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读取 </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Excel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文件中的数据为 </a:t>
            </a:r>
            <a:r>
              <a:rPr lang="en-US" altLang="zh-CN" sz="2000" dirty="0" err="1">
                <a:solidFill>
                  <a:sysClr val="windowText" lastClr="000000">
                    <a:lumMod val="85000"/>
                    <a:lumOff val="15000"/>
                  </a:sysClr>
                </a:solidFill>
                <a:latin typeface="微软雅黑" panose="020B0503020204020204" pitchFamily="34" charset="-122"/>
                <a:ea typeface="微软雅黑" panose="020B0503020204020204" pitchFamily="34" charset="-122"/>
              </a:rPr>
              <a:t>Dataframe</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类型</a:t>
            </a:r>
            <a:endPar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endParaRPr>
          </a:p>
          <a:p>
            <a:pPr>
              <a:lnSpc>
                <a:spcPct val="150000"/>
              </a:lnSpc>
            </a:pP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使用时可能需要先用“</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pip install </a:t>
            </a:r>
            <a:r>
              <a:rPr lang="en-US" altLang="zh-CN" sz="2000" dirty="0" err="1">
                <a:solidFill>
                  <a:sysClr val="windowText" lastClr="000000">
                    <a:lumMod val="85000"/>
                    <a:lumOff val="15000"/>
                  </a:sysClr>
                </a:solidFill>
                <a:latin typeface="微软雅黑" panose="020B0503020204020204" pitchFamily="34" charset="-122"/>
                <a:ea typeface="微软雅黑" panose="020B0503020204020204" pitchFamily="34" charset="-122"/>
              </a:rPr>
              <a:t>xlrd</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安装 </a:t>
            </a:r>
            <a:r>
              <a:rPr lang="en-US" altLang="zh-CN" sz="2000" dirty="0" err="1">
                <a:solidFill>
                  <a:sysClr val="windowText" lastClr="000000">
                    <a:lumMod val="85000"/>
                    <a:lumOff val="15000"/>
                  </a:sysClr>
                </a:solidFill>
                <a:latin typeface="微软雅黑" panose="020B0503020204020204" pitchFamily="34" charset="-122"/>
                <a:ea typeface="微软雅黑" panose="020B0503020204020204" pitchFamily="34" charset="-122"/>
              </a:rPr>
              <a:t>xlrd</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模块。</a:t>
            </a:r>
            <a:endPar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endParaRPr>
          </a:p>
          <a:p>
            <a:pPr>
              <a:lnSpc>
                <a:spcPct val="150000"/>
              </a:lnSpc>
            </a:pPr>
            <a:r>
              <a:rPr lang="en-US" altLang="zh-CN" sz="2000" dirty="0" err="1">
                <a:solidFill>
                  <a:sysClr val="windowText" lastClr="000000">
                    <a:lumMod val="85000"/>
                    <a:lumOff val="15000"/>
                  </a:sysClr>
                </a:solidFill>
                <a:latin typeface="微软雅黑" panose="020B0503020204020204" pitchFamily="34" charset="-122"/>
                <a:ea typeface="微软雅黑" panose="020B0503020204020204" pitchFamily="34" charset="-122"/>
              </a:rPr>
              <a:t>read_excel</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方法大部分参数都有默认值，只需要设置少量的参数便可以完成大部分的数据读取工作。其主要参数及其意义如下：</a:t>
            </a:r>
            <a:endParaRPr kumimoji="0" lang="zh-CN" altLang="en-US" sz="20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endParaRPr>
          </a:p>
        </p:txBody>
      </p:sp>
      <p:sp>
        <p:nvSpPr>
          <p:cNvPr id="5" name="内容占位符 5"/>
          <p:cNvSpPr txBox="1"/>
          <p:nvPr/>
        </p:nvSpPr>
        <p:spPr>
          <a:xfrm>
            <a:off x="780061" y="1727659"/>
            <a:ext cx="10631877" cy="848651"/>
          </a:xfrm>
          <a:prstGeom prst="roundRect">
            <a:avLst>
              <a:gd name="adj" fmla="val 18448"/>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0" algn="ctr" eaLnBrk="0" fontAlgn="base" hangingPunct="0">
              <a:lnSpc>
                <a:spcPct val="100000"/>
              </a:lnSpc>
              <a:spcBef>
                <a:spcPct val="0"/>
              </a:spcBef>
              <a:spcAft>
                <a:spcPct val="0"/>
              </a:spcAft>
              <a:defRPr/>
            </a:pPr>
            <a:r>
              <a:rPr lang="en-US" altLang="zh-CN" sz="2400" b="1" kern="0" dirty="0" err="1">
                <a:solidFill>
                  <a:srgbClr val="FF6A02"/>
                </a:solidFill>
              </a:rPr>
              <a:t>read_excel</a:t>
            </a:r>
            <a:r>
              <a:rPr lang="en-US" altLang="zh-CN" sz="2400" b="1" kern="0" dirty="0">
                <a:solidFill>
                  <a:srgbClr val="FF02C2"/>
                </a:solidFill>
              </a:rPr>
              <a:t>()</a:t>
            </a:r>
            <a:endParaRPr lang="zh-CN" altLang="zh-CN" sz="2400" b="1" kern="0" dirty="0">
              <a:solidFill>
                <a:prstClr val="black"/>
              </a:solidFill>
            </a:endParaRPr>
          </a:p>
        </p:txBody>
      </p:sp>
      <p:sp>
        <p:nvSpPr>
          <p:cNvPr id="6" name="内容占位符 5"/>
          <p:cNvSpPr txBox="1"/>
          <p:nvPr/>
        </p:nvSpPr>
        <p:spPr>
          <a:xfrm>
            <a:off x="780060" y="5024287"/>
            <a:ext cx="10631877" cy="1700977"/>
          </a:xfrm>
          <a:prstGeom prst="roundRect">
            <a:avLst>
              <a:gd name="adj" fmla="val 18448"/>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0" eaLnBrk="0" fontAlgn="base" hangingPunct="0">
              <a:lnSpc>
                <a:spcPct val="125000"/>
              </a:lnSpc>
              <a:spcBef>
                <a:spcPct val="0"/>
              </a:spcBef>
              <a:spcAft>
                <a:spcPct val="0"/>
              </a:spcAft>
              <a:defRPr/>
            </a:pPr>
            <a:r>
              <a:rPr lang="zh-CN" altLang="zh-CN" sz="2400" b="1" dirty="0">
                <a:solidFill>
                  <a:srgbClr val="080808"/>
                </a:solidFill>
                <a:latin typeface="微软雅黑"/>
                <a:ea typeface="微软雅黑"/>
              </a:rPr>
              <a:t>pd.</a:t>
            </a:r>
            <a:r>
              <a:rPr lang="zh-CN" altLang="zh-CN" sz="2400" b="1" dirty="0">
                <a:solidFill>
                  <a:srgbClr val="FF6A02"/>
                </a:solidFill>
                <a:latin typeface="微软雅黑"/>
                <a:ea typeface="微软雅黑"/>
              </a:rPr>
              <a:t>read_excel</a:t>
            </a:r>
            <a:r>
              <a:rPr lang="zh-CN" altLang="zh-CN" sz="2400" b="1" dirty="0">
                <a:solidFill>
                  <a:srgbClr val="7102FF"/>
                </a:solidFill>
                <a:latin typeface="微软雅黑"/>
                <a:ea typeface="微软雅黑"/>
              </a:rPr>
              <a:t>(</a:t>
            </a:r>
            <a:r>
              <a:rPr lang="zh-CN" altLang="zh-CN" sz="2400" b="1" dirty="0">
                <a:solidFill>
                  <a:srgbClr val="080808"/>
                </a:solidFill>
                <a:latin typeface="微软雅黑"/>
                <a:ea typeface="微软雅黑"/>
              </a:rPr>
              <a:t>io, </a:t>
            </a:r>
            <a:r>
              <a:rPr lang="zh-CN" altLang="zh-CN" sz="2400" b="1" dirty="0">
                <a:solidFill>
                  <a:srgbClr val="660099"/>
                </a:solidFill>
                <a:latin typeface="微软雅黑"/>
                <a:ea typeface="微软雅黑"/>
              </a:rPr>
              <a:t>sheet_name</a:t>
            </a:r>
            <a:r>
              <a:rPr lang="zh-CN" altLang="zh-CN" sz="2400" b="1" dirty="0">
                <a:solidFill>
                  <a:srgbClr val="025DFF"/>
                </a:solidFill>
                <a:latin typeface="微软雅黑"/>
                <a:ea typeface="微软雅黑"/>
              </a:rPr>
              <a:t>=</a:t>
            </a:r>
            <a:r>
              <a:rPr lang="zh-CN" altLang="zh-CN" sz="2400" b="1" dirty="0">
                <a:solidFill>
                  <a:srgbClr val="171BEB"/>
                </a:solidFill>
                <a:latin typeface="微软雅黑"/>
                <a:ea typeface="微软雅黑"/>
              </a:rPr>
              <a:t>0</a:t>
            </a:r>
            <a:r>
              <a:rPr lang="zh-CN" altLang="zh-CN" sz="2400" b="1" dirty="0">
                <a:solidFill>
                  <a:srgbClr val="080808"/>
                </a:solidFill>
                <a:latin typeface="微软雅黑"/>
                <a:ea typeface="微软雅黑"/>
              </a:rPr>
              <a:t>, </a:t>
            </a:r>
            <a:r>
              <a:rPr lang="zh-CN" altLang="zh-CN" sz="2400" b="1" dirty="0">
                <a:solidFill>
                  <a:srgbClr val="660099"/>
                </a:solidFill>
                <a:latin typeface="微软雅黑"/>
                <a:ea typeface="微软雅黑"/>
              </a:rPr>
              <a:t>header</a:t>
            </a:r>
            <a:r>
              <a:rPr lang="zh-CN" altLang="zh-CN" sz="2400" b="1" dirty="0">
                <a:solidFill>
                  <a:srgbClr val="025DFF"/>
                </a:solidFill>
                <a:latin typeface="微软雅黑"/>
                <a:ea typeface="微软雅黑"/>
              </a:rPr>
              <a:t>=</a:t>
            </a:r>
            <a:r>
              <a:rPr lang="zh-CN" altLang="zh-CN" sz="2400" b="1" dirty="0">
                <a:solidFill>
                  <a:srgbClr val="171BEB"/>
                </a:solidFill>
                <a:latin typeface="微软雅黑"/>
                <a:ea typeface="微软雅黑"/>
              </a:rPr>
              <a:t>0</a:t>
            </a:r>
            <a:r>
              <a:rPr lang="zh-CN" altLang="zh-CN" sz="2400" b="1" dirty="0">
                <a:solidFill>
                  <a:srgbClr val="080808"/>
                </a:solidFill>
                <a:latin typeface="微软雅黑"/>
                <a:ea typeface="微软雅黑"/>
              </a:rPr>
              <a:t>, </a:t>
            </a:r>
            <a:r>
              <a:rPr lang="zh-CN" altLang="zh-CN" sz="2400" b="1" dirty="0">
                <a:solidFill>
                  <a:srgbClr val="660099"/>
                </a:solidFill>
                <a:latin typeface="微软雅黑"/>
                <a:ea typeface="微软雅黑"/>
              </a:rPr>
              <a:t>names</a:t>
            </a:r>
            <a:r>
              <a:rPr lang="zh-CN" altLang="zh-CN" sz="2400" b="1" dirty="0">
                <a:solidFill>
                  <a:srgbClr val="025DFF"/>
                </a:solidFill>
                <a:latin typeface="微软雅黑"/>
                <a:ea typeface="微软雅黑"/>
              </a:rPr>
              <a:t>=</a:t>
            </a:r>
            <a:r>
              <a:rPr lang="zh-CN" altLang="zh-CN" sz="2400" b="1" dirty="0">
                <a:solidFill>
                  <a:srgbClr val="F80505"/>
                </a:solidFill>
                <a:latin typeface="微软雅黑"/>
                <a:ea typeface="微软雅黑"/>
              </a:rPr>
              <a:t>None</a:t>
            </a:r>
            <a:r>
              <a:rPr lang="zh-CN" altLang="zh-CN" sz="2400" b="1" dirty="0">
                <a:solidFill>
                  <a:srgbClr val="080808"/>
                </a:solidFill>
                <a:latin typeface="微软雅黑"/>
                <a:ea typeface="微软雅黑"/>
              </a:rPr>
              <a:t>, </a:t>
            </a:r>
            <a:r>
              <a:rPr lang="zh-CN" altLang="zh-CN" sz="2400" b="1" dirty="0">
                <a:solidFill>
                  <a:srgbClr val="660099"/>
                </a:solidFill>
                <a:latin typeface="微软雅黑"/>
                <a:ea typeface="微软雅黑"/>
              </a:rPr>
              <a:t>usecols</a:t>
            </a:r>
            <a:r>
              <a:rPr lang="zh-CN" altLang="zh-CN" sz="2400" b="1" dirty="0">
                <a:solidFill>
                  <a:srgbClr val="025DFF"/>
                </a:solidFill>
                <a:latin typeface="微软雅黑"/>
                <a:ea typeface="微软雅黑"/>
              </a:rPr>
              <a:t>=</a:t>
            </a:r>
            <a:r>
              <a:rPr lang="zh-CN" altLang="zh-CN" sz="2400" b="1" dirty="0">
                <a:solidFill>
                  <a:srgbClr val="F80505"/>
                </a:solidFill>
                <a:latin typeface="微软雅黑"/>
                <a:ea typeface="微软雅黑"/>
              </a:rPr>
              <a:t>None</a:t>
            </a:r>
            <a:r>
              <a:rPr lang="zh-CN" altLang="zh-CN" sz="2400" b="1" dirty="0">
                <a:solidFill>
                  <a:srgbClr val="080808"/>
                </a:solidFill>
                <a:latin typeface="微软雅黑"/>
                <a:ea typeface="微软雅黑"/>
              </a:rPr>
              <a:t>, </a:t>
            </a:r>
            <a:r>
              <a:rPr lang="zh-CN" altLang="zh-CN" sz="2400" b="1" dirty="0">
                <a:solidFill>
                  <a:srgbClr val="660099"/>
                </a:solidFill>
                <a:latin typeface="微软雅黑"/>
                <a:ea typeface="微软雅黑"/>
              </a:rPr>
              <a:t>squeeze</a:t>
            </a:r>
            <a:r>
              <a:rPr lang="zh-CN" altLang="zh-CN" sz="2400" b="1" dirty="0">
                <a:solidFill>
                  <a:srgbClr val="025DFF"/>
                </a:solidFill>
                <a:latin typeface="微软雅黑"/>
                <a:ea typeface="微软雅黑"/>
              </a:rPr>
              <a:t>=</a:t>
            </a:r>
            <a:r>
              <a:rPr lang="zh-CN" altLang="zh-CN" sz="2400" b="1" dirty="0">
                <a:solidFill>
                  <a:srgbClr val="F80505"/>
                </a:solidFill>
                <a:latin typeface="微软雅黑"/>
                <a:ea typeface="微软雅黑"/>
              </a:rPr>
              <a:t>False</a:t>
            </a:r>
            <a:r>
              <a:rPr lang="zh-CN" altLang="zh-CN" sz="2400" b="1" dirty="0">
                <a:solidFill>
                  <a:srgbClr val="080808"/>
                </a:solidFill>
                <a:latin typeface="微软雅黑"/>
                <a:ea typeface="微软雅黑"/>
              </a:rPr>
              <a:t>,</a:t>
            </a:r>
            <a:r>
              <a:rPr lang="zh-CN" altLang="zh-CN" sz="2400" b="1" dirty="0">
                <a:solidFill>
                  <a:srgbClr val="660099"/>
                </a:solidFill>
                <a:latin typeface="微软雅黑"/>
                <a:ea typeface="微软雅黑"/>
              </a:rPr>
              <a:t>converters</a:t>
            </a:r>
            <a:r>
              <a:rPr lang="zh-CN" altLang="zh-CN" sz="2400" b="1" dirty="0">
                <a:solidFill>
                  <a:srgbClr val="025DFF"/>
                </a:solidFill>
                <a:latin typeface="微软雅黑"/>
                <a:ea typeface="微软雅黑"/>
              </a:rPr>
              <a:t>=</a:t>
            </a:r>
            <a:r>
              <a:rPr lang="zh-CN" altLang="zh-CN" sz="2400" b="1" dirty="0">
                <a:solidFill>
                  <a:srgbClr val="F80505"/>
                </a:solidFill>
                <a:latin typeface="微软雅黑"/>
                <a:ea typeface="微软雅黑"/>
              </a:rPr>
              <a:t>None</a:t>
            </a:r>
            <a:r>
              <a:rPr lang="zh-CN" altLang="zh-CN" sz="2400" b="1" dirty="0">
                <a:solidFill>
                  <a:srgbClr val="080808"/>
                </a:solidFill>
                <a:latin typeface="微软雅黑"/>
                <a:ea typeface="微软雅黑"/>
              </a:rPr>
              <a:t>, </a:t>
            </a:r>
            <a:r>
              <a:rPr lang="zh-CN" altLang="zh-CN" sz="2400" b="1" dirty="0">
                <a:solidFill>
                  <a:srgbClr val="660099"/>
                </a:solidFill>
                <a:latin typeface="微软雅黑"/>
                <a:ea typeface="微软雅黑"/>
              </a:rPr>
              <a:t>skiprows</a:t>
            </a:r>
            <a:r>
              <a:rPr lang="zh-CN" altLang="zh-CN" sz="2400" b="1" dirty="0">
                <a:solidFill>
                  <a:srgbClr val="025DFF"/>
                </a:solidFill>
                <a:latin typeface="微软雅黑"/>
                <a:ea typeface="微软雅黑"/>
              </a:rPr>
              <a:t>=</a:t>
            </a:r>
            <a:r>
              <a:rPr lang="zh-CN" altLang="zh-CN" sz="2400" b="1" dirty="0">
                <a:solidFill>
                  <a:srgbClr val="F80505"/>
                </a:solidFill>
                <a:latin typeface="微软雅黑"/>
                <a:ea typeface="微软雅黑"/>
              </a:rPr>
              <a:t>None</a:t>
            </a:r>
            <a:r>
              <a:rPr lang="zh-CN" altLang="zh-CN" sz="2400" b="1" dirty="0">
                <a:solidFill>
                  <a:srgbClr val="080808"/>
                </a:solidFill>
                <a:latin typeface="微软雅黑"/>
                <a:ea typeface="微软雅黑"/>
              </a:rPr>
              <a:t>, </a:t>
            </a:r>
            <a:r>
              <a:rPr lang="zh-CN" altLang="zh-CN" sz="2400" b="1" dirty="0">
                <a:solidFill>
                  <a:srgbClr val="660099"/>
                </a:solidFill>
                <a:latin typeface="微软雅黑"/>
                <a:ea typeface="微软雅黑"/>
              </a:rPr>
              <a:t>nrows</a:t>
            </a:r>
            <a:r>
              <a:rPr lang="zh-CN" altLang="zh-CN" sz="2400" b="1" dirty="0">
                <a:solidFill>
                  <a:srgbClr val="025DFF"/>
                </a:solidFill>
                <a:latin typeface="微软雅黑"/>
                <a:ea typeface="微软雅黑"/>
              </a:rPr>
              <a:t>=</a:t>
            </a:r>
            <a:r>
              <a:rPr lang="zh-CN" altLang="zh-CN" sz="2400" b="1" dirty="0">
                <a:solidFill>
                  <a:srgbClr val="F80505"/>
                </a:solidFill>
                <a:latin typeface="微软雅黑"/>
                <a:ea typeface="微软雅黑"/>
              </a:rPr>
              <a:t>None</a:t>
            </a:r>
            <a:r>
              <a:rPr lang="zh-CN" altLang="zh-CN" sz="2400" b="1" dirty="0">
                <a:solidFill>
                  <a:srgbClr val="080808"/>
                </a:solidFill>
                <a:latin typeface="微软雅黑"/>
                <a:ea typeface="微软雅黑"/>
              </a:rPr>
              <a:t>, </a:t>
            </a:r>
            <a:r>
              <a:rPr lang="zh-CN" altLang="zh-CN" sz="2400" b="1" dirty="0">
                <a:solidFill>
                  <a:srgbClr val="660099"/>
                </a:solidFill>
                <a:latin typeface="微软雅黑"/>
                <a:ea typeface="微软雅黑"/>
              </a:rPr>
              <a:t>skipfooter</a:t>
            </a:r>
            <a:r>
              <a:rPr lang="zh-CN" altLang="zh-CN" sz="2400" b="1" dirty="0">
                <a:solidFill>
                  <a:srgbClr val="025DFF"/>
                </a:solidFill>
                <a:latin typeface="微软雅黑"/>
                <a:ea typeface="微软雅黑"/>
              </a:rPr>
              <a:t>=</a:t>
            </a:r>
            <a:r>
              <a:rPr lang="zh-CN" altLang="zh-CN" sz="2400" b="1" dirty="0">
                <a:solidFill>
                  <a:srgbClr val="171BEB"/>
                </a:solidFill>
                <a:latin typeface="微软雅黑"/>
                <a:ea typeface="微软雅黑"/>
              </a:rPr>
              <a:t>0</a:t>
            </a:r>
            <a:r>
              <a:rPr lang="zh-CN" altLang="zh-CN" sz="2400" b="1" dirty="0">
                <a:solidFill>
                  <a:srgbClr val="7102FF"/>
                </a:solidFill>
                <a:latin typeface="微软雅黑"/>
                <a:ea typeface="微软雅黑"/>
              </a:rPr>
              <a:t>)</a:t>
            </a:r>
            <a:endParaRPr lang="zh-CN" altLang="zh-CN" sz="2400" b="1" dirty="0">
              <a:solidFill>
                <a:prstClr val="black"/>
              </a:solidFill>
              <a:latin typeface="微软雅黑"/>
              <a:ea typeface="微软雅黑"/>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fade">
                                      <p:cBhvr>
                                        <p:cTn id="12" dur="250"/>
                                        <p:tgtEl>
                                          <p:spTgt spid="2">
                                            <p:txEl>
                                              <p:pRg st="3" end="3"/>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animEffect transition="in" filter="fade">
                                      <p:cBhvr>
                                        <p:cTn id="15" dur="250"/>
                                        <p:tgtEl>
                                          <p:spTgt spid="2">
                                            <p:txEl>
                                              <p:pRg st="4" end="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
                                            <p:txEl>
                                              <p:pRg st="5" end="5"/>
                                            </p:txEl>
                                          </p:spTgt>
                                        </p:tgtEl>
                                        <p:attrNameLst>
                                          <p:attrName>style.visibility</p:attrName>
                                        </p:attrNameLst>
                                      </p:cBhvr>
                                      <p:to>
                                        <p:strVal val="visible"/>
                                      </p:to>
                                    </p:set>
                                    <p:animEffect transition="in" filter="fade">
                                      <p:cBhvr>
                                        <p:cTn id="20" dur="250"/>
                                        <p:tgtEl>
                                          <p:spTgt spid="2">
                                            <p:txEl>
                                              <p:pRg st="5" end="5"/>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2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5"/>
          <p:cNvSpPr txBox="1"/>
          <p:nvPr/>
        </p:nvSpPr>
        <p:spPr>
          <a:xfrm>
            <a:off x="780060" y="1101216"/>
            <a:ext cx="10631877" cy="1700977"/>
          </a:xfrm>
          <a:prstGeom prst="roundRect">
            <a:avLst>
              <a:gd name="adj" fmla="val 18448"/>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0" eaLnBrk="0" fontAlgn="base" hangingPunct="0">
              <a:lnSpc>
                <a:spcPct val="125000"/>
              </a:lnSpc>
              <a:spcBef>
                <a:spcPct val="0"/>
              </a:spcBef>
              <a:spcAft>
                <a:spcPct val="0"/>
              </a:spcAft>
              <a:defRPr/>
            </a:pPr>
            <a:r>
              <a:rPr lang="zh-CN" altLang="zh-CN" sz="2400" b="1" dirty="0">
                <a:solidFill>
                  <a:srgbClr val="080808"/>
                </a:solidFill>
                <a:latin typeface="微软雅黑"/>
                <a:ea typeface="微软雅黑"/>
              </a:rPr>
              <a:t>pd.</a:t>
            </a:r>
            <a:r>
              <a:rPr lang="zh-CN" altLang="zh-CN" sz="2400" b="1" dirty="0">
                <a:solidFill>
                  <a:srgbClr val="FF6A02"/>
                </a:solidFill>
                <a:latin typeface="微软雅黑"/>
                <a:ea typeface="微软雅黑"/>
              </a:rPr>
              <a:t>read_excel</a:t>
            </a:r>
            <a:r>
              <a:rPr lang="zh-CN" altLang="zh-CN" sz="2400" b="1" dirty="0">
                <a:solidFill>
                  <a:srgbClr val="7102FF"/>
                </a:solidFill>
                <a:latin typeface="微软雅黑"/>
                <a:ea typeface="微软雅黑"/>
              </a:rPr>
              <a:t>(</a:t>
            </a:r>
            <a:r>
              <a:rPr lang="zh-CN" altLang="zh-CN" sz="2400" b="1" dirty="0">
                <a:solidFill>
                  <a:srgbClr val="080808"/>
                </a:solidFill>
                <a:latin typeface="微软雅黑"/>
                <a:ea typeface="微软雅黑"/>
              </a:rPr>
              <a:t>io, </a:t>
            </a:r>
            <a:r>
              <a:rPr lang="zh-CN" altLang="zh-CN" sz="2400" b="1" dirty="0">
                <a:solidFill>
                  <a:srgbClr val="660099"/>
                </a:solidFill>
                <a:latin typeface="微软雅黑"/>
                <a:ea typeface="微软雅黑"/>
              </a:rPr>
              <a:t>sheet_name</a:t>
            </a:r>
            <a:r>
              <a:rPr lang="zh-CN" altLang="zh-CN" sz="2400" b="1" dirty="0">
                <a:solidFill>
                  <a:srgbClr val="025DFF"/>
                </a:solidFill>
                <a:latin typeface="微软雅黑"/>
                <a:ea typeface="微软雅黑"/>
              </a:rPr>
              <a:t>=</a:t>
            </a:r>
            <a:r>
              <a:rPr lang="zh-CN" altLang="zh-CN" sz="2400" b="1" dirty="0">
                <a:solidFill>
                  <a:srgbClr val="171BEB"/>
                </a:solidFill>
                <a:latin typeface="微软雅黑"/>
                <a:ea typeface="微软雅黑"/>
              </a:rPr>
              <a:t>0</a:t>
            </a:r>
            <a:r>
              <a:rPr lang="zh-CN" altLang="zh-CN" sz="2400" b="1" dirty="0">
                <a:solidFill>
                  <a:srgbClr val="080808"/>
                </a:solidFill>
                <a:latin typeface="微软雅黑"/>
                <a:ea typeface="微软雅黑"/>
              </a:rPr>
              <a:t>, </a:t>
            </a:r>
            <a:r>
              <a:rPr lang="zh-CN" altLang="zh-CN" sz="2400" b="1" dirty="0">
                <a:solidFill>
                  <a:srgbClr val="660099"/>
                </a:solidFill>
                <a:latin typeface="微软雅黑"/>
                <a:ea typeface="微软雅黑"/>
              </a:rPr>
              <a:t>header</a:t>
            </a:r>
            <a:r>
              <a:rPr lang="zh-CN" altLang="zh-CN" sz="2400" b="1" dirty="0">
                <a:solidFill>
                  <a:srgbClr val="025DFF"/>
                </a:solidFill>
                <a:latin typeface="微软雅黑"/>
                <a:ea typeface="微软雅黑"/>
              </a:rPr>
              <a:t>=</a:t>
            </a:r>
            <a:r>
              <a:rPr lang="zh-CN" altLang="zh-CN" sz="2400" b="1" dirty="0">
                <a:solidFill>
                  <a:srgbClr val="171BEB"/>
                </a:solidFill>
                <a:latin typeface="微软雅黑"/>
                <a:ea typeface="微软雅黑"/>
              </a:rPr>
              <a:t>0</a:t>
            </a:r>
            <a:r>
              <a:rPr lang="zh-CN" altLang="zh-CN" sz="2400" b="1" dirty="0">
                <a:solidFill>
                  <a:srgbClr val="080808"/>
                </a:solidFill>
                <a:latin typeface="微软雅黑"/>
                <a:ea typeface="微软雅黑"/>
              </a:rPr>
              <a:t>, </a:t>
            </a:r>
            <a:r>
              <a:rPr lang="zh-CN" altLang="zh-CN" sz="2400" b="1" dirty="0">
                <a:solidFill>
                  <a:srgbClr val="660099"/>
                </a:solidFill>
                <a:latin typeface="微软雅黑"/>
                <a:ea typeface="微软雅黑"/>
              </a:rPr>
              <a:t>names</a:t>
            </a:r>
            <a:r>
              <a:rPr lang="zh-CN" altLang="zh-CN" sz="2400" b="1" dirty="0">
                <a:solidFill>
                  <a:srgbClr val="025DFF"/>
                </a:solidFill>
                <a:latin typeface="微软雅黑"/>
                <a:ea typeface="微软雅黑"/>
              </a:rPr>
              <a:t>=</a:t>
            </a:r>
            <a:r>
              <a:rPr lang="zh-CN" altLang="zh-CN" sz="2400" b="1" dirty="0">
                <a:solidFill>
                  <a:srgbClr val="F80505"/>
                </a:solidFill>
                <a:latin typeface="微软雅黑"/>
                <a:ea typeface="微软雅黑"/>
              </a:rPr>
              <a:t>None</a:t>
            </a:r>
            <a:r>
              <a:rPr lang="zh-CN" altLang="zh-CN" sz="2400" b="1" dirty="0">
                <a:solidFill>
                  <a:srgbClr val="080808"/>
                </a:solidFill>
                <a:latin typeface="微软雅黑"/>
                <a:ea typeface="微软雅黑"/>
              </a:rPr>
              <a:t>, </a:t>
            </a:r>
            <a:r>
              <a:rPr lang="en-US" altLang="zh-CN" sz="2400" b="1" dirty="0" err="1">
                <a:solidFill>
                  <a:srgbClr val="660099"/>
                </a:solidFill>
                <a:latin typeface="微软雅黑"/>
                <a:ea typeface="微软雅黑"/>
              </a:rPr>
              <a:t>index_col</a:t>
            </a:r>
            <a:r>
              <a:rPr lang="en-US" altLang="zh-CN" sz="2400" b="1" dirty="0">
                <a:solidFill>
                  <a:srgbClr val="025DFF"/>
                </a:solidFill>
                <a:latin typeface="微软雅黑"/>
                <a:ea typeface="微软雅黑"/>
              </a:rPr>
              <a:t>=</a:t>
            </a:r>
            <a:r>
              <a:rPr lang="en-US" altLang="zh-CN" sz="2400" b="1" dirty="0">
                <a:solidFill>
                  <a:srgbClr val="F80505"/>
                </a:solidFill>
                <a:latin typeface="微软雅黑"/>
                <a:ea typeface="微软雅黑"/>
              </a:rPr>
              <a:t>None</a:t>
            </a:r>
            <a:r>
              <a:rPr lang="en-US" altLang="zh-CN" sz="2400" b="1" dirty="0">
                <a:solidFill>
                  <a:srgbClr val="080808"/>
                </a:solidFill>
                <a:latin typeface="微软雅黑"/>
                <a:ea typeface="微软雅黑"/>
              </a:rPr>
              <a:t>, </a:t>
            </a:r>
            <a:r>
              <a:rPr lang="zh-CN" altLang="zh-CN" sz="2400" b="1" dirty="0">
                <a:solidFill>
                  <a:srgbClr val="660099"/>
                </a:solidFill>
                <a:latin typeface="微软雅黑"/>
                <a:ea typeface="微软雅黑"/>
              </a:rPr>
              <a:t>usecols</a:t>
            </a:r>
            <a:r>
              <a:rPr lang="zh-CN" altLang="zh-CN" sz="2400" b="1" dirty="0">
                <a:solidFill>
                  <a:srgbClr val="025DFF"/>
                </a:solidFill>
                <a:latin typeface="微软雅黑"/>
                <a:ea typeface="微软雅黑"/>
              </a:rPr>
              <a:t>=</a:t>
            </a:r>
            <a:r>
              <a:rPr lang="zh-CN" altLang="zh-CN" sz="2400" b="1" dirty="0">
                <a:solidFill>
                  <a:srgbClr val="F80505"/>
                </a:solidFill>
                <a:latin typeface="微软雅黑"/>
                <a:ea typeface="微软雅黑"/>
              </a:rPr>
              <a:t>None</a:t>
            </a:r>
            <a:r>
              <a:rPr lang="zh-CN" altLang="zh-CN" sz="2400" b="1" dirty="0">
                <a:solidFill>
                  <a:srgbClr val="080808"/>
                </a:solidFill>
                <a:latin typeface="微软雅黑"/>
                <a:ea typeface="微软雅黑"/>
              </a:rPr>
              <a:t>, </a:t>
            </a:r>
            <a:r>
              <a:rPr lang="zh-CN" altLang="zh-CN" sz="2400" b="1" dirty="0">
                <a:solidFill>
                  <a:srgbClr val="660099"/>
                </a:solidFill>
                <a:latin typeface="微软雅黑"/>
                <a:ea typeface="微软雅黑"/>
              </a:rPr>
              <a:t>squeeze</a:t>
            </a:r>
            <a:r>
              <a:rPr lang="zh-CN" altLang="zh-CN" sz="2400" b="1" dirty="0">
                <a:solidFill>
                  <a:srgbClr val="025DFF"/>
                </a:solidFill>
                <a:latin typeface="微软雅黑"/>
                <a:ea typeface="微软雅黑"/>
              </a:rPr>
              <a:t>=</a:t>
            </a:r>
            <a:r>
              <a:rPr lang="zh-CN" altLang="zh-CN" sz="2400" b="1" dirty="0">
                <a:solidFill>
                  <a:srgbClr val="F80505"/>
                </a:solidFill>
                <a:latin typeface="微软雅黑"/>
                <a:ea typeface="微软雅黑"/>
              </a:rPr>
              <a:t>False</a:t>
            </a:r>
            <a:r>
              <a:rPr lang="zh-CN" altLang="zh-CN" sz="2400" b="1" dirty="0">
                <a:solidFill>
                  <a:srgbClr val="080808"/>
                </a:solidFill>
                <a:latin typeface="微软雅黑"/>
                <a:ea typeface="微软雅黑"/>
              </a:rPr>
              <a:t>,</a:t>
            </a:r>
            <a:r>
              <a:rPr lang="zh-CN" altLang="zh-CN" sz="2400" b="1" dirty="0">
                <a:solidFill>
                  <a:srgbClr val="660099"/>
                </a:solidFill>
                <a:latin typeface="微软雅黑"/>
                <a:ea typeface="微软雅黑"/>
              </a:rPr>
              <a:t>converters</a:t>
            </a:r>
            <a:r>
              <a:rPr lang="zh-CN" altLang="zh-CN" sz="2400" b="1" dirty="0">
                <a:solidFill>
                  <a:srgbClr val="025DFF"/>
                </a:solidFill>
                <a:latin typeface="微软雅黑"/>
                <a:ea typeface="微软雅黑"/>
              </a:rPr>
              <a:t>=</a:t>
            </a:r>
            <a:r>
              <a:rPr lang="zh-CN" altLang="zh-CN" sz="2400" b="1" dirty="0">
                <a:solidFill>
                  <a:srgbClr val="F80505"/>
                </a:solidFill>
                <a:latin typeface="微软雅黑"/>
                <a:ea typeface="微软雅黑"/>
              </a:rPr>
              <a:t>None</a:t>
            </a:r>
            <a:r>
              <a:rPr lang="zh-CN" altLang="zh-CN" sz="2400" b="1" dirty="0">
                <a:solidFill>
                  <a:srgbClr val="080808"/>
                </a:solidFill>
                <a:latin typeface="微软雅黑"/>
                <a:ea typeface="微软雅黑"/>
              </a:rPr>
              <a:t>, </a:t>
            </a:r>
            <a:r>
              <a:rPr lang="zh-CN" altLang="zh-CN" sz="2400" b="1" dirty="0">
                <a:solidFill>
                  <a:srgbClr val="660099"/>
                </a:solidFill>
                <a:latin typeface="微软雅黑"/>
                <a:ea typeface="微软雅黑"/>
              </a:rPr>
              <a:t>skiprows</a:t>
            </a:r>
            <a:r>
              <a:rPr lang="zh-CN" altLang="zh-CN" sz="2400" b="1" dirty="0">
                <a:solidFill>
                  <a:srgbClr val="025DFF"/>
                </a:solidFill>
                <a:latin typeface="微软雅黑"/>
                <a:ea typeface="微软雅黑"/>
              </a:rPr>
              <a:t>=</a:t>
            </a:r>
            <a:r>
              <a:rPr lang="zh-CN" altLang="zh-CN" sz="2400" b="1" dirty="0">
                <a:solidFill>
                  <a:srgbClr val="F80505"/>
                </a:solidFill>
                <a:latin typeface="微软雅黑"/>
                <a:ea typeface="微软雅黑"/>
              </a:rPr>
              <a:t>None</a:t>
            </a:r>
            <a:r>
              <a:rPr lang="zh-CN" altLang="zh-CN" sz="2400" b="1" dirty="0">
                <a:solidFill>
                  <a:srgbClr val="080808"/>
                </a:solidFill>
                <a:latin typeface="微软雅黑"/>
                <a:ea typeface="微软雅黑"/>
              </a:rPr>
              <a:t>, </a:t>
            </a:r>
            <a:r>
              <a:rPr lang="zh-CN" altLang="zh-CN" sz="2400" b="1" dirty="0">
                <a:solidFill>
                  <a:srgbClr val="660099"/>
                </a:solidFill>
                <a:latin typeface="微软雅黑"/>
                <a:ea typeface="微软雅黑"/>
              </a:rPr>
              <a:t>nrows</a:t>
            </a:r>
            <a:r>
              <a:rPr lang="zh-CN" altLang="zh-CN" sz="2400" b="1" dirty="0">
                <a:solidFill>
                  <a:srgbClr val="025DFF"/>
                </a:solidFill>
                <a:latin typeface="微软雅黑"/>
                <a:ea typeface="微软雅黑"/>
              </a:rPr>
              <a:t>=</a:t>
            </a:r>
            <a:r>
              <a:rPr lang="zh-CN" altLang="zh-CN" sz="2400" b="1" dirty="0">
                <a:solidFill>
                  <a:srgbClr val="F80505"/>
                </a:solidFill>
                <a:latin typeface="微软雅黑"/>
                <a:ea typeface="微软雅黑"/>
              </a:rPr>
              <a:t>None</a:t>
            </a:r>
            <a:r>
              <a:rPr lang="zh-CN" altLang="zh-CN" sz="2400" b="1" dirty="0">
                <a:solidFill>
                  <a:srgbClr val="080808"/>
                </a:solidFill>
                <a:latin typeface="微软雅黑"/>
                <a:ea typeface="微软雅黑"/>
              </a:rPr>
              <a:t>, </a:t>
            </a:r>
            <a:r>
              <a:rPr lang="zh-CN" altLang="zh-CN" sz="2400" b="1" dirty="0">
                <a:solidFill>
                  <a:srgbClr val="660099"/>
                </a:solidFill>
                <a:latin typeface="微软雅黑"/>
                <a:ea typeface="微软雅黑"/>
              </a:rPr>
              <a:t>skipfooter</a:t>
            </a:r>
            <a:r>
              <a:rPr lang="zh-CN" altLang="zh-CN" sz="2400" b="1" dirty="0">
                <a:solidFill>
                  <a:srgbClr val="025DFF"/>
                </a:solidFill>
                <a:latin typeface="微软雅黑"/>
                <a:ea typeface="微软雅黑"/>
              </a:rPr>
              <a:t>=</a:t>
            </a:r>
            <a:r>
              <a:rPr lang="zh-CN" altLang="zh-CN" sz="2400" b="1" dirty="0">
                <a:solidFill>
                  <a:srgbClr val="171BEB"/>
                </a:solidFill>
                <a:latin typeface="微软雅黑"/>
                <a:ea typeface="微软雅黑"/>
              </a:rPr>
              <a:t>0</a:t>
            </a:r>
            <a:r>
              <a:rPr lang="zh-CN" altLang="zh-CN" sz="2400" b="1" dirty="0">
                <a:solidFill>
                  <a:srgbClr val="7102FF"/>
                </a:solidFill>
                <a:latin typeface="微软雅黑"/>
                <a:ea typeface="微软雅黑"/>
              </a:rPr>
              <a:t>)</a:t>
            </a:r>
            <a:endParaRPr lang="zh-CN" altLang="zh-CN" sz="2400" b="1" dirty="0">
              <a:solidFill>
                <a:prstClr val="black"/>
              </a:solidFill>
              <a:latin typeface="微软雅黑"/>
              <a:ea typeface="微软雅黑"/>
            </a:endParaRPr>
          </a:p>
        </p:txBody>
      </p:sp>
      <p:sp>
        <p:nvSpPr>
          <p:cNvPr id="4" name="内容占位符 3"/>
          <p:cNvSpPr>
            <a:spLocks noGrp="1"/>
          </p:cNvSpPr>
          <p:nvPr>
            <p:ph sz="quarter" idx="13"/>
          </p:nvPr>
        </p:nvSpPr>
        <p:spPr/>
        <p:txBody>
          <a:bodyPr/>
          <a:lstStyle/>
          <a:p>
            <a:r>
              <a:rPr lang="en-US" altLang="zh-CN" dirty="0"/>
              <a:t>7.6.1</a:t>
            </a:r>
            <a:endParaRPr lang="zh-CN" altLang="en-US" dirty="0"/>
          </a:p>
        </p:txBody>
      </p:sp>
      <p:sp>
        <p:nvSpPr>
          <p:cNvPr id="3" name="标题 2"/>
          <p:cNvSpPr>
            <a:spLocks noGrp="1"/>
          </p:cNvSpPr>
          <p:nvPr>
            <p:ph type="title"/>
          </p:nvPr>
        </p:nvSpPr>
        <p:spPr/>
        <p:txBody>
          <a:bodyPr/>
          <a:lstStyle/>
          <a:p>
            <a:r>
              <a:rPr lang="en-US" altLang="zh-CN" dirty="0"/>
              <a:t>Excel </a:t>
            </a:r>
            <a:r>
              <a:rPr lang="zh-CN" altLang="en-US" dirty="0"/>
              <a:t>数据</a:t>
            </a:r>
            <a:endParaRPr lang="zh-CN" altLang="en-US" dirty="0"/>
          </a:p>
        </p:txBody>
      </p:sp>
      <p:sp>
        <p:nvSpPr>
          <p:cNvPr id="5" name="内容占位符 4"/>
          <p:cNvSpPr txBox="1"/>
          <p:nvPr/>
        </p:nvSpPr>
        <p:spPr>
          <a:xfrm>
            <a:off x="838200" y="2932269"/>
            <a:ext cx="10515600" cy="617176"/>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457200" indent="-457200">
              <a:lnSpc>
                <a:spcPct val="150000"/>
              </a:lnSpc>
              <a:buFont typeface="+mj-lt"/>
              <a:buAutoNum type="arabicPeriod"/>
            </a:pPr>
            <a:r>
              <a:rPr lang="en-US" altLang="zh-CN" sz="2000" b="1" dirty="0">
                <a:solidFill>
                  <a:schemeClr val="accent2"/>
                </a:solidFill>
                <a:latin typeface="微软雅黑" panose="020B0503020204020204" pitchFamily="34" charset="-122"/>
                <a:ea typeface="微软雅黑" panose="020B0503020204020204" pitchFamily="34" charset="-122"/>
              </a:rPr>
              <a:t>io</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Excel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的</a:t>
            </a:r>
            <a:r>
              <a:rPr lang="zh-CN" altLang="en-US" sz="2000" b="1" dirty="0">
                <a:solidFill>
                  <a:schemeClr val="accent2"/>
                </a:solidFill>
                <a:latin typeface="微软雅黑" panose="020B0503020204020204" pitchFamily="34" charset="-122"/>
                <a:ea typeface="微软雅黑" panose="020B0503020204020204" pitchFamily="34" charset="-122"/>
              </a:rPr>
              <a:t>存储路径</a:t>
            </a:r>
            <a:endParaRPr lang="zh-CN" altLang="en-US" sz="2000" b="1" dirty="0">
              <a:solidFill>
                <a:schemeClr val="accent2"/>
              </a:solidFill>
              <a:latin typeface="微软雅黑" panose="020B0503020204020204" pitchFamily="34" charset="-122"/>
              <a:ea typeface="微软雅黑" panose="020B0503020204020204" pitchFamily="34" charset="-122"/>
            </a:endParaRPr>
          </a:p>
        </p:txBody>
      </p:sp>
      <p:sp>
        <p:nvSpPr>
          <p:cNvPr id="6" name="矩形 5"/>
          <p:cNvSpPr/>
          <p:nvPr/>
        </p:nvSpPr>
        <p:spPr>
          <a:xfrm>
            <a:off x="3126658" y="1268361"/>
            <a:ext cx="462116" cy="462115"/>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50"/>
                                        <p:tgtEl>
                                          <p:spTgt spid="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2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内容占位符 5"/>
          <p:cNvSpPr txBox="1"/>
          <p:nvPr/>
        </p:nvSpPr>
        <p:spPr>
          <a:xfrm>
            <a:off x="780060" y="1101216"/>
            <a:ext cx="10631877" cy="1700977"/>
          </a:xfrm>
          <a:prstGeom prst="roundRect">
            <a:avLst>
              <a:gd name="adj" fmla="val 18448"/>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0" eaLnBrk="0" fontAlgn="base" hangingPunct="0">
              <a:lnSpc>
                <a:spcPct val="125000"/>
              </a:lnSpc>
              <a:spcBef>
                <a:spcPct val="0"/>
              </a:spcBef>
              <a:spcAft>
                <a:spcPct val="0"/>
              </a:spcAft>
              <a:defRPr/>
            </a:pPr>
            <a:r>
              <a:rPr lang="zh-CN" altLang="zh-CN" sz="2400" b="1" dirty="0">
                <a:solidFill>
                  <a:srgbClr val="080808"/>
                </a:solidFill>
                <a:latin typeface="微软雅黑"/>
                <a:ea typeface="微软雅黑"/>
              </a:rPr>
              <a:t>pd.</a:t>
            </a:r>
            <a:r>
              <a:rPr lang="zh-CN" altLang="zh-CN" sz="2400" b="1" dirty="0">
                <a:solidFill>
                  <a:srgbClr val="FF6A02"/>
                </a:solidFill>
                <a:latin typeface="微软雅黑"/>
                <a:ea typeface="微软雅黑"/>
              </a:rPr>
              <a:t>read_excel</a:t>
            </a:r>
            <a:r>
              <a:rPr lang="zh-CN" altLang="zh-CN" sz="2400" b="1" dirty="0">
                <a:solidFill>
                  <a:srgbClr val="7102FF"/>
                </a:solidFill>
                <a:latin typeface="微软雅黑"/>
                <a:ea typeface="微软雅黑"/>
              </a:rPr>
              <a:t>(</a:t>
            </a:r>
            <a:r>
              <a:rPr lang="zh-CN" altLang="zh-CN" sz="2400" b="1" dirty="0">
                <a:solidFill>
                  <a:srgbClr val="080808"/>
                </a:solidFill>
                <a:latin typeface="微软雅黑"/>
                <a:ea typeface="微软雅黑"/>
              </a:rPr>
              <a:t>io, </a:t>
            </a:r>
            <a:r>
              <a:rPr lang="zh-CN" altLang="zh-CN" sz="2400" b="1" dirty="0">
                <a:solidFill>
                  <a:srgbClr val="660099"/>
                </a:solidFill>
                <a:latin typeface="微软雅黑"/>
                <a:ea typeface="微软雅黑"/>
              </a:rPr>
              <a:t>sheet_name</a:t>
            </a:r>
            <a:r>
              <a:rPr lang="zh-CN" altLang="zh-CN" sz="2400" b="1" dirty="0">
                <a:solidFill>
                  <a:srgbClr val="025DFF"/>
                </a:solidFill>
                <a:latin typeface="微软雅黑"/>
                <a:ea typeface="微软雅黑"/>
              </a:rPr>
              <a:t>=</a:t>
            </a:r>
            <a:r>
              <a:rPr lang="zh-CN" altLang="zh-CN" sz="2400" b="1" dirty="0">
                <a:solidFill>
                  <a:srgbClr val="171BEB"/>
                </a:solidFill>
                <a:latin typeface="微软雅黑"/>
                <a:ea typeface="微软雅黑"/>
              </a:rPr>
              <a:t>0</a:t>
            </a:r>
            <a:r>
              <a:rPr lang="zh-CN" altLang="zh-CN" sz="2400" b="1" dirty="0">
                <a:solidFill>
                  <a:srgbClr val="080808"/>
                </a:solidFill>
                <a:latin typeface="微软雅黑"/>
                <a:ea typeface="微软雅黑"/>
              </a:rPr>
              <a:t>, </a:t>
            </a:r>
            <a:r>
              <a:rPr lang="zh-CN" altLang="zh-CN" sz="2400" b="1" dirty="0">
                <a:solidFill>
                  <a:srgbClr val="660099"/>
                </a:solidFill>
                <a:latin typeface="微软雅黑"/>
                <a:ea typeface="微软雅黑"/>
              </a:rPr>
              <a:t>header</a:t>
            </a:r>
            <a:r>
              <a:rPr lang="zh-CN" altLang="zh-CN" sz="2400" b="1" dirty="0">
                <a:solidFill>
                  <a:srgbClr val="025DFF"/>
                </a:solidFill>
                <a:latin typeface="微软雅黑"/>
                <a:ea typeface="微软雅黑"/>
              </a:rPr>
              <a:t>=</a:t>
            </a:r>
            <a:r>
              <a:rPr lang="zh-CN" altLang="zh-CN" sz="2400" b="1" dirty="0">
                <a:solidFill>
                  <a:srgbClr val="171BEB"/>
                </a:solidFill>
                <a:latin typeface="微软雅黑"/>
                <a:ea typeface="微软雅黑"/>
              </a:rPr>
              <a:t>0</a:t>
            </a:r>
            <a:r>
              <a:rPr lang="zh-CN" altLang="zh-CN" sz="2400" b="1" dirty="0">
                <a:solidFill>
                  <a:srgbClr val="080808"/>
                </a:solidFill>
                <a:latin typeface="微软雅黑"/>
                <a:ea typeface="微软雅黑"/>
              </a:rPr>
              <a:t>, </a:t>
            </a:r>
            <a:r>
              <a:rPr lang="zh-CN" altLang="zh-CN" sz="2400" b="1" dirty="0">
                <a:solidFill>
                  <a:srgbClr val="660099"/>
                </a:solidFill>
                <a:latin typeface="微软雅黑"/>
                <a:ea typeface="微软雅黑"/>
              </a:rPr>
              <a:t>names</a:t>
            </a:r>
            <a:r>
              <a:rPr lang="zh-CN" altLang="zh-CN" sz="2400" b="1" dirty="0">
                <a:solidFill>
                  <a:srgbClr val="025DFF"/>
                </a:solidFill>
                <a:latin typeface="微软雅黑"/>
                <a:ea typeface="微软雅黑"/>
              </a:rPr>
              <a:t>=</a:t>
            </a:r>
            <a:r>
              <a:rPr lang="zh-CN" altLang="zh-CN" sz="2400" b="1" dirty="0">
                <a:solidFill>
                  <a:srgbClr val="F80505"/>
                </a:solidFill>
                <a:latin typeface="微软雅黑"/>
                <a:ea typeface="微软雅黑"/>
              </a:rPr>
              <a:t>None</a:t>
            </a:r>
            <a:r>
              <a:rPr lang="zh-CN" altLang="zh-CN" sz="2400" b="1" dirty="0">
                <a:solidFill>
                  <a:srgbClr val="080808"/>
                </a:solidFill>
                <a:latin typeface="微软雅黑"/>
                <a:ea typeface="微软雅黑"/>
              </a:rPr>
              <a:t>, </a:t>
            </a:r>
            <a:r>
              <a:rPr lang="en-US" altLang="zh-CN" sz="2400" b="1" dirty="0" err="1">
                <a:solidFill>
                  <a:srgbClr val="660099"/>
                </a:solidFill>
                <a:latin typeface="微软雅黑"/>
                <a:ea typeface="微软雅黑"/>
              </a:rPr>
              <a:t>index_col</a:t>
            </a:r>
            <a:r>
              <a:rPr lang="en-US" altLang="zh-CN" sz="2400" b="1" dirty="0">
                <a:solidFill>
                  <a:srgbClr val="025DFF"/>
                </a:solidFill>
                <a:latin typeface="微软雅黑"/>
                <a:ea typeface="微软雅黑"/>
              </a:rPr>
              <a:t>=</a:t>
            </a:r>
            <a:r>
              <a:rPr lang="en-US" altLang="zh-CN" sz="2400" b="1" dirty="0">
                <a:solidFill>
                  <a:srgbClr val="F80505"/>
                </a:solidFill>
                <a:latin typeface="微软雅黑"/>
                <a:ea typeface="微软雅黑"/>
              </a:rPr>
              <a:t>None</a:t>
            </a:r>
            <a:r>
              <a:rPr lang="en-US" altLang="zh-CN" sz="2400" b="1" dirty="0">
                <a:solidFill>
                  <a:srgbClr val="080808"/>
                </a:solidFill>
                <a:latin typeface="微软雅黑"/>
                <a:ea typeface="微软雅黑"/>
              </a:rPr>
              <a:t>, </a:t>
            </a:r>
            <a:r>
              <a:rPr lang="zh-CN" altLang="zh-CN" sz="2400" b="1" dirty="0">
                <a:solidFill>
                  <a:srgbClr val="660099"/>
                </a:solidFill>
                <a:latin typeface="微软雅黑"/>
                <a:ea typeface="微软雅黑"/>
              </a:rPr>
              <a:t>usecols</a:t>
            </a:r>
            <a:r>
              <a:rPr lang="zh-CN" altLang="zh-CN" sz="2400" b="1" dirty="0">
                <a:solidFill>
                  <a:srgbClr val="025DFF"/>
                </a:solidFill>
                <a:latin typeface="微软雅黑"/>
                <a:ea typeface="微软雅黑"/>
              </a:rPr>
              <a:t>=</a:t>
            </a:r>
            <a:r>
              <a:rPr lang="zh-CN" altLang="zh-CN" sz="2400" b="1" dirty="0">
                <a:solidFill>
                  <a:srgbClr val="F80505"/>
                </a:solidFill>
                <a:latin typeface="微软雅黑"/>
                <a:ea typeface="微软雅黑"/>
              </a:rPr>
              <a:t>None</a:t>
            </a:r>
            <a:r>
              <a:rPr lang="zh-CN" altLang="zh-CN" sz="2400" b="1" dirty="0">
                <a:solidFill>
                  <a:srgbClr val="080808"/>
                </a:solidFill>
                <a:latin typeface="微软雅黑"/>
                <a:ea typeface="微软雅黑"/>
              </a:rPr>
              <a:t>, </a:t>
            </a:r>
            <a:r>
              <a:rPr lang="zh-CN" altLang="zh-CN" sz="2400" b="1" dirty="0">
                <a:solidFill>
                  <a:srgbClr val="660099"/>
                </a:solidFill>
                <a:latin typeface="微软雅黑"/>
                <a:ea typeface="微软雅黑"/>
              </a:rPr>
              <a:t>squeeze</a:t>
            </a:r>
            <a:r>
              <a:rPr lang="zh-CN" altLang="zh-CN" sz="2400" b="1" dirty="0">
                <a:solidFill>
                  <a:srgbClr val="025DFF"/>
                </a:solidFill>
                <a:latin typeface="微软雅黑"/>
                <a:ea typeface="微软雅黑"/>
              </a:rPr>
              <a:t>=</a:t>
            </a:r>
            <a:r>
              <a:rPr lang="zh-CN" altLang="zh-CN" sz="2400" b="1" dirty="0">
                <a:solidFill>
                  <a:srgbClr val="F80505"/>
                </a:solidFill>
                <a:latin typeface="微软雅黑"/>
                <a:ea typeface="微软雅黑"/>
              </a:rPr>
              <a:t>False</a:t>
            </a:r>
            <a:r>
              <a:rPr lang="zh-CN" altLang="zh-CN" sz="2400" b="1" dirty="0">
                <a:solidFill>
                  <a:srgbClr val="080808"/>
                </a:solidFill>
                <a:latin typeface="微软雅黑"/>
                <a:ea typeface="微软雅黑"/>
              </a:rPr>
              <a:t>,</a:t>
            </a:r>
            <a:r>
              <a:rPr lang="zh-CN" altLang="zh-CN" sz="2400" b="1" dirty="0">
                <a:solidFill>
                  <a:srgbClr val="660099"/>
                </a:solidFill>
                <a:latin typeface="微软雅黑"/>
                <a:ea typeface="微软雅黑"/>
              </a:rPr>
              <a:t>converters</a:t>
            </a:r>
            <a:r>
              <a:rPr lang="zh-CN" altLang="zh-CN" sz="2400" b="1" dirty="0">
                <a:solidFill>
                  <a:srgbClr val="025DFF"/>
                </a:solidFill>
                <a:latin typeface="微软雅黑"/>
                <a:ea typeface="微软雅黑"/>
              </a:rPr>
              <a:t>=</a:t>
            </a:r>
            <a:r>
              <a:rPr lang="zh-CN" altLang="zh-CN" sz="2400" b="1" dirty="0">
                <a:solidFill>
                  <a:srgbClr val="F80505"/>
                </a:solidFill>
                <a:latin typeface="微软雅黑"/>
                <a:ea typeface="微软雅黑"/>
              </a:rPr>
              <a:t>None</a:t>
            </a:r>
            <a:r>
              <a:rPr lang="zh-CN" altLang="zh-CN" sz="2400" b="1" dirty="0">
                <a:solidFill>
                  <a:srgbClr val="080808"/>
                </a:solidFill>
                <a:latin typeface="微软雅黑"/>
                <a:ea typeface="微软雅黑"/>
              </a:rPr>
              <a:t>, </a:t>
            </a:r>
            <a:r>
              <a:rPr lang="zh-CN" altLang="zh-CN" sz="2400" b="1" dirty="0">
                <a:solidFill>
                  <a:srgbClr val="660099"/>
                </a:solidFill>
                <a:latin typeface="微软雅黑"/>
                <a:ea typeface="微软雅黑"/>
              </a:rPr>
              <a:t>skiprows</a:t>
            </a:r>
            <a:r>
              <a:rPr lang="zh-CN" altLang="zh-CN" sz="2400" b="1" dirty="0">
                <a:solidFill>
                  <a:srgbClr val="025DFF"/>
                </a:solidFill>
                <a:latin typeface="微软雅黑"/>
                <a:ea typeface="微软雅黑"/>
              </a:rPr>
              <a:t>=</a:t>
            </a:r>
            <a:r>
              <a:rPr lang="zh-CN" altLang="zh-CN" sz="2400" b="1" dirty="0">
                <a:solidFill>
                  <a:srgbClr val="F80505"/>
                </a:solidFill>
                <a:latin typeface="微软雅黑"/>
                <a:ea typeface="微软雅黑"/>
              </a:rPr>
              <a:t>None</a:t>
            </a:r>
            <a:r>
              <a:rPr lang="zh-CN" altLang="zh-CN" sz="2400" b="1" dirty="0">
                <a:solidFill>
                  <a:srgbClr val="080808"/>
                </a:solidFill>
                <a:latin typeface="微软雅黑"/>
                <a:ea typeface="微软雅黑"/>
              </a:rPr>
              <a:t>, </a:t>
            </a:r>
            <a:r>
              <a:rPr lang="zh-CN" altLang="zh-CN" sz="2400" b="1" dirty="0">
                <a:solidFill>
                  <a:srgbClr val="660099"/>
                </a:solidFill>
                <a:latin typeface="微软雅黑"/>
                <a:ea typeface="微软雅黑"/>
              </a:rPr>
              <a:t>nrows</a:t>
            </a:r>
            <a:r>
              <a:rPr lang="zh-CN" altLang="zh-CN" sz="2400" b="1" dirty="0">
                <a:solidFill>
                  <a:srgbClr val="025DFF"/>
                </a:solidFill>
                <a:latin typeface="微软雅黑"/>
                <a:ea typeface="微软雅黑"/>
              </a:rPr>
              <a:t>=</a:t>
            </a:r>
            <a:r>
              <a:rPr lang="zh-CN" altLang="zh-CN" sz="2400" b="1" dirty="0">
                <a:solidFill>
                  <a:srgbClr val="F80505"/>
                </a:solidFill>
                <a:latin typeface="微软雅黑"/>
                <a:ea typeface="微软雅黑"/>
              </a:rPr>
              <a:t>None</a:t>
            </a:r>
            <a:r>
              <a:rPr lang="zh-CN" altLang="zh-CN" sz="2400" b="1" dirty="0">
                <a:solidFill>
                  <a:srgbClr val="080808"/>
                </a:solidFill>
                <a:latin typeface="微软雅黑"/>
                <a:ea typeface="微软雅黑"/>
              </a:rPr>
              <a:t>, </a:t>
            </a:r>
            <a:r>
              <a:rPr lang="zh-CN" altLang="zh-CN" sz="2400" b="1" dirty="0">
                <a:solidFill>
                  <a:srgbClr val="660099"/>
                </a:solidFill>
                <a:latin typeface="微软雅黑"/>
                <a:ea typeface="微软雅黑"/>
              </a:rPr>
              <a:t>skipfooter</a:t>
            </a:r>
            <a:r>
              <a:rPr lang="zh-CN" altLang="zh-CN" sz="2400" b="1" dirty="0">
                <a:solidFill>
                  <a:srgbClr val="025DFF"/>
                </a:solidFill>
                <a:latin typeface="微软雅黑"/>
                <a:ea typeface="微软雅黑"/>
              </a:rPr>
              <a:t>=</a:t>
            </a:r>
            <a:r>
              <a:rPr lang="zh-CN" altLang="zh-CN" sz="2400" b="1" dirty="0">
                <a:solidFill>
                  <a:srgbClr val="171BEB"/>
                </a:solidFill>
                <a:latin typeface="微软雅黑"/>
                <a:ea typeface="微软雅黑"/>
              </a:rPr>
              <a:t>0</a:t>
            </a:r>
            <a:r>
              <a:rPr lang="zh-CN" altLang="zh-CN" sz="2400" b="1" dirty="0">
                <a:solidFill>
                  <a:srgbClr val="7102FF"/>
                </a:solidFill>
                <a:latin typeface="微软雅黑"/>
                <a:ea typeface="微软雅黑"/>
              </a:rPr>
              <a:t>)</a:t>
            </a:r>
            <a:endParaRPr lang="zh-CN" altLang="zh-CN" sz="2400" b="1" dirty="0">
              <a:solidFill>
                <a:prstClr val="black"/>
              </a:solidFill>
              <a:latin typeface="微软雅黑"/>
              <a:ea typeface="微软雅黑"/>
            </a:endParaRPr>
          </a:p>
        </p:txBody>
      </p:sp>
      <p:sp>
        <p:nvSpPr>
          <p:cNvPr id="4" name="内容占位符 3"/>
          <p:cNvSpPr>
            <a:spLocks noGrp="1"/>
          </p:cNvSpPr>
          <p:nvPr>
            <p:ph sz="quarter" idx="13"/>
          </p:nvPr>
        </p:nvSpPr>
        <p:spPr/>
        <p:txBody>
          <a:bodyPr/>
          <a:lstStyle/>
          <a:p>
            <a:r>
              <a:rPr lang="en-US" altLang="zh-CN" dirty="0"/>
              <a:t>7.6.1</a:t>
            </a:r>
            <a:endParaRPr lang="zh-CN" altLang="en-US" dirty="0"/>
          </a:p>
        </p:txBody>
      </p:sp>
      <p:sp>
        <p:nvSpPr>
          <p:cNvPr id="3" name="标题 2"/>
          <p:cNvSpPr>
            <a:spLocks noGrp="1"/>
          </p:cNvSpPr>
          <p:nvPr>
            <p:ph type="title"/>
          </p:nvPr>
        </p:nvSpPr>
        <p:spPr/>
        <p:txBody>
          <a:bodyPr/>
          <a:lstStyle/>
          <a:p>
            <a:r>
              <a:rPr lang="en-US" altLang="zh-CN" dirty="0"/>
              <a:t>Excel </a:t>
            </a:r>
            <a:r>
              <a:rPr lang="zh-CN" altLang="en-US" dirty="0"/>
              <a:t>数据</a:t>
            </a:r>
            <a:endParaRPr lang="zh-CN" altLang="en-US" dirty="0"/>
          </a:p>
        </p:txBody>
      </p:sp>
      <p:sp>
        <p:nvSpPr>
          <p:cNvPr id="5" name="内容占位符 4"/>
          <p:cNvSpPr txBox="1"/>
          <p:nvPr/>
        </p:nvSpPr>
        <p:spPr>
          <a:xfrm>
            <a:off x="838200" y="2932269"/>
            <a:ext cx="10515600" cy="3539366"/>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457200" indent="-457200">
              <a:lnSpc>
                <a:spcPct val="150000"/>
              </a:lnSpc>
              <a:buFont typeface="+mj-lt"/>
              <a:buAutoNum type="arabicPeriod"/>
            </a:pPr>
            <a:r>
              <a:rPr lang="en-US" altLang="zh-CN" sz="2000" b="1" dirty="0">
                <a:solidFill>
                  <a:schemeClr val="accent2"/>
                </a:solidFill>
                <a:latin typeface="微软雅黑" panose="020B0503020204020204" pitchFamily="34" charset="-122"/>
                <a:ea typeface="微软雅黑" panose="020B0503020204020204" pitchFamily="34" charset="-122"/>
              </a:rPr>
              <a:t>io</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Excel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的</a:t>
            </a:r>
            <a:r>
              <a:rPr lang="zh-CN" altLang="en-US" sz="2000" b="1" dirty="0">
                <a:solidFill>
                  <a:schemeClr val="accent2"/>
                </a:solidFill>
                <a:latin typeface="微软雅黑" panose="020B0503020204020204" pitchFamily="34" charset="-122"/>
                <a:ea typeface="微软雅黑" panose="020B0503020204020204" pitchFamily="34" charset="-122"/>
              </a:rPr>
              <a:t>存储路径</a:t>
            </a:r>
            <a:endParaRPr lang="zh-CN" altLang="en-US" sz="2000" b="1" dirty="0">
              <a:solidFill>
                <a:schemeClr val="accent2"/>
              </a:solidFill>
              <a:latin typeface="微软雅黑" panose="020B0503020204020204" pitchFamily="34" charset="-122"/>
              <a:ea typeface="微软雅黑" panose="020B0503020204020204" pitchFamily="34" charset="-122"/>
            </a:endParaRPr>
          </a:p>
          <a:p>
            <a:pPr marL="457200" indent="-457200">
              <a:lnSpc>
                <a:spcPct val="150000"/>
              </a:lnSpc>
              <a:buFont typeface="+mj-lt"/>
              <a:buAutoNum type="arabicPeriod"/>
            </a:pPr>
            <a:r>
              <a:rPr lang="en-US" altLang="zh-CN" sz="2000" b="1" dirty="0" err="1">
                <a:solidFill>
                  <a:schemeClr val="accent2"/>
                </a:solidFill>
                <a:latin typeface="微软雅黑" panose="020B0503020204020204" pitchFamily="34" charset="-122"/>
                <a:ea typeface="微软雅黑" panose="020B0503020204020204" pitchFamily="34" charset="-122"/>
              </a:rPr>
              <a:t>sheet_name</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：要读取的</a:t>
            </a:r>
            <a:r>
              <a:rPr lang="zh-CN" altLang="en-US" sz="2000" b="1" dirty="0">
                <a:solidFill>
                  <a:schemeClr val="accent2"/>
                </a:solidFill>
                <a:latin typeface="微软雅黑" panose="020B0503020204020204" pitchFamily="34" charset="-122"/>
                <a:ea typeface="微软雅黑" panose="020B0503020204020204" pitchFamily="34" charset="-122"/>
              </a:rPr>
              <a:t>工作表名称</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，默认读取第一个工作表。可以是整型数字、列表名或 </a:t>
            </a:r>
            <a:r>
              <a:rPr lang="en-US" altLang="zh-CN" sz="2000" dirty="0" err="1">
                <a:solidFill>
                  <a:sysClr val="windowText" lastClr="000000">
                    <a:lumMod val="85000"/>
                    <a:lumOff val="15000"/>
                  </a:sysClr>
                </a:solidFill>
                <a:latin typeface="微软雅黑" panose="020B0503020204020204" pitchFamily="34" charset="-122"/>
                <a:ea typeface="微软雅黑" panose="020B0503020204020204" pitchFamily="34" charset="-122"/>
              </a:rPr>
              <a:t>SheetN</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a:t>
            </a:r>
            <a:endPar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endParaRPr>
          </a:p>
          <a:p>
            <a:pPr lvl="1">
              <a:lnSpc>
                <a:spcPct val="150000"/>
              </a:lnSpc>
            </a:pP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整型数字：目标 </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sheet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所在的位置，以 </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0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为起始，比如 </a:t>
            </a:r>
            <a:r>
              <a:rPr lang="en-US" altLang="zh-CN" sz="2000" dirty="0" err="1">
                <a:solidFill>
                  <a:sysClr val="windowText" lastClr="000000">
                    <a:lumMod val="85000"/>
                    <a:lumOff val="15000"/>
                  </a:sysClr>
                </a:solidFill>
                <a:latin typeface="微软雅黑" panose="020B0503020204020204" pitchFamily="34" charset="-122"/>
                <a:ea typeface="微软雅黑" panose="020B0503020204020204" pitchFamily="34" charset="-122"/>
              </a:rPr>
              <a:t>sheet_name</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 = 1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代表第 </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2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个工作表。</a:t>
            </a:r>
            <a:endPar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endParaRPr>
          </a:p>
          <a:p>
            <a:pPr lvl="1">
              <a:lnSpc>
                <a:spcPct val="150000"/>
              </a:lnSpc>
            </a:pP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列表名：目标 </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sheet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的名称，中英文皆可。</a:t>
            </a:r>
            <a:endPar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endParaRPr>
          </a:p>
          <a:p>
            <a:pPr lvl="1">
              <a:lnSpc>
                <a:spcPct val="150000"/>
              </a:lnSpc>
            </a:pPr>
            <a:r>
              <a:rPr lang="en-US" altLang="zh-CN" sz="2000" dirty="0" err="1">
                <a:solidFill>
                  <a:sysClr val="windowText" lastClr="000000">
                    <a:lumMod val="85000"/>
                    <a:lumOff val="15000"/>
                  </a:sysClr>
                </a:solidFill>
                <a:latin typeface="微软雅黑" panose="020B0503020204020204" pitchFamily="34" charset="-122"/>
                <a:ea typeface="微软雅黑" panose="020B0503020204020204" pitchFamily="34" charset="-122"/>
              </a:rPr>
              <a:t>SheetN</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：代表第 </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N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个 </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sheet</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S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要大写，注意与整型数字的区别。</a:t>
            </a:r>
            <a:endPar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endParaRPr>
          </a:p>
        </p:txBody>
      </p:sp>
      <p:sp>
        <p:nvSpPr>
          <p:cNvPr id="7" name="内容占位符 4"/>
          <p:cNvSpPr txBox="1"/>
          <p:nvPr/>
        </p:nvSpPr>
        <p:spPr>
          <a:xfrm>
            <a:off x="838200" y="2932269"/>
            <a:ext cx="10515600" cy="617176"/>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457200" indent="-457200">
              <a:lnSpc>
                <a:spcPct val="150000"/>
              </a:lnSpc>
              <a:buFont typeface="+mj-lt"/>
              <a:buAutoNum type="arabicPeriod"/>
            </a:pPr>
            <a:r>
              <a:rPr lang="en-US" altLang="zh-CN" sz="2000" b="1" dirty="0">
                <a:solidFill>
                  <a:schemeClr val="accent2"/>
                </a:solidFill>
                <a:latin typeface="微软雅黑" panose="020B0503020204020204" pitchFamily="34" charset="-122"/>
                <a:ea typeface="微软雅黑" panose="020B0503020204020204" pitchFamily="34" charset="-122"/>
              </a:rPr>
              <a:t>io</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Excel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的</a:t>
            </a:r>
            <a:r>
              <a:rPr lang="zh-CN" altLang="en-US" sz="2000" b="1" dirty="0">
                <a:solidFill>
                  <a:schemeClr val="accent2"/>
                </a:solidFill>
                <a:latin typeface="微软雅黑" panose="020B0503020204020204" pitchFamily="34" charset="-122"/>
                <a:ea typeface="微软雅黑" panose="020B0503020204020204" pitchFamily="34" charset="-122"/>
              </a:rPr>
              <a:t>存储路径</a:t>
            </a:r>
            <a:endParaRPr lang="zh-CN" altLang="en-US" sz="2000" b="1" dirty="0">
              <a:solidFill>
                <a:schemeClr val="accent2"/>
              </a:solidFill>
              <a:latin typeface="微软雅黑" panose="020B0503020204020204" pitchFamily="34" charset="-122"/>
              <a:ea typeface="微软雅黑" panose="020B0503020204020204" pitchFamily="34" charset="-122"/>
            </a:endParaRPr>
          </a:p>
        </p:txBody>
      </p:sp>
      <p:sp>
        <p:nvSpPr>
          <p:cNvPr id="8" name="矩形 7"/>
          <p:cNvSpPr/>
          <p:nvPr/>
        </p:nvSpPr>
        <p:spPr>
          <a:xfrm>
            <a:off x="3588779" y="1268361"/>
            <a:ext cx="1917285" cy="462115"/>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59:morph option="byObject"/>
      </p:transition>
    </mc:Choice>
    <mc:Fallback>
      <p:transition spd="slow">
        <p:fade/>
      </p:transition>
    </mc:Fallback>
  </mc:AlternateContent>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5"/>
          <p:cNvSpPr txBox="1"/>
          <p:nvPr/>
        </p:nvSpPr>
        <p:spPr>
          <a:xfrm>
            <a:off x="780060" y="1101216"/>
            <a:ext cx="10631877" cy="1700977"/>
          </a:xfrm>
          <a:prstGeom prst="roundRect">
            <a:avLst>
              <a:gd name="adj" fmla="val 18448"/>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0" eaLnBrk="0" fontAlgn="base" hangingPunct="0">
              <a:lnSpc>
                <a:spcPct val="125000"/>
              </a:lnSpc>
              <a:spcBef>
                <a:spcPct val="0"/>
              </a:spcBef>
              <a:spcAft>
                <a:spcPct val="0"/>
              </a:spcAft>
              <a:defRPr/>
            </a:pPr>
            <a:r>
              <a:rPr lang="zh-CN" altLang="zh-CN" sz="2400" b="1" dirty="0">
                <a:solidFill>
                  <a:srgbClr val="080808"/>
                </a:solidFill>
                <a:latin typeface="微软雅黑"/>
                <a:ea typeface="微软雅黑"/>
              </a:rPr>
              <a:t>pd.</a:t>
            </a:r>
            <a:r>
              <a:rPr lang="zh-CN" altLang="zh-CN" sz="2400" b="1" dirty="0">
                <a:solidFill>
                  <a:srgbClr val="FF6A02"/>
                </a:solidFill>
                <a:latin typeface="微软雅黑"/>
                <a:ea typeface="微软雅黑"/>
              </a:rPr>
              <a:t>read_excel</a:t>
            </a:r>
            <a:r>
              <a:rPr lang="zh-CN" altLang="zh-CN" sz="2400" b="1" dirty="0">
                <a:solidFill>
                  <a:srgbClr val="7102FF"/>
                </a:solidFill>
                <a:latin typeface="微软雅黑"/>
                <a:ea typeface="微软雅黑"/>
              </a:rPr>
              <a:t>(</a:t>
            </a:r>
            <a:r>
              <a:rPr lang="zh-CN" altLang="zh-CN" sz="2400" b="1" dirty="0">
                <a:solidFill>
                  <a:srgbClr val="080808"/>
                </a:solidFill>
                <a:latin typeface="微软雅黑"/>
                <a:ea typeface="微软雅黑"/>
              </a:rPr>
              <a:t>io, </a:t>
            </a:r>
            <a:r>
              <a:rPr lang="zh-CN" altLang="zh-CN" sz="2400" b="1" dirty="0">
                <a:solidFill>
                  <a:srgbClr val="660099"/>
                </a:solidFill>
                <a:latin typeface="微软雅黑"/>
                <a:ea typeface="微软雅黑"/>
              </a:rPr>
              <a:t>sheet_name</a:t>
            </a:r>
            <a:r>
              <a:rPr lang="zh-CN" altLang="zh-CN" sz="2400" b="1" dirty="0">
                <a:solidFill>
                  <a:srgbClr val="025DFF"/>
                </a:solidFill>
                <a:latin typeface="微软雅黑"/>
                <a:ea typeface="微软雅黑"/>
              </a:rPr>
              <a:t>=</a:t>
            </a:r>
            <a:r>
              <a:rPr lang="zh-CN" altLang="zh-CN" sz="2400" b="1" dirty="0">
                <a:solidFill>
                  <a:srgbClr val="171BEB"/>
                </a:solidFill>
                <a:latin typeface="微软雅黑"/>
                <a:ea typeface="微软雅黑"/>
              </a:rPr>
              <a:t>0</a:t>
            </a:r>
            <a:r>
              <a:rPr lang="zh-CN" altLang="zh-CN" sz="2400" b="1" dirty="0">
                <a:solidFill>
                  <a:srgbClr val="080808"/>
                </a:solidFill>
                <a:latin typeface="微软雅黑"/>
                <a:ea typeface="微软雅黑"/>
              </a:rPr>
              <a:t>, </a:t>
            </a:r>
            <a:r>
              <a:rPr lang="zh-CN" altLang="zh-CN" sz="2400" b="1" dirty="0">
                <a:solidFill>
                  <a:srgbClr val="660099"/>
                </a:solidFill>
                <a:latin typeface="微软雅黑"/>
                <a:ea typeface="微软雅黑"/>
              </a:rPr>
              <a:t>header</a:t>
            </a:r>
            <a:r>
              <a:rPr lang="zh-CN" altLang="zh-CN" sz="2400" b="1" dirty="0">
                <a:solidFill>
                  <a:srgbClr val="025DFF"/>
                </a:solidFill>
                <a:latin typeface="微软雅黑"/>
                <a:ea typeface="微软雅黑"/>
              </a:rPr>
              <a:t>=</a:t>
            </a:r>
            <a:r>
              <a:rPr lang="zh-CN" altLang="zh-CN" sz="2400" b="1" dirty="0">
                <a:solidFill>
                  <a:srgbClr val="171BEB"/>
                </a:solidFill>
                <a:latin typeface="微软雅黑"/>
                <a:ea typeface="微软雅黑"/>
              </a:rPr>
              <a:t>0</a:t>
            </a:r>
            <a:r>
              <a:rPr lang="zh-CN" altLang="zh-CN" sz="2400" b="1" dirty="0">
                <a:solidFill>
                  <a:srgbClr val="080808"/>
                </a:solidFill>
                <a:latin typeface="微软雅黑"/>
                <a:ea typeface="微软雅黑"/>
              </a:rPr>
              <a:t>, </a:t>
            </a:r>
            <a:r>
              <a:rPr lang="zh-CN" altLang="zh-CN" sz="2400" b="1" dirty="0">
                <a:solidFill>
                  <a:srgbClr val="660099"/>
                </a:solidFill>
                <a:latin typeface="微软雅黑"/>
                <a:ea typeface="微软雅黑"/>
              </a:rPr>
              <a:t>names</a:t>
            </a:r>
            <a:r>
              <a:rPr lang="zh-CN" altLang="zh-CN" sz="2400" b="1" dirty="0">
                <a:solidFill>
                  <a:srgbClr val="025DFF"/>
                </a:solidFill>
                <a:latin typeface="微软雅黑"/>
                <a:ea typeface="微软雅黑"/>
              </a:rPr>
              <a:t>=</a:t>
            </a:r>
            <a:r>
              <a:rPr lang="zh-CN" altLang="zh-CN" sz="2400" b="1" dirty="0">
                <a:solidFill>
                  <a:srgbClr val="F80505"/>
                </a:solidFill>
                <a:latin typeface="微软雅黑"/>
                <a:ea typeface="微软雅黑"/>
              </a:rPr>
              <a:t>None</a:t>
            </a:r>
            <a:r>
              <a:rPr lang="zh-CN" altLang="zh-CN" sz="2400" b="1" dirty="0">
                <a:solidFill>
                  <a:srgbClr val="080808"/>
                </a:solidFill>
                <a:latin typeface="微软雅黑"/>
                <a:ea typeface="微软雅黑"/>
              </a:rPr>
              <a:t>, </a:t>
            </a:r>
            <a:r>
              <a:rPr lang="en-US" altLang="zh-CN" sz="2400" b="1" dirty="0" err="1">
                <a:solidFill>
                  <a:srgbClr val="660099"/>
                </a:solidFill>
                <a:latin typeface="微软雅黑"/>
                <a:ea typeface="微软雅黑"/>
              </a:rPr>
              <a:t>index_col</a:t>
            </a:r>
            <a:r>
              <a:rPr lang="en-US" altLang="zh-CN" sz="2400" b="1" dirty="0">
                <a:solidFill>
                  <a:srgbClr val="025DFF"/>
                </a:solidFill>
                <a:latin typeface="微软雅黑"/>
                <a:ea typeface="微软雅黑"/>
              </a:rPr>
              <a:t>=</a:t>
            </a:r>
            <a:r>
              <a:rPr lang="en-US" altLang="zh-CN" sz="2400" b="1" dirty="0">
                <a:solidFill>
                  <a:srgbClr val="F80505"/>
                </a:solidFill>
                <a:latin typeface="微软雅黑"/>
                <a:ea typeface="微软雅黑"/>
              </a:rPr>
              <a:t>None</a:t>
            </a:r>
            <a:r>
              <a:rPr lang="en-US" altLang="zh-CN" sz="2400" b="1" dirty="0">
                <a:solidFill>
                  <a:srgbClr val="080808"/>
                </a:solidFill>
                <a:latin typeface="微软雅黑"/>
                <a:ea typeface="微软雅黑"/>
              </a:rPr>
              <a:t>, </a:t>
            </a:r>
            <a:r>
              <a:rPr lang="zh-CN" altLang="zh-CN" sz="2400" b="1" dirty="0">
                <a:solidFill>
                  <a:srgbClr val="660099"/>
                </a:solidFill>
                <a:latin typeface="微软雅黑"/>
                <a:ea typeface="微软雅黑"/>
              </a:rPr>
              <a:t>usecols</a:t>
            </a:r>
            <a:r>
              <a:rPr lang="zh-CN" altLang="zh-CN" sz="2400" b="1" dirty="0">
                <a:solidFill>
                  <a:srgbClr val="025DFF"/>
                </a:solidFill>
                <a:latin typeface="微软雅黑"/>
                <a:ea typeface="微软雅黑"/>
              </a:rPr>
              <a:t>=</a:t>
            </a:r>
            <a:r>
              <a:rPr lang="zh-CN" altLang="zh-CN" sz="2400" b="1" dirty="0">
                <a:solidFill>
                  <a:srgbClr val="F80505"/>
                </a:solidFill>
                <a:latin typeface="微软雅黑"/>
                <a:ea typeface="微软雅黑"/>
              </a:rPr>
              <a:t>None</a:t>
            </a:r>
            <a:r>
              <a:rPr lang="zh-CN" altLang="zh-CN" sz="2400" b="1" dirty="0">
                <a:solidFill>
                  <a:srgbClr val="080808"/>
                </a:solidFill>
                <a:latin typeface="微软雅黑"/>
                <a:ea typeface="微软雅黑"/>
              </a:rPr>
              <a:t>, </a:t>
            </a:r>
            <a:r>
              <a:rPr lang="zh-CN" altLang="zh-CN" sz="2400" b="1" dirty="0">
                <a:solidFill>
                  <a:srgbClr val="660099"/>
                </a:solidFill>
                <a:latin typeface="微软雅黑"/>
                <a:ea typeface="微软雅黑"/>
              </a:rPr>
              <a:t>squeeze</a:t>
            </a:r>
            <a:r>
              <a:rPr lang="zh-CN" altLang="zh-CN" sz="2400" b="1" dirty="0">
                <a:solidFill>
                  <a:srgbClr val="025DFF"/>
                </a:solidFill>
                <a:latin typeface="微软雅黑"/>
                <a:ea typeface="微软雅黑"/>
              </a:rPr>
              <a:t>=</a:t>
            </a:r>
            <a:r>
              <a:rPr lang="zh-CN" altLang="zh-CN" sz="2400" b="1" dirty="0">
                <a:solidFill>
                  <a:srgbClr val="F80505"/>
                </a:solidFill>
                <a:latin typeface="微软雅黑"/>
                <a:ea typeface="微软雅黑"/>
              </a:rPr>
              <a:t>False</a:t>
            </a:r>
            <a:r>
              <a:rPr lang="zh-CN" altLang="zh-CN" sz="2400" b="1" dirty="0">
                <a:solidFill>
                  <a:srgbClr val="080808"/>
                </a:solidFill>
                <a:latin typeface="微软雅黑"/>
                <a:ea typeface="微软雅黑"/>
              </a:rPr>
              <a:t>,</a:t>
            </a:r>
            <a:r>
              <a:rPr lang="zh-CN" altLang="zh-CN" sz="2400" b="1" dirty="0">
                <a:solidFill>
                  <a:srgbClr val="660099"/>
                </a:solidFill>
                <a:latin typeface="微软雅黑"/>
                <a:ea typeface="微软雅黑"/>
              </a:rPr>
              <a:t>converters</a:t>
            </a:r>
            <a:r>
              <a:rPr lang="zh-CN" altLang="zh-CN" sz="2400" b="1" dirty="0">
                <a:solidFill>
                  <a:srgbClr val="025DFF"/>
                </a:solidFill>
                <a:latin typeface="微软雅黑"/>
                <a:ea typeface="微软雅黑"/>
              </a:rPr>
              <a:t>=</a:t>
            </a:r>
            <a:r>
              <a:rPr lang="zh-CN" altLang="zh-CN" sz="2400" b="1" dirty="0">
                <a:solidFill>
                  <a:srgbClr val="F80505"/>
                </a:solidFill>
                <a:latin typeface="微软雅黑"/>
                <a:ea typeface="微软雅黑"/>
              </a:rPr>
              <a:t>None</a:t>
            </a:r>
            <a:r>
              <a:rPr lang="zh-CN" altLang="zh-CN" sz="2400" b="1" dirty="0">
                <a:solidFill>
                  <a:srgbClr val="080808"/>
                </a:solidFill>
                <a:latin typeface="微软雅黑"/>
                <a:ea typeface="微软雅黑"/>
              </a:rPr>
              <a:t>, </a:t>
            </a:r>
            <a:r>
              <a:rPr lang="zh-CN" altLang="zh-CN" sz="2400" b="1" dirty="0">
                <a:solidFill>
                  <a:srgbClr val="660099"/>
                </a:solidFill>
                <a:latin typeface="微软雅黑"/>
                <a:ea typeface="微软雅黑"/>
              </a:rPr>
              <a:t>skiprows</a:t>
            </a:r>
            <a:r>
              <a:rPr lang="zh-CN" altLang="zh-CN" sz="2400" b="1" dirty="0">
                <a:solidFill>
                  <a:srgbClr val="025DFF"/>
                </a:solidFill>
                <a:latin typeface="微软雅黑"/>
                <a:ea typeface="微软雅黑"/>
              </a:rPr>
              <a:t>=</a:t>
            </a:r>
            <a:r>
              <a:rPr lang="zh-CN" altLang="zh-CN" sz="2400" b="1" dirty="0">
                <a:solidFill>
                  <a:srgbClr val="F80505"/>
                </a:solidFill>
                <a:latin typeface="微软雅黑"/>
                <a:ea typeface="微软雅黑"/>
              </a:rPr>
              <a:t>None</a:t>
            </a:r>
            <a:r>
              <a:rPr lang="zh-CN" altLang="zh-CN" sz="2400" b="1" dirty="0">
                <a:solidFill>
                  <a:srgbClr val="080808"/>
                </a:solidFill>
                <a:latin typeface="微软雅黑"/>
                <a:ea typeface="微软雅黑"/>
              </a:rPr>
              <a:t>, </a:t>
            </a:r>
            <a:r>
              <a:rPr lang="zh-CN" altLang="zh-CN" sz="2400" b="1" dirty="0">
                <a:solidFill>
                  <a:srgbClr val="660099"/>
                </a:solidFill>
                <a:latin typeface="微软雅黑"/>
                <a:ea typeface="微软雅黑"/>
              </a:rPr>
              <a:t>nrows</a:t>
            </a:r>
            <a:r>
              <a:rPr lang="zh-CN" altLang="zh-CN" sz="2400" b="1" dirty="0">
                <a:solidFill>
                  <a:srgbClr val="025DFF"/>
                </a:solidFill>
                <a:latin typeface="微软雅黑"/>
                <a:ea typeface="微软雅黑"/>
              </a:rPr>
              <a:t>=</a:t>
            </a:r>
            <a:r>
              <a:rPr lang="zh-CN" altLang="zh-CN" sz="2400" b="1" dirty="0">
                <a:solidFill>
                  <a:srgbClr val="F80505"/>
                </a:solidFill>
                <a:latin typeface="微软雅黑"/>
                <a:ea typeface="微软雅黑"/>
              </a:rPr>
              <a:t>None</a:t>
            </a:r>
            <a:r>
              <a:rPr lang="zh-CN" altLang="zh-CN" sz="2400" b="1" dirty="0">
                <a:solidFill>
                  <a:srgbClr val="080808"/>
                </a:solidFill>
                <a:latin typeface="微软雅黑"/>
                <a:ea typeface="微软雅黑"/>
              </a:rPr>
              <a:t>, </a:t>
            </a:r>
            <a:r>
              <a:rPr lang="zh-CN" altLang="zh-CN" sz="2400" b="1" dirty="0">
                <a:solidFill>
                  <a:srgbClr val="660099"/>
                </a:solidFill>
                <a:latin typeface="微软雅黑"/>
                <a:ea typeface="微软雅黑"/>
              </a:rPr>
              <a:t>skipfooter</a:t>
            </a:r>
            <a:r>
              <a:rPr lang="zh-CN" altLang="zh-CN" sz="2400" b="1" dirty="0">
                <a:solidFill>
                  <a:srgbClr val="025DFF"/>
                </a:solidFill>
                <a:latin typeface="微软雅黑"/>
                <a:ea typeface="微软雅黑"/>
              </a:rPr>
              <a:t>=</a:t>
            </a:r>
            <a:r>
              <a:rPr lang="zh-CN" altLang="zh-CN" sz="2400" b="1" dirty="0">
                <a:solidFill>
                  <a:srgbClr val="171BEB"/>
                </a:solidFill>
                <a:latin typeface="微软雅黑"/>
                <a:ea typeface="微软雅黑"/>
              </a:rPr>
              <a:t>0</a:t>
            </a:r>
            <a:r>
              <a:rPr lang="zh-CN" altLang="zh-CN" sz="2400" b="1" dirty="0">
                <a:solidFill>
                  <a:srgbClr val="7102FF"/>
                </a:solidFill>
                <a:latin typeface="微软雅黑"/>
                <a:ea typeface="微软雅黑"/>
              </a:rPr>
              <a:t>)</a:t>
            </a:r>
            <a:endParaRPr lang="zh-CN" altLang="zh-CN" sz="2400" b="1" dirty="0">
              <a:solidFill>
                <a:prstClr val="black"/>
              </a:solidFill>
              <a:latin typeface="微软雅黑"/>
              <a:ea typeface="微软雅黑"/>
            </a:endParaRPr>
          </a:p>
        </p:txBody>
      </p:sp>
      <p:sp>
        <p:nvSpPr>
          <p:cNvPr id="4" name="内容占位符 3"/>
          <p:cNvSpPr>
            <a:spLocks noGrp="1"/>
          </p:cNvSpPr>
          <p:nvPr>
            <p:ph sz="quarter" idx="13"/>
          </p:nvPr>
        </p:nvSpPr>
        <p:spPr/>
        <p:txBody>
          <a:bodyPr/>
          <a:lstStyle/>
          <a:p>
            <a:r>
              <a:rPr lang="en-US" altLang="zh-CN" dirty="0"/>
              <a:t>7.6.1</a:t>
            </a:r>
            <a:endParaRPr lang="zh-CN" altLang="en-US" dirty="0"/>
          </a:p>
        </p:txBody>
      </p:sp>
      <p:sp>
        <p:nvSpPr>
          <p:cNvPr id="3" name="标题 2"/>
          <p:cNvSpPr>
            <a:spLocks noGrp="1"/>
          </p:cNvSpPr>
          <p:nvPr>
            <p:ph type="title"/>
          </p:nvPr>
        </p:nvSpPr>
        <p:spPr/>
        <p:txBody>
          <a:bodyPr/>
          <a:lstStyle/>
          <a:p>
            <a:r>
              <a:rPr lang="en-US" altLang="zh-CN" dirty="0"/>
              <a:t>Excel </a:t>
            </a:r>
            <a:r>
              <a:rPr lang="zh-CN" altLang="en-US" dirty="0"/>
              <a:t>数据</a:t>
            </a:r>
            <a:endParaRPr lang="zh-CN" altLang="en-US" dirty="0"/>
          </a:p>
        </p:txBody>
      </p:sp>
      <p:sp>
        <p:nvSpPr>
          <p:cNvPr id="5" name="内容占位符 4"/>
          <p:cNvSpPr txBox="1"/>
          <p:nvPr/>
        </p:nvSpPr>
        <p:spPr>
          <a:xfrm>
            <a:off x="838200" y="2932269"/>
            <a:ext cx="10515600" cy="1620066"/>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457200" indent="-457200">
              <a:lnSpc>
                <a:spcPct val="150000"/>
              </a:lnSpc>
              <a:buFont typeface="+mj-lt"/>
              <a:buAutoNum type="arabicPeriod" startAt="3"/>
            </a:pPr>
            <a:r>
              <a:rPr lang="en-US" altLang="zh-CN" sz="2000" b="1" dirty="0">
                <a:solidFill>
                  <a:schemeClr val="accent2"/>
                </a:solidFill>
                <a:latin typeface="微软雅黑" panose="020B0503020204020204" pitchFamily="34" charset="-122"/>
                <a:ea typeface="微软雅黑" panose="020B0503020204020204" pitchFamily="34" charset="-122"/>
              </a:rPr>
              <a:t>header</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：用哪一行作</a:t>
            </a:r>
            <a:r>
              <a:rPr lang="zh-CN" altLang="en-US" sz="2000" b="1" dirty="0">
                <a:solidFill>
                  <a:schemeClr val="accent2"/>
                </a:solidFill>
                <a:latin typeface="微软雅黑" panose="020B0503020204020204" pitchFamily="34" charset="-122"/>
                <a:ea typeface="微软雅黑" panose="020B0503020204020204" pitchFamily="34" charset="-122"/>
              </a:rPr>
              <a:t>列名</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。默认为</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0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，如果设置为 </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[0,1]</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，则表示将前两行作为多重索引。</a:t>
            </a:r>
            <a:endPar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endParaRPr>
          </a:p>
          <a:p>
            <a:pPr marL="457200" indent="-457200">
              <a:lnSpc>
                <a:spcPct val="150000"/>
              </a:lnSpc>
              <a:buFont typeface="+mj-lt"/>
              <a:buAutoNum type="arabicPeriod" startAt="3"/>
            </a:pPr>
            <a:r>
              <a:rPr lang="en-US" altLang="zh-CN" sz="2000" b="1" dirty="0">
                <a:solidFill>
                  <a:schemeClr val="accent2"/>
                </a:solidFill>
                <a:latin typeface="微软雅黑" panose="020B0503020204020204" pitchFamily="34" charset="-122"/>
                <a:ea typeface="微软雅黑" panose="020B0503020204020204" pitchFamily="34" charset="-122"/>
              </a:rPr>
              <a:t>names</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a:t>
            </a:r>
            <a:r>
              <a:rPr lang="zh-CN" altLang="en-US" sz="2000" b="1" dirty="0">
                <a:solidFill>
                  <a:schemeClr val="accent2"/>
                </a:solidFill>
                <a:latin typeface="微软雅黑" panose="020B0503020204020204" pitchFamily="34" charset="-122"/>
                <a:ea typeface="微软雅黑" panose="020B0503020204020204" pitchFamily="34" charset="-122"/>
              </a:rPr>
              <a:t>自定义</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最终的列名。一般适用于 </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Excel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缺少列名，或者需要重新定义列名的情况。</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Names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的长度必须和 </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Excel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列</a:t>
            </a:r>
            <a:r>
              <a:rPr lang="zh-CN" altLang="en-US" sz="2000" b="1" dirty="0">
                <a:solidFill>
                  <a:schemeClr val="accent2"/>
                </a:solidFill>
                <a:latin typeface="微软雅黑" panose="020B0503020204020204" pitchFamily="34" charset="-122"/>
                <a:ea typeface="微软雅黑" panose="020B0503020204020204" pitchFamily="34" charset="-122"/>
              </a:rPr>
              <a:t>长度一致</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，否则会报错。</a:t>
            </a:r>
            <a:endPar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endParaRPr>
          </a:p>
        </p:txBody>
      </p:sp>
      <p:sp>
        <p:nvSpPr>
          <p:cNvPr id="6" name="矩形 5"/>
          <p:cNvSpPr/>
          <p:nvPr/>
        </p:nvSpPr>
        <p:spPr>
          <a:xfrm>
            <a:off x="5997685" y="1268361"/>
            <a:ext cx="3854238" cy="462115"/>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59:morph option="byObject"/>
      </p:transition>
    </mc:Choice>
    <mc:Fallback>
      <p:transition spd="slow">
        <p:fade/>
      </p:transition>
    </mc:Fallback>
  </mc:AlternateContent>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7.6.1</a:t>
            </a:r>
            <a:endParaRPr lang="zh-CN" altLang="en-US" dirty="0"/>
          </a:p>
        </p:txBody>
      </p:sp>
      <p:sp>
        <p:nvSpPr>
          <p:cNvPr id="3" name="标题 2"/>
          <p:cNvSpPr>
            <a:spLocks noGrp="1"/>
          </p:cNvSpPr>
          <p:nvPr>
            <p:ph type="title"/>
          </p:nvPr>
        </p:nvSpPr>
        <p:spPr/>
        <p:txBody>
          <a:bodyPr/>
          <a:lstStyle/>
          <a:p>
            <a:r>
              <a:rPr lang="en-US" altLang="zh-CN" dirty="0"/>
              <a:t>Excel </a:t>
            </a:r>
            <a:r>
              <a:rPr lang="zh-CN" altLang="en-US" dirty="0"/>
              <a:t>数据</a:t>
            </a:r>
            <a:endParaRPr lang="zh-CN" altLang="en-US" dirty="0"/>
          </a:p>
        </p:txBody>
      </p:sp>
      <p:sp>
        <p:nvSpPr>
          <p:cNvPr id="2" name="内容占位符 5"/>
          <p:cNvSpPr txBox="1"/>
          <p:nvPr/>
        </p:nvSpPr>
        <p:spPr>
          <a:xfrm>
            <a:off x="780060" y="1101216"/>
            <a:ext cx="10631877" cy="1700977"/>
          </a:xfrm>
          <a:prstGeom prst="roundRect">
            <a:avLst>
              <a:gd name="adj" fmla="val 18448"/>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0" eaLnBrk="0" fontAlgn="base" hangingPunct="0">
              <a:lnSpc>
                <a:spcPct val="125000"/>
              </a:lnSpc>
              <a:spcBef>
                <a:spcPct val="0"/>
              </a:spcBef>
              <a:spcAft>
                <a:spcPct val="0"/>
              </a:spcAft>
              <a:defRPr/>
            </a:pPr>
            <a:r>
              <a:rPr lang="zh-CN" altLang="zh-CN" sz="2400" b="1" dirty="0">
                <a:solidFill>
                  <a:srgbClr val="080808"/>
                </a:solidFill>
                <a:latin typeface="微软雅黑"/>
                <a:ea typeface="微软雅黑"/>
              </a:rPr>
              <a:t>pd.</a:t>
            </a:r>
            <a:r>
              <a:rPr lang="zh-CN" altLang="zh-CN" sz="2400" b="1" dirty="0">
                <a:solidFill>
                  <a:srgbClr val="FF6A02"/>
                </a:solidFill>
                <a:latin typeface="微软雅黑"/>
                <a:ea typeface="微软雅黑"/>
              </a:rPr>
              <a:t>read_excel</a:t>
            </a:r>
            <a:r>
              <a:rPr lang="zh-CN" altLang="zh-CN" sz="2400" b="1" dirty="0">
                <a:solidFill>
                  <a:srgbClr val="7102FF"/>
                </a:solidFill>
                <a:latin typeface="微软雅黑"/>
                <a:ea typeface="微软雅黑"/>
              </a:rPr>
              <a:t>(</a:t>
            </a:r>
            <a:r>
              <a:rPr lang="zh-CN" altLang="zh-CN" sz="2400" b="1" dirty="0">
                <a:solidFill>
                  <a:srgbClr val="080808"/>
                </a:solidFill>
                <a:latin typeface="微软雅黑"/>
                <a:ea typeface="微软雅黑"/>
              </a:rPr>
              <a:t>io, </a:t>
            </a:r>
            <a:r>
              <a:rPr lang="zh-CN" altLang="zh-CN" sz="2400" b="1" dirty="0">
                <a:solidFill>
                  <a:srgbClr val="660099"/>
                </a:solidFill>
                <a:latin typeface="微软雅黑"/>
                <a:ea typeface="微软雅黑"/>
              </a:rPr>
              <a:t>sheet_name</a:t>
            </a:r>
            <a:r>
              <a:rPr lang="zh-CN" altLang="zh-CN" sz="2400" b="1" dirty="0">
                <a:solidFill>
                  <a:srgbClr val="025DFF"/>
                </a:solidFill>
                <a:latin typeface="微软雅黑"/>
                <a:ea typeface="微软雅黑"/>
              </a:rPr>
              <a:t>=</a:t>
            </a:r>
            <a:r>
              <a:rPr lang="zh-CN" altLang="zh-CN" sz="2400" b="1" dirty="0">
                <a:solidFill>
                  <a:srgbClr val="171BEB"/>
                </a:solidFill>
                <a:latin typeface="微软雅黑"/>
                <a:ea typeface="微软雅黑"/>
              </a:rPr>
              <a:t>0</a:t>
            </a:r>
            <a:r>
              <a:rPr lang="zh-CN" altLang="zh-CN" sz="2400" b="1" dirty="0">
                <a:solidFill>
                  <a:srgbClr val="080808"/>
                </a:solidFill>
                <a:latin typeface="微软雅黑"/>
                <a:ea typeface="微软雅黑"/>
              </a:rPr>
              <a:t>, </a:t>
            </a:r>
            <a:r>
              <a:rPr lang="zh-CN" altLang="zh-CN" sz="2400" b="1" dirty="0">
                <a:solidFill>
                  <a:srgbClr val="660099"/>
                </a:solidFill>
                <a:latin typeface="微软雅黑"/>
                <a:ea typeface="微软雅黑"/>
              </a:rPr>
              <a:t>header</a:t>
            </a:r>
            <a:r>
              <a:rPr lang="zh-CN" altLang="zh-CN" sz="2400" b="1" dirty="0">
                <a:solidFill>
                  <a:srgbClr val="025DFF"/>
                </a:solidFill>
                <a:latin typeface="微软雅黑"/>
                <a:ea typeface="微软雅黑"/>
              </a:rPr>
              <a:t>=</a:t>
            </a:r>
            <a:r>
              <a:rPr lang="zh-CN" altLang="zh-CN" sz="2400" b="1" dirty="0">
                <a:solidFill>
                  <a:srgbClr val="171BEB"/>
                </a:solidFill>
                <a:latin typeface="微软雅黑"/>
                <a:ea typeface="微软雅黑"/>
              </a:rPr>
              <a:t>0</a:t>
            </a:r>
            <a:r>
              <a:rPr lang="zh-CN" altLang="zh-CN" sz="2400" b="1" dirty="0">
                <a:solidFill>
                  <a:srgbClr val="080808"/>
                </a:solidFill>
                <a:latin typeface="微软雅黑"/>
                <a:ea typeface="微软雅黑"/>
              </a:rPr>
              <a:t>, </a:t>
            </a:r>
            <a:r>
              <a:rPr lang="zh-CN" altLang="zh-CN" sz="2400" b="1" dirty="0">
                <a:solidFill>
                  <a:srgbClr val="660099"/>
                </a:solidFill>
                <a:latin typeface="微软雅黑"/>
                <a:ea typeface="微软雅黑"/>
              </a:rPr>
              <a:t>names</a:t>
            </a:r>
            <a:r>
              <a:rPr lang="zh-CN" altLang="zh-CN" sz="2400" b="1" dirty="0">
                <a:solidFill>
                  <a:srgbClr val="025DFF"/>
                </a:solidFill>
                <a:latin typeface="微软雅黑"/>
                <a:ea typeface="微软雅黑"/>
              </a:rPr>
              <a:t>=</a:t>
            </a:r>
            <a:r>
              <a:rPr lang="zh-CN" altLang="zh-CN" sz="2400" b="1" dirty="0">
                <a:solidFill>
                  <a:srgbClr val="F80505"/>
                </a:solidFill>
                <a:latin typeface="微软雅黑"/>
                <a:ea typeface="微软雅黑"/>
              </a:rPr>
              <a:t>None</a:t>
            </a:r>
            <a:r>
              <a:rPr lang="zh-CN" altLang="zh-CN" sz="2400" b="1" dirty="0">
                <a:solidFill>
                  <a:srgbClr val="080808"/>
                </a:solidFill>
                <a:latin typeface="微软雅黑"/>
                <a:ea typeface="微软雅黑"/>
              </a:rPr>
              <a:t>, </a:t>
            </a:r>
            <a:r>
              <a:rPr lang="en-US" altLang="zh-CN" sz="2400" b="1" dirty="0" err="1">
                <a:solidFill>
                  <a:srgbClr val="660099"/>
                </a:solidFill>
                <a:latin typeface="微软雅黑"/>
                <a:ea typeface="微软雅黑"/>
              </a:rPr>
              <a:t>index_col</a:t>
            </a:r>
            <a:r>
              <a:rPr lang="en-US" altLang="zh-CN" sz="2400" b="1" dirty="0">
                <a:solidFill>
                  <a:srgbClr val="025DFF"/>
                </a:solidFill>
                <a:latin typeface="微软雅黑"/>
                <a:ea typeface="微软雅黑"/>
              </a:rPr>
              <a:t>=</a:t>
            </a:r>
            <a:r>
              <a:rPr lang="en-US" altLang="zh-CN" sz="2400" b="1" dirty="0">
                <a:solidFill>
                  <a:srgbClr val="F80505"/>
                </a:solidFill>
                <a:latin typeface="微软雅黑"/>
                <a:ea typeface="微软雅黑"/>
              </a:rPr>
              <a:t>None</a:t>
            </a:r>
            <a:r>
              <a:rPr lang="en-US" altLang="zh-CN" sz="2400" b="1" dirty="0">
                <a:solidFill>
                  <a:srgbClr val="080808"/>
                </a:solidFill>
                <a:latin typeface="微软雅黑"/>
                <a:ea typeface="微软雅黑"/>
              </a:rPr>
              <a:t>, </a:t>
            </a:r>
            <a:r>
              <a:rPr lang="zh-CN" altLang="zh-CN" sz="2400" b="1" dirty="0">
                <a:solidFill>
                  <a:srgbClr val="660099"/>
                </a:solidFill>
                <a:latin typeface="微软雅黑"/>
                <a:ea typeface="微软雅黑"/>
              </a:rPr>
              <a:t>usecols</a:t>
            </a:r>
            <a:r>
              <a:rPr lang="zh-CN" altLang="zh-CN" sz="2400" b="1" dirty="0">
                <a:solidFill>
                  <a:srgbClr val="025DFF"/>
                </a:solidFill>
                <a:latin typeface="微软雅黑"/>
                <a:ea typeface="微软雅黑"/>
              </a:rPr>
              <a:t>=</a:t>
            </a:r>
            <a:r>
              <a:rPr lang="zh-CN" altLang="zh-CN" sz="2400" b="1" dirty="0">
                <a:solidFill>
                  <a:srgbClr val="F80505"/>
                </a:solidFill>
                <a:latin typeface="微软雅黑"/>
                <a:ea typeface="微软雅黑"/>
              </a:rPr>
              <a:t>None</a:t>
            </a:r>
            <a:r>
              <a:rPr lang="zh-CN" altLang="zh-CN" sz="2400" b="1" dirty="0">
                <a:solidFill>
                  <a:srgbClr val="080808"/>
                </a:solidFill>
                <a:latin typeface="微软雅黑"/>
                <a:ea typeface="微软雅黑"/>
              </a:rPr>
              <a:t>, </a:t>
            </a:r>
            <a:r>
              <a:rPr lang="zh-CN" altLang="zh-CN" sz="2400" b="1" dirty="0">
                <a:solidFill>
                  <a:srgbClr val="660099"/>
                </a:solidFill>
                <a:latin typeface="微软雅黑"/>
                <a:ea typeface="微软雅黑"/>
              </a:rPr>
              <a:t>squeeze</a:t>
            </a:r>
            <a:r>
              <a:rPr lang="zh-CN" altLang="zh-CN" sz="2400" b="1" dirty="0">
                <a:solidFill>
                  <a:srgbClr val="025DFF"/>
                </a:solidFill>
                <a:latin typeface="微软雅黑"/>
                <a:ea typeface="微软雅黑"/>
              </a:rPr>
              <a:t>=</a:t>
            </a:r>
            <a:r>
              <a:rPr lang="zh-CN" altLang="zh-CN" sz="2400" b="1" dirty="0">
                <a:solidFill>
                  <a:srgbClr val="F80505"/>
                </a:solidFill>
                <a:latin typeface="微软雅黑"/>
                <a:ea typeface="微软雅黑"/>
              </a:rPr>
              <a:t>False</a:t>
            </a:r>
            <a:r>
              <a:rPr lang="zh-CN" altLang="zh-CN" sz="2400" b="1" dirty="0">
                <a:solidFill>
                  <a:srgbClr val="080808"/>
                </a:solidFill>
                <a:latin typeface="微软雅黑"/>
                <a:ea typeface="微软雅黑"/>
              </a:rPr>
              <a:t>,</a:t>
            </a:r>
            <a:r>
              <a:rPr lang="zh-CN" altLang="zh-CN" sz="2400" b="1" dirty="0">
                <a:solidFill>
                  <a:srgbClr val="660099"/>
                </a:solidFill>
                <a:latin typeface="微软雅黑"/>
                <a:ea typeface="微软雅黑"/>
              </a:rPr>
              <a:t>converters</a:t>
            </a:r>
            <a:r>
              <a:rPr lang="zh-CN" altLang="zh-CN" sz="2400" b="1" dirty="0">
                <a:solidFill>
                  <a:srgbClr val="025DFF"/>
                </a:solidFill>
                <a:latin typeface="微软雅黑"/>
                <a:ea typeface="微软雅黑"/>
              </a:rPr>
              <a:t>=</a:t>
            </a:r>
            <a:r>
              <a:rPr lang="zh-CN" altLang="zh-CN" sz="2400" b="1" dirty="0">
                <a:solidFill>
                  <a:srgbClr val="F80505"/>
                </a:solidFill>
                <a:latin typeface="微软雅黑"/>
                <a:ea typeface="微软雅黑"/>
              </a:rPr>
              <a:t>None</a:t>
            </a:r>
            <a:r>
              <a:rPr lang="zh-CN" altLang="zh-CN" sz="2400" b="1" dirty="0">
                <a:solidFill>
                  <a:srgbClr val="080808"/>
                </a:solidFill>
                <a:latin typeface="微软雅黑"/>
                <a:ea typeface="微软雅黑"/>
              </a:rPr>
              <a:t>, </a:t>
            </a:r>
            <a:r>
              <a:rPr lang="zh-CN" altLang="zh-CN" sz="2400" b="1" dirty="0">
                <a:solidFill>
                  <a:srgbClr val="660099"/>
                </a:solidFill>
                <a:latin typeface="微软雅黑"/>
                <a:ea typeface="微软雅黑"/>
              </a:rPr>
              <a:t>skiprows</a:t>
            </a:r>
            <a:r>
              <a:rPr lang="zh-CN" altLang="zh-CN" sz="2400" b="1" dirty="0">
                <a:solidFill>
                  <a:srgbClr val="025DFF"/>
                </a:solidFill>
                <a:latin typeface="微软雅黑"/>
                <a:ea typeface="微软雅黑"/>
              </a:rPr>
              <a:t>=</a:t>
            </a:r>
            <a:r>
              <a:rPr lang="zh-CN" altLang="zh-CN" sz="2400" b="1" dirty="0">
                <a:solidFill>
                  <a:srgbClr val="F80505"/>
                </a:solidFill>
                <a:latin typeface="微软雅黑"/>
                <a:ea typeface="微软雅黑"/>
              </a:rPr>
              <a:t>None</a:t>
            </a:r>
            <a:r>
              <a:rPr lang="zh-CN" altLang="zh-CN" sz="2400" b="1" dirty="0">
                <a:solidFill>
                  <a:srgbClr val="080808"/>
                </a:solidFill>
                <a:latin typeface="微软雅黑"/>
                <a:ea typeface="微软雅黑"/>
              </a:rPr>
              <a:t>, </a:t>
            </a:r>
            <a:r>
              <a:rPr lang="zh-CN" altLang="zh-CN" sz="2400" b="1" dirty="0">
                <a:solidFill>
                  <a:srgbClr val="660099"/>
                </a:solidFill>
                <a:latin typeface="微软雅黑"/>
                <a:ea typeface="微软雅黑"/>
              </a:rPr>
              <a:t>nrows</a:t>
            </a:r>
            <a:r>
              <a:rPr lang="zh-CN" altLang="zh-CN" sz="2400" b="1" dirty="0">
                <a:solidFill>
                  <a:srgbClr val="025DFF"/>
                </a:solidFill>
                <a:latin typeface="微软雅黑"/>
                <a:ea typeface="微软雅黑"/>
              </a:rPr>
              <a:t>=</a:t>
            </a:r>
            <a:r>
              <a:rPr lang="zh-CN" altLang="zh-CN" sz="2400" b="1" dirty="0">
                <a:solidFill>
                  <a:srgbClr val="F80505"/>
                </a:solidFill>
                <a:latin typeface="微软雅黑"/>
                <a:ea typeface="微软雅黑"/>
              </a:rPr>
              <a:t>None</a:t>
            </a:r>
            <a:r>
              <a:rPr lang="zh-CN" altLang="zh-CN" sz="2400" b="1" dirty="0">
                <a:solidFill>
                  <a:srgbClr val="080808"/>
                </a:solidFill>
                <a:latin typeface="微软雅黑"/>
                <a:ea typeface="微软雅黑"/>
              </a:rPr>
              <a:t>, </a:t>
            </a:r>
            <a:r>
              <a:rPr lang="zh-CN" altLang="zh-CN" sz="2400" b="1" dirty="0">
                <a:solidFill>
                  <a:srgbClr val="660099"/>
                </a:solidFill>
                <a:latin typeface="微软雅黑"/>
                <a:ea typeface="微软雅黑"/>
              </a:rPr>
              <a:t>skipfooter</a:t>
            </a:r>
            <a:r>
              <a:rPr lang="zh-CN" altLang="zh-CN" sz="2400" b="1" dirty="0">
                <a:solidFill>
                  <a:srgbClr val="025DFF"/>
                </a:solidFill>
                <a:latin typeface="微软雅黑"/>
                <a:ea typeface="微软雅黑"/>
              </a:rPr>
              <a:t>=</a:t>
            </a:r>
            <a:r>
              <a:rPr lang="zh-CN" altLang="zh-CN" sz="2400" b="1" dirty="0">
                <a:solidFill>
                  <a:srgbClr val="171BEB"/>
                </a:solidFill>
                <a:latin typeface="微软雅黑"/>
                <a:ea typeface="微软雅黑"/>
              </a:rPr>
              <a:t>0</a:t>
            </a:r>
            <a:r>
              <a:rPr lang="zh-CN" altLang="zh-CN" sz="2400" b="1" dirty="0">
                <a:solidFill>
                  <a:srgbClr val="7102FF"/>
                </a:solidFill>
                <a:latin typeface="微软雅黑"/>
                <a:ea typeface="微软雅黑"/>
              </a:rPr>
              <a:t>)</a:t>
            </a:r>
            <a:endParaRPr lang="zh-CN" altLang="zh-CN" sz="2400" b="1" dirty="0">
              <a:solidFill>
                <a:prstClr val="black"/>
              </a:solidFill>
              <a:latin typeface="微软雅黑"/>
              <a:ea typeface="微软雅黑"/>
            </a:endParaRPr>
          </a:p>
        </p:txBody>
      </p:sp>
      <p:sp>
        <p:nvSpPr>
          <p:cNvPr id="5" name="内容占位符 4"/>
          <p:cNvSpPr txBox="1"/>
          <p:nvPr/>
        </p:nvSpPr>
        <p:spPr>
          <a:xfrm>
            <a:off x="838200" y="2932269"/>
            <a:ext cx="10515600" cy="3539366"/>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457200" indent="-457200">
              <a:lnSpc>
                <a:spcPct val="150000"/>
              </a:lnSpc>
              <a:buFont typeface="+mj-lt"/>
              <a:buAutoNum type="arabicPeriod" startAt="3"/>
            </a:pPr>
            <a:r>
              <a:rPr lang="en-US" altLang="zh-CN" sz="2000" b="1" dirty="0">
                <a:solidFill>
                  <a:schemeClr val="accent2"/>
                </a:solidFill>
                <a:latin typeface="微软雅黑" panose="020B0503020204020204" pitchFamily="34" charset="-122"/>
                <a:ea typeface="微软雅黑" panose="020B0503020204020204" pitchFamily="34" charset="-122"/>
              </a:rPr>
              <a:t>header</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：用哪一行作</a:t>
            </a:r>
            <a:r>
              <a:rPr lang="zh-CN" altLang="en-US" sz="2000" b="1" dirty="0">
                <a:solidFill>
                  <a:schemeClr val="accent2"/>
                </a:solidFill>
                <a:latin typeface="微软雅黑" panose="020B0503020204020204" pitchFamily="34" charset="-122"/>
                <a:ea typeface="微软雅黑" panose="020B0503020204020204" pitchFamily="34" charset="-122"/>
              </a:rPr>
              <a:t>列名</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。默认为</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0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，如果设置为 </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[0,1]</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，则表示将前两行作为多重索引。</a:t>
            </a:r>
            <a:endPar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endParaRPr>
          </a:p>
          <a:p>
            <a:pPr marL="457200" indent="-457200">
              <a:lnSpc>
                <a:spcPct val="150000"/>
              </a:lnSpc>
              <a:buFont typeface="+mj-lt"/>
              <a:buAutoNum type="arabicPeriod" startAt="3"/>
            </a:pPr>
            <a:r>
              <a:rPr lang="en-US" altLang="zh-CN" sz="2000" b="1" dirty="0">
                <a:solidFill>
                  <a:schemeClr val="accent2"/>
                </a:solidFill>
                <a:latin typeface="微软雅黑" panose="020B0503020204020204" pitchFamily="34" charset="-122"/>
                <a:ea typeface="微软雅黑" panose="020B0503020204020204" pitchFamily="34" charset="-122"/>
              </a:rPr>
              <a:t>names</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a:t>
            </a:r>
            <a:r>
              <a:rPr lang="zh-CN" altLang="en-US" sz="2000" b="1" dirty="0">
                <a:solidFill>
                  <a:schemeClr val="accent2"/>
                </a:solidFill>
                <a:latin typeface="微软雅黑" panose="020B0503020204020204" pitchFamily="34" charset="-122"/>
                <a:ea typeface="微软雅黑" panose="020B0503020204020204" pitchFamily="34" charset="-122"/>
              </a:rPr>
              <a:t>自定义</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最终的列名。一般适用于 </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Excel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缺少列名，或者需要重新定义列名的情况。</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Names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的长度必须和 </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Excel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列</a:t>
            </a:r>
            <a:r>
              <a:rPr lang="zh-CN" altLang="en-US" sz="2000" b="1" dirty="0">
                <a:solidFill>
                  <a:schemeClr val="accent2"/>
                </a:solidFill>
                <a:latin typeface="微软雅黑" panose="020B0503020204020204" pitchFamily="34" charset="-122"/>
                <a:ea typeface="微软雅黑" panose="020B0503020204020204" pitchFamily="34" charset="-122"/>
              </a:rPr>
              <a:t>长度一致</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，否则会报错。</a:t>
            </a:r>
            <a:endPar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endParaRPr>
          </a:p>
          <a:p>
            <a:pPr marL="457200" indent="-457200">
              <a:lnSpc>
                <a:spcPct val="150000"/>
              </a:lnSpc>
              <a:buFont typeface="+mj-lt"/>
              <a:buAutoNum type="arabicPeriod" startAt="3"/>
            </a:pPr>
            <a:r>
              <a:rPr lang="en-US" altLang="zh-CN" sz="2000" b="1" dirty="0" err="1">
                <a:solidFill>
                  <a:schemeClr val="accent2"/>
                </a:solidFill>
                <a:latin typeface="微软雅黑" panose="020B0503020204020204" pitchFamily="34" charset="-122"/>
                <a:ea typeface="微软雅黑" panose="020B0503020204020204" pitchFamily="34" charset="-122"/>
              </a:rPr>
              <a:t>index_col</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：用作</a:t>
            </a:r>
            <a:r>
              <a:rPr lang="zh-CN" altLang="en-US" sz="2000" b="1" dirty="0">
                <a:solidFill>
                  <a:schemeClr val="accent2"/>
                </a:solidFill>
                <a:latin typeface="微软雅黑" panose="020B0503020204020204" pitchFamily="34" charset="-122"/>
                <a:ea typeface="微软雅黑" panose="020B0503020204020204" pitchFamily="34" charset="-122"/>
              </a:rPr>
              <a:t>索引</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的列</a:t>
            </a:r>
            <a:endPar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endParaRPr>
          </a:p>
          <a:p>
            <a:pPr marL="457200" indent="-457200">
              <a:lnSpc>
                <a:spcPct val="150000"/>
              </a:lnSpc>
              <a:buFont typeface="+mj-lt"/>
              <a:buAutoNum type="arabicPeriod" startAt="3"/>
            </a:pPr>
            <a:r>
              <a:rPr lang="en-US" altLang="zh-CN" sz="2000" b="1" dirty="0">
                <a:solidFill>
                  <a:schemeClr val="accent2"/>
                </a:solidFill>
                <a:latin typeface="微软雅黑" panose="020B0503020204020204" pitchFamily="34" charset="-122"/>
                <a:ea typeface="微软雅黑" panose="020B0503020204020204" pitchFamily="34" charset="-122"/>
              </a:rPr>
              <a:t>usecols</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：需要</a:t>
            </a:r>
            <a:r>
              <a:rPr lang="zh-CN" altLang="en-US" sz="2000" b="1" dirty="0">
                <a:solidFill>
                  <a:schemeClr val="accent2"/>
                </a:solidFill>
                <a:latin typeface="微软雅黑" panose="020B0503020204020204" pitchFamily="34" charset="-122"/>
                <a:ea typeface="微软雅黑" panose="020B0503020204020204" pitchFamily="34" charset="-122"/>
              </a:rPr>
              <a:t>读取</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哪些列。可以使用整型，从</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0</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开始，如 </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[0,2,3]</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；也可以使用 </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Excel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传统的列名 </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A</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B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等字母，如 </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"A</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C, E" = "A, B, C, E"</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，注意两边都包括。</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usecols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可避免读取全量数据，而是以分析需求为导向选择特定数据，提高效率。</a:t>
            </a:r>
            <a:endPar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endParaRPr>
          </a:p>
        </p:txBody>
      </p:sp>
      <p:sp>
        <p:nvSpPr>
          <p:cNvPr id="6" name="矩形 5"/>
          <p:cNvSpPr/>
          <p:nvPr/>
        </p:nvSpPr>
        <p:spPr>
          <a:xfrm>
            <a:off x="838200" y="1720646"/>
            <a:ext cx="5021826" cy="462115"/>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内容占位符 4"/>
          <p:cNvSpPr txBox="1"/>
          <p:nvPr/>
        </p:nvSpPr>
        <p:spPr>
          <a:xfrm>
            <a:off x="838200" y="2932269"/>
            <a:ext cx="10515600" cy="1620066"/>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457200" indent="-457200">
              <a:lnSpc>
                <a:spcPct val="150000"/>
              </a:lnSpc>
              <a:buFont typeface="+mj-lt"/>
              <a:buAutoNum type="arabicPeriod" startAt="3"/>
            </a:pPr>
            <a:r>
              <a:rPr lang="en-US" altLang="zh-CN" sz="2000" b="1" dirty="0">
                <a:solidFill>
                  <a:schemeClr val="accent2"/>
                </a:solidFill>
                <a:latin typeface="微软雅黑" panose="020B0503020204020204" pitchFamily="34" charset="-122"/>
                <a:ea typeface="微软雅黑" panose="020B0503020204020204" pitchFamily="34" charset="-122"/>
              </a:rPr>
              <a:t>header</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：用哪一行作</a:t>
            </a:r>
            <a:r>
              <a:rPr lang="zh-CN" altLang="en-US" sz="2000" b="1" dirty="0">
                <a:solidFill>
                  <a:schemeClr val="accent2"/>
                </a:solidFill>
                <a:latin typeface="微软雅黑" panose="020B0503020204020204" pitchFamily="34" charset="-122"/>
                <a:ea typeface="微软雅黑" panose="020B0503020204020204" pitchFamily="34" charset="-122"/>
              </a:rPr>
              <a:t>列名</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。默认为</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0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，如果设置为 </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[0,1]</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，则表示将前两行作为多重索引。</a:t>
            </a:r>
            <a:endPar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endParaRPr>
          </a:p>
          <a:p>
            <a:pPr marL="457200" indent="-457200">
              <a:lnSpc>
                <a:spcPct val="150000"/>
              </a:lnSpc>
              <a:buFont typeface="+mj-lt"/>
              <a:buAutoNum type="arabicPeriod" startAt="3"/>
            </a:pPr>
            <a:r>
              <a:rPr lang="en-US" altLang="zh-CN" sz="2000" b="1" dirty="0">
                <a:solidFill>
                  <a:schemeClr val="accent2"/>
                </a:solidFill>
                <a:latin typeface="微软雅黑" panose="020B0503020204020204" pitchFamily="34" charset="-122"/>
                <a:ea typeface="微软雅黑" panose="020B0503020204020204" pitchFamily="34" charset="-122"/>
              </a:rPr>
              <a:t>names</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a:t>
            </a:r>
            <a:r>
              <a:rPr lang="zh-CN" altLang="en-US" sz="2000" b="1" dirty="0">
                <a:solidFill>
                  <a:schemeClr val="accent2"/>
                </a:solidFill>
                <a:latin typeface="微软雅黑" panose="020B0503020204020204" pitchFamily="34" charset="-122"/>
                <a:ea typeface="微软雅黑" panose="020B0503020204020204" pitchFamily="34" charset="-122"/>
              </a:rPr>
              <a:t>自定义</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最终的列名。一般适用于 </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Excel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缺少列名，或者需要重新定义列名的情况。</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Names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的长度必须和 </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Excel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列</a:t>
            </a:r>
            <a:r>
              <a:rPr lang="zh-CN" altLang="en-US" sz="2000" b="1" dirty="0">
                <a:solidFill>
                  <a:schemeClr val="accent2"/>
                </a:solidFill>
                <a:latin typeface="微软雅黑" panose="020B0503020204020204" pitchFamily="34" charset="-122"/>
                <a:ea typeface="微软雅黑" panose="020B0503020204020204" pitchFamily="34" charset="-122"/>
              </a:rPr>
              <a:t>长度一致</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，否则会报错。</a:t>
            </a:r>
            <a:endPar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59:morph option="byObject"/>
      </p:transition>
    </mc:Choice>
    <mc:Fallback>
      <p:transition spd="slow">
        <p:fade/>
      </p:transition>
    </mc:Fallback>
  </mc:AlternateContent>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7.6.1</a:t>
            </a:r>
            <a:endParaRPr lang="zh-CN" altLang="en-US" dirty="0"/>
          </a:p>
        </p:txBody>
      </p:sp>
      <p:sp>
        <p:nvSpPr>
          <p:cNvPr id="3" name="标题 2"/>
          <p:cNvSpPr>
            <a:spLocks noGrp="1"/>
          </p:cNvSpPr>
          <p:nvPr>
            <p:ph type="title"/>
          </p:nvPr>
        </p:nvSpPr>
        <p:spPr/>
        <p:txBody>
          <a:bodyPr/>
          <a:lstStyle/>
          <a:p>
            <a:r>
              <a:rPr lang="en-US" altLang="zh-CN" dirty="0"/>
              <a:t>Excel </a:t>
            </a:r>
            <a:r>
              <a:rPr lang="zh-CN" altLang="en-US" dirty="0"/>
              <a:t>数据</a:t>
            </a:r>
            <a:endParaRPr lang="zh-CN" altLang="en-US" dirty="0"/>
          </a:p>
        </p:txBody>
      </p:sp>
      <p:sp>
        <p:nvSpPr>
          <p:cNvPr id="5" name="内容占位符 4"/>
          <p:cNvSpPr txBox="1"/>
          <p:nvPr/>
        </p:nvSpPr>
        <p:spPr>
          <a:xfrm>
            <a:off x="838198" y="3098620"/>
            <a:ext cx="10515600" cy="3184193"/>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457200" indent="-457200">
              <a:lnSpc>
                <a:spcPct val="150000"/>
              </a:lnSpc>
              <a:buFont typeface="+mj-lt"/>
              <a:buAutoNum type="arabicPeriod" startAt="7"/>
            </a:pPr>
            <a:r>
              <a:rPr lang="en-US" altLang="zh-CN" sz="2000" b="1" dirty="0">
                <a:solidFill>
                  <a:schemeClr val="accent2"/>
                </a:solidFill>
                <a:latin typeface="微软雅黑" panose="020B0503020204020204" pitchFamily="34" charset="-122"/>
                <a:ea typeface="微软雅黑" panose="020B0503020204020204" pitchFamily="34" charset="-122"/>
              </a:rPr>
              <a:t>squeeze</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：当数据仅包含</a:t>
            </a:r>
            <a:r>
              <a:rPr lang="zh-CN" altLang="en-US" sz="2000" b="1" dirty="0">
                <a:solidFill>
                  <a:schemeClr val="accent2"/>
                </a:solidFill>
                <a:latin typeface="微软雅黑" panose="020B0503020204020204" pitchFamily="34" charset="-122"/>
                <a:ea typeface="微软雅黑" panose="020B0503020204020204" pitchFamily="34" charset="-122"/>
              </a:rPr>
              <a:t>一列</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squeeze</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为 </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True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时，返回 </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Series</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，反之返回 </a:t>
            </a:r>
            <a:r>
              <a:rPr lang="en-US" altLang="zh-CN" sz="2000" dirty="0" err="1">
                <a:solidFill>
                  <a:sysClr val="windowText" lastClr="000000">
                    <a:lumMod val="85000"/>
                    <a:lumOff val="15000"/>
                  </a:sysClr>
                </a:solidFill>
                <a:latin typeface="微软雅黑" panose="020B0503020204020204" pitchFamily="34" charset="-122"/>
                <a:ea typeface="微软雅黑" panose="020B0503020204020204" pitchFamily="34" charset="-122"/>
              </a:rPr>
              <a:t>DataFrame</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a:t>
            </a:r>
            <a:endPar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endParaRPr>
          </a:p>
          <a:p>
            <a:pPr marL="457200" indent="-457200">
              <a:lnSpc>
                <a:spcPct val="150000"/>
              </a:lnSpc>
              <a:buFont typeface="+mj-lt"/>
              <a:buAutoNum type="arabicPeriod" startAt="7"/>
            </a:pPr>
            <a:r>
              <a:rPr lang="en-US" altLang="zh-CN" sz="2000" b="1" dirty="0">
                <a:solidFill>
                  <a:schemeClr val="accent2"/>
                </a:solidFill>
                <a:latin typeface="微软雅黑" panose="020B0503020204020204" pitchFamily="34" charset="-122"/>
                <a:ea typeface="微软雅黑" panose="020B0503020204020204" pitchFamily="34" charset="-122"/>
              </a:rPr>
              <a:t>converters</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a:t>
            </a:r>
            <a:r>
              <a:rPr lang="zh-CN" altLang="en-US" sz="2000" b="1" dirty="0">
                <a:solidFill>
                  <a:schemeClr val="accent2"/>
                </a:solidFill>
                <a:latin typeface="微软雅黑" panose="020B0503020204020204" pitchFamily="34" charset="-122"/>
                <a:ea typeface="微软雅黑" panose="020B0503020204020204" pitchFamily="34" charset="-122"/>
              </a:rPr>
              <a:t>强制规定</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列数据类型，主要用途是</a:t>
            </a:r>
            <a:r>
              <a:rPr lang="zh-CN" altLang="en-US" sz="2000" b="1" dirty="0">
                <a:solidFill>
                  <a:schemeClr val="accent2"/>
                </a:solidFill>
                <a:latin typeface="微软雅黑" panose="020B0503020204020204" pitchFamily="34" charset="-122"/>
                <a:ea typeface="微软雅黑" panose="020B0503020204020204" pitchFamily="34" charset="-122"/>
              </a:rPr>
              <a:t>保留以文本形式存储的数字</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a:t>
            </a:r>
            <a:endPar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endParaRPr>
          </a:p>
          <a:p>
            <a:pPr lvl="1">
              <a:lnSpc>
                <a:spcPct val="150000"/>
              </a:lnSpc>
            </a:pP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pandas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默认将文本类的数据读取为整型，</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converters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参数可以指定各列数据的类型。</a:t>
            </a:r>
            <a:endPar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endParaRPr>
          </a:p>
          <a:p>
            <a:pPr lvl="1">
              <a:lnSpc>
                <a:spcPct val="150000"/>
              </a:lnSpc>
            </a:pP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如 </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converters =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出货量</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':float,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月份</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':str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 将“出货量”列数据类型规定为浮点数，“月份”列规定为字符串类型。</a:t>
            </a:r>
            <a:endPar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endParaRPr>
          </a:p>
        </p:txBody>
      </p:sp>
      <p:sp>
        <p:nvSpPr>
          <p:cNvPr id="6" name="内容占位符 5"/>
          <p:cNvSpPr txBox="1"/>
          <p:nvPr/>
        </p:nvSpPr>
        <p:spPr>
          <a:xfrm>
            <a:off x="780060" y="1101216"/>
            <a:ext cx="10631877" cy="1700977"/>
          </a:xfrm>
          <a:prstGeom prst="roundRect">
            <a:avLst>
              <a:gd name="adj" fmla="val 18448"/>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0" eaLnBrk="0" fontAlgn="base" hangingPunct="0">
              <a:lnSpc>
                <a:spcPct val="125000"/>
              </a:lnSpc>
              <a:spcBef>
                <a:spcPct val="0"/>
              </a:spcBef>
              <a:spcAft>
                <a:spcPct val="0"/>
              </a:spcAft>
              <a:defRPr/>
            </a:pPr>
            <a:r>
              <a:rPr lang="zh-CN" altLang="zh-CN" sz="2400" b="1" dirty="0">
                <a:solidFill>
                  <a:srgbClr val="080808"/>
                </a:solidFill>
                <a:latin typeface="微软雅黑"/>
                <a:ea typeface="微软雅黑"/>
              </a:rPr>
              <a:t>pd.</a:t>
            </a:r>
            <a:r>
              <a:rPr lang="zh-CN" altLang="zh-CN" sz="2400" b="1" dirty="0">
                <a:solidFill>
                  <a:srgbClr val="FF6A02"/>
                </a:solidFill>
                <a:latin typeface="微软雅黑"/>
                <a:ea typeface="微软雅黑"/>
              </a:rPr>
              <a:t>read_excel</a:t>
            </a:r>
            <a:r>
              <a:rPr lang="zh-CN" altLang="zh-CN" sz="2400" b="1" dirty="0">
                <a:solidFill>
                  <a:srgbClr val="7102FF"/>
                </a:solidFill>
                <a:latin typeface="微软雅黑"/>
                <a:ea typeface="微软雅黑"/>
              </a:rPr>
              <a:t>(</a:t>
            </a:r>
            <a:r>
              <a:rPr lang="zh-CN" altLang="zh-CN" sz="2400" b="1" dirty="0">
                <a:solidFill>
                  <a:srgbClr val="080808"/>
                </a:solidFill>
                <a:latin typeface="微软雅黑"/>
                <a:ea typeface="微软雅黑"/>
              </a:rPr>
              <a:t>io, </a:t>
            </a:r>
            <a:r>
              <a:rPr lang="zh-CN" altLang="zh-CN" sz="2400" b="1" dirty="0">
                <a:solidFill>
                  <a:srgbClr val="660099"/>
                </a:solidFill>
                <a:latin typeface="微软雅黑"/>
                <a:ea typeface="微软雅黑"/>
              </a:rPr>
              <a:t>sheet_name</a:t>
            </a:r>
            <a:r>
              <a:rPr lang="zh-CN" altLang="zh-CN" sz="2400" b="1" dirty="0">
                <a:solidFill>
                  <a:srgbClr val="025DFF"/>
                </a:solidFill>
                <a:latin typeface="微软雅黑"/>
                <a:ea typeface="微软雅黑"/>
              </a:rPr>
              <a:t>=</a:t>
            </a:r>
            <a:r>
              <a:rPr lang="zh-CN" altLang="zh-CN" sz="2400" b="1" dirty="0">
                <a:solidFill>
                  <a:srgbClr val="171BEB"/>
                </a:solidFill>
                <a:latin typeface="微软雅黑"/>
                <a:ea typeface="微软雅黑"/>
              </a:rPr>
              <a:t>0</a:t>
            </a:r>
            <a:r>
              <a:rPr lang="zh-CN" altLang="zh-CN" sz="2400" b="1" dirty="0">
                <a:solidFill>
                  <a:srgbClr val="080808"/>
                </a:solidFill>
                <a:latin typeface="微软雅黑"/>
                <a:ea typeface="微软雅黑"/>
              </a:rPr>
              <a:t>, </a:t>
            </a:r>
            <a:r>
              <a:rPr lang="zh-CN" altLang="zh-CN" sz="2400" b="1" dirty="0">
                <a:solidFill>
                  <a:srgbClr val="660099"/>
                </a:solidFill>
                <a:latin typeface="微软雅黑"/>
                <a:ea typeface="微软雅黑"/>
              </a:rPr>
              <a:t>header</a:t>
            </a:r>
            <a:r>
              <a:rPr lang="zh-CN" altLang="zh-CN" sz="2400" b="1" dirty="0">
                <a:solidFill>
                  <a:srgbClr val="025DFF"/>
                </a:solidFill>
                <a:latin typeface="微软雅黑"/>
                <a:ea typeface="微软雅黑"/>
              </a:rPr>
              <a:t>=</a:t>
            </a:r>
            <a:r>
              <a:rPr lang="zh-CN" altLang="zh-CN" sz="2400" b="1" dirty="0">
                <a:solidFill>
                  <a:srgbClr val="171BEB"/>
                </a:solidFill>
                <a:latin typeface="微软雅黑"/>
                <a:ea typeface="微软雅黑"/>
              </a:rPr>
              <a:t>0</a:t>
            </a:r>
            <a:r>
              <a:rPr lang="zh-CN" altLang="zh-CN" sz="2400" b="1" dirty="0">
                <a:solidFill>
                  <a:srgbClr val="080808"/>
                </a:solidFill>
                <a:latin typeface="微软雅黑"/>
                <a:ea typeface="微软雅黑"/>
              </a:rPr>
              <a:t>, </a:t>
            </a:r>
            <a:r>
              <a:rPr lang="zh-CN" altLang="zh-CN" sz="2400" b="1" dirty="0">
                <a:solidFill>
                  <a:srgbClr val="660099"/>
                </a:solidFill>
                <a:latin typeface="微软雅黑"/>
                <a:ea typeface="微软雅黑"/>
              </a:rPr>
              <a:t>names</a:t>
            </a:r>
            <a:r>
              <a:rPr lang="zh-CN" altLang="zh-CN" sz="2400" b="1" dirty="0">
                <a:solidFill>
                  <a:srgbClr val="025DFF"/>
                </a:solidFill>
                <a:latin typeface="微软雅黑"/>
                <a:ea typeface="微软雅黑"/>
              </a:rPr>
              <a:t>=</a:t>
            </a:r>
            <a:r>
              <a:rPr lang="zh-CN" altLang="zh-CN" sz="2400" b="1" dirty="0">
                <a:solidFill>
                  <a:srgbClr val="F80505"/>
                </a:solidFill>
                <a:latin typeface="微软雅黑"/>
                <a:ea typeface="微软雅黑"/>
              </a:rPr>
              <a:t>None</a:t>
            </a:r>
            <a:r>
              <a:rPr lang="zh-CN" altLang="zh-CN" sz="2400" b="1" dirty="0">
                <a:solidFill>
                  <a:srgbClr val="080808"/>
                </a:solidFill>
                <a:latin typeface="微软雅黑"/>
                <a:ea typeface="微软雅黑"/>
              </a:rPr>
              <a:t>, </a:t>
            </a:r>
            <a:r>
              <a:rPr lang="en-US" altLang="zh-CN" sz="2400" b="1" dirty="0" err="1">
                <a:solidFill>
                  <a:srgbClr val="660099"/>
                </a:solidFill>
                <a:latin typeface="微软雅黑"/>
                <a:ea typeface="微软雅黑"/>
              </a:rPr>
              <a:t>index_col</a:t>
            </a:r>
            <a:r>
              <a:rPr lang="en-US" altLang="zh-CN" sz="2400" b="1" dirty="0">
                <a:solidFill>
                  <a:srgbClr val="025DFF"/>
                </a:solidFill>
                <a:latin typeface="微软雅黑"/>
                <a:ea typeface="微软雅黑"/>
              </a:rPr>
              <a:t>=</a:t>
            </a:r>
            <a:r>
              <a:rPr lang="en-US" altLang="zh-CN" sz="2400" b="1" dirty="0">
                <a:solidFill>
                  <a:srgbClr val="F80505"/>
                </a:solidFill>
                <a:latin typeface="微软雅黑"/>
                <a:ea typeface="微软雅黑"/>
              </a:rPr>
              <a:t>None</a:t>
            </a:r>
            <a:r>
              <a:rPr lang="en-US" altLang="zh-CN" sz="2400" b="1" dirty="0">
                <a:solidFill>
                  <a:srgbClr val="080808"/>
                </a:solidFill>
                <a:latin typeface="微软雅黑"/>
                <a:ea typeface="微软雅黑"/>
              </a:rPr>
              <a:t>, </a:t>
            </a:r>
            <a:r>
              <a:rPr lang="zh-CN" altLang="zh-CN" sz="2400" b="1" dirty="0">
                <a:solidFill>
                  <a:srgbClr val="660099"/>
                </a:solidFill>
                <a:latin typeface="微软雅黑"/>
                <a:ea typeface="微软雅黑"/>
              </a:rPr>
              <a:t>usecols</a:t>
            </a:r>
            <a:r>
              <a:rPr lang="zh-CN" altLang="zh-CN" sz="2400" b="1" dirty="0">
                <a:solidFill>
                  <a:srgbClr val="025DFF"/>
                </a:solidFill>
                <a:latin typeface="微软雅黑"/>
                <a:ea typeface="微软雅黑"/>
              </a:rPr>
              <a:t>=</a:t>
            </a:r>
            <a:r>
              <a:rPr lang="zh-CN" altLang="zh-CN" sz="2400" b="1" dirty="0">
                <a:solidFill>
                  <a:srgbClr val="F80505"/>
                </a:solidFill>
                <a:latin typeface="微软雅黑"/>
                <a:ea typeface="微软雅黑"/>
              </a:rPr>
              <a:t>None</a:t>
            </a:r>
            <a:r>
              <a:rPr lang="zh-CN" altLang="zh-CN" sz="2400" b="1" dirty="0">
                <a:solidFill>
                  <a:srgbClr val="080808"/>
                </a:solidFill>
                <a:latin typeface="微软雅黑"/>
                <a:ea typeface="微软雅黑"/>
              </a:rPr>
              <a:t>, </a:t>
            </a:r>
            <a:r>
              <a:rPr lang="zh-CN" altLang="zh-CN" sz="2400" b="1" dirty="0">
                <a:solidFill>
                  <a:srgbClr val="660099"/>
                </a:solidFill>
                <a:latin typeface="微软雅黑"/>
                <a:ea typeface="微软雅黑"/>
              </a:rPr>
              <a:t>squeeze</a:t>
            </a:r>
            <a:r>
              <a:rPr lang="zh-CN" altLang="zh-CN" sz="2400" b="1" dirty="0">
                <a:solidFill>
                  <a:srgbClr val="025DFF"/>
                </a:solidFill>
                <a:latin typeface="微软雅黑"/>
                <a:ea typeface="微软雅黑"/>
              </a:rPr>
              <a:t>=</a:t>
            </a:r>
            <a:r>
              <a:rPr lang="zh-CN" altLang="zh-CN" sz="2400" b="1" dirty="0">
                <a:solidFill>
                  <a:srgbClr val="F80505"/>
                </a:solidFill>
                <a:latin typeface="微软雅黑"/>
                <a:ea typeface="微软雅黑"/>
              </a:rPr>
              <a:t>False</a:t>
            </a:r>
            <a:r>
              <a:rPr lang="zh-CN" altLang="zh-CN" sz="2400" b="1" dirty="0">
                <a:solidFill>
                  <a:srgbClr val="080808"/>
                </a:solidFill>
                <a:latin typeface="微软雅黑"/>
                <a:ea typeface="微软雅黑"/>
              </a:rPr>
              <a:t>,</a:t>
            </a:r>
            <a:r>
              <a:rPr lang="zh-CN" altLang="zh-CN" sz="2400" b="1" dirty="0">
                <a:solidFill>
                  <a:srgbClr val="660099"/>
                </a:solidFill>
                <a:latin typeface="微软雅黑"/>
                <a:ea typeface="微软雅黑"/>
              </a:rPr>
              <a:t>converters</a:t>
            </a:r>
            <a:r>
              <a:rPr lang="zh-CN" altLang="zh-CN" sz="2400" b="1" dirty="0">
                <a:solidFill>
                  <a:srgbClr val="025DFF"/>
                </a:solidFill>
                <a:latin typeface="微软雅黑"/>
                <a:ea typeface="微软雅黑"/>
              </a:rPr>
              <a:t>=</a:t>
            </a:r>
            <a:r>
              <a:rPr lang="zh-CN" altLang="zh-CN" sz="2400" b="1" dirty="0">
                <a:solidFill>
                  <a:srgbClr val="F80505"/>
                </a:solidFill>
                <a:latin typeface="微软雅黑"/>
                <a:ea typeface="微软雅黑"/>
              </a:rPr>
              <a:t>None</a:t>
            </a:r>
            <a:r>
              <a:rPr lang="zh-CN" altLang="zh-CN" sz="2400" b="1" dirty="0">
                <a:solidFill>
                  <a:srgbClr val="080808"/>
                </a:solidFill>
                <a:latin typeface="微软雅黑"/>
                <a:ea typeface="微软雅黑"/>
              </a:rPr>
              <a:t>, </a:t>
            </a:r>
            <a:r>
              <a:rPr lang="zh-CN" altLang="zh-CN" sz="2400" b="1" dirty="0">
                <a:solidFill>
                  <a:srgbClr val="660099"/>
                </a:solidFill>
                <a:latin typeface="微软雅黑"/>
                <a:ea typeface="微软雅黑"/>
              </a:rPr>
              <a:t>skiprows</a:t>
            </a:r>
            <a:r>
              <a:rPr lang="zh-CN" altLang="zh-CN" sz="2400" b="1" dirty="0">
                <a:solidFill>
                  <a:srgbClr val="025DFF"/>
                </a:solidFill>
                <a:latin typeface="微软雅黑"/>
                <a:ea typeface="微软雅黑"/>
              </a:rPr>
              <a:t>=</a:t>
            </a:r>
            <a:r>
              <a:rPr lang="zh-CN" altLang="zh-CN" sz="2400" b="1" dirty="0">
                <a:solidFill>
                  <a:srgbClr val="F80505"/>
                </a:solidFill>
                <a:latin typeface="微软雅黑"/>
                <a:ea typeface="微软雅黑"/>
              </a:rPr>
              <a:t>None</a:t>
            </a:r>
            <a:r>
              <a:rPr lang="zh-CN" altLang="zh-CN" sz="2400" b="1" dirty="0">
                <a:solidFill>
                  <a:srgbClr val="080808"/>
                </a:solidFill>
                <a:latin typeface="微软雅黑"/>
                <a:ea typeface="微软雅黑"/>
              </a:rPr>
              <a:t>, </a:t>
            </a:r>
            <a:r>
              <a:rPr lang="zh-CN" altLang="zh-CN" sz="2400" b="1" dirty="0">
                <a:solidFill>
                  <a:srgbClr val="660099"/>
                </a:solidFill>
                <a:latin typeface="微软雅黑"/>
                <a:ea typeface="微软雅黑"/>
              </a:rPr>
              <a:t>nrows</a:t>
            </a:r>
            <a:r>
              <a:rPr lang="zh-CN" altLang="zh-CN" sz="2400" b="1" dirty="0">
                <a:solidFill>
                  <a:srgbClr val="025DFF"/>
                </a:solidFill>
                <a:latin typeface="微软雅黑"/>
                <a:ea typeface="微软雅黑"/>
              </a:rPr>
              <a:t>=</a:t>
            </a:r>
            <a:r>
              <a:rPr lang="zh-CN" altLang="zh-CN" sz="2400" b="1" dirty="0">
                <a:solidFill>
                  <a:srgbClr val="F80505"/>
                </a:solidFill>
                <a:latin typeface="微软雅黑"/>
                <a:ea typeface="微软雅黑"/>
              </a:rPr>
              <a:t>None</a:t>
            </a:r>
            <a:r>
              <a:rPr lang="zh-CN" altLang="zh-CN" sz="2400" b="1" dirty="0">
                <a:solidFill>
                  <a:srgbClr val="080808"/>
                </a:solidFill>
                <a:latin typeface="微软雅黑"/>
                <a:ea typeface="微软雅黑"/>
              </a:rPr>
              <a:t>, </a:t>
            </a:r>
            <a:r>
              <a:rPr lang="zh-CN" altLang="zh-CN" sz="2400" b="1" dirty="0">
                <a:solidFill>
                  <a:srgbClr val="660099"/>
                </a:solidFill>
                <a:latin typeface="微软雅黑"/>
                <a:ea typeface="微软雅黑"/>
              </a:rPr>
              <a:t>skipfooter</a:t>
            </a:r>
            <a:r>
              <a:rPr lang="zh-CN" altLang="zh-CN" sz="2400" b="1" dirty="0">
                <a:solidFill>
                  <a:srgbClr val="025DFF"/>
                </a:solidFill>
                <a:latin typeface="微软雅黑"/>
                <a:ea typeface="微软雅黑"/>
              </a:rPr>
              <a:t>=</a:t>
            </a:r>
            <a:r>
              <a:rPr lang="zh-CN" altLang="zh-CN" sz="2400" b="1" dirty="0">
                <a:solidFill>
                  <a:srgbClr val="171BEB"/>
                </a:solidFill>
                <a:latin typeface="微软雅黑"/>
                <a:ea typeface="微软雅黑"/>
              </a:rPr>
              <a:t>0</a:t>
            </a:r>
            <a:r>
              <a:rPr lang="zh-CN" altLang="zh-CN" sz="2400" b="1" dirty="0">
                <a:solidFill>
                  <a:srgbClr val="7102FF"/>
                </a:solidFill>
                <a:latin typeface="微软雅黑"/>
                <a:ea typeface="微软雅黑"/>
              </a:rPr>
              <a:t>)</a:t>
            </a:r>
            <a:endParaRPr lang="zh-CN" altLang="zh-CN" sz="2400" b="1" dirty="0">
              <a:solidFill>
                <a:prstClr val="black"/>
              </a:solidFill>
              <a:latin typeface="微软雅黑"/>
              <a:ea typeface="微软雅黑"/>
            </a:endParaRPr>
          </a:p>
        </p:txBody>
      </p:sp>
      <p:sp>
        <p:nvSpPr>
          <p:cNvPr id="7" name="矩形 6"/>
          <p:cNvSpPr/>
          <p:nvPr/>
        </p:nvSpPr>
        <p:spPr>
          <a:xfrm>
            <a:off x="6005811" y="1720646"/>
            <a:ext cx="5021826" cy="462115"/>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59:morph option="byObject"/>
      </p:transition>
    </mc:Choice>
    <mc:Fallback>
      <p:transition spd="slow">
        <p:fade/>
      </p:transition>
    </mc:Fallback>
  </mc:AlternateContent>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7.6.1</a:t>
            </a:r>
            <a:endParaRPr lang="zh-CN" altLang="en-US" dirty="0"/>
          </a:p>
        </p:txBody>
      </p:sp>
      <p:sp>
        <p:nvSpPr>
          <p:cNvPr id="3" name="标题 2"/>
          <p:cNvSpPr>
            <a:spLocks noGrp="1"/>
          </p:cNvSpPr>
          <p:nvPr>
            <p:ph type="title"/>
          </p:nvPr>
        </p:nvSpPr>
        <p:spPr/>
        <p:txBody>
          <a:bodyPr/>
          <a:lstStyle/>
          <a:p>
            <a:r>
              <a:rPr lang="en-US" altLang="zh-CN" dirty="0"/>
              <a:t>Excel </a:t>
            </a:r>
            <a:r>
              <a:rPr lang="zh-CN" altLang="en-US" dirty="0"/>
              <a:t>数据</a:t>
            </a:r>
            <a:endParaRPr lang="zh-CN" altLang="en-US" dirty="0"/>
          </a:p>
        </p:txBody>
      </p:sp>
      <p:sp>
        <p:nvSpPr>
          <p:cNvPr id="5" name="内容占位符 4"/>
          <p:cNvSpPr txBox="1"/>
          <p:nvPr/>
        </p:nvSpPr>
        <p:spPr>
          <a:xfrm>
            <a:off x="838200" y="3089585"/>
            <a:ext cx="10515600" cy="2416479"/>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457200" indent="-457200">
              <a:lnSpc>
                <a:spcPct val="150000"/>
              </a:lnSpc>
              <a:buFont typeface="+mj-lt"/>
              <a:buAutoNum type="arabicPeriod" startAt="9"/>
            </a:pPr>
            <a:r>
              <a:rPr lang="en-US" altLang="zh-CN" sz="2000" b="1" dirty="0" err="1">
                <a:solidFill>
                  <a:schemeClr val="accent2"/>
                </a:solidFill>
                <a:latin typeface="微软雅黑" panose="020B0503020204020204" pitchFamily="34" charset="-122"/>
                <a:ea typeface="微软雅黑" panose="020B0503020204020204" pitchFamily="34" charset="-122"/>
              </a:rPr>
              <a:t>skiprows</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a:t>
            </a:r>
            <a:r>
              <a:rPr lang="zh-CN" altLang="en-US" sz="2000" b="1" dirty="0">
                <a:solidFill>
                  <a:schemeClr val="accent2"/>
                </a:solidFill>
                <a:latin typeface="微软雅黑" panose="020B0503020204020204" pitchFamily="34" charset="-122"/>
                <a:ea typeface="微软雅黑" panose="020B0503020204020204" pitchFamily="34" charset="-122"/>
              </a:rPr>
              <a:t>跳过特定行</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a:t>
            </a:r>
            <a:r>
              <a:rPr lang="en-US" altLang="zh-CN" sz="2000" dirty="0" err="1">
                <a:solidFill>
                  <a:sysClr val="windowText" lastClr="000000">
                    <a:lumMod val="85000"/>
                    <a:lumOff val="15000"/>
                  </a:sysClr>
                </a:solidFill>
                <a:latin typeface="微软雅黑" panose="020B0503020204020204" pitchFamily="34" charset="-122"/>
                <a:ea typeface="微软雅黑" panose="020B0503020204020204" pitchFamily="34" charset="-122"/>
              </a:rPr>
              <a:t>skiprows</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 = n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跳过前</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n</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行； </a:t>
            </a:r>
            <a:r>
              <a:rPr lang="en-US" altLang="zh-CN" sz="2000" dirty="0" err="1">
                <a:solidFill>
                  <a:sysClr val="windowText" lastClr="000000">
                    <a:lumMod val="85000"/>
                    <a:lumOff val="15000"/>
                  </a:sysClr>
                </a:solidFill>
                <a:latin typeface="微软雅黑" panose="020B0503020204020204" pitchFamily="34" charset="-122"/>
                <a:ea typeface="微软雅黑" panose="020B0503020204020204" pitchFamily="34" charset="-122"/>
              </a:rPr>
              <a:t>skiprows</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 = [a, b, c]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跳过第 </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a+1, b+1, c+1</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行（索引从 </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0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开始）。</a:t>
            </a:r>
            <a:endPar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endParaRPr>
          </a:p>
          <a:p>
            <a:pPr marL="457200" indent="-457200">
              <a:lnSpc>
                <a:spcPct val="150000"/>
              </a:lnSpc>
              <a:buFont typeface="+mj-lt"/>
              <a:buAutoNum type="arabicPeriod" startAt="9"/>
            </a:pPr>
            <a:r>
              <a:rPr lang="en-US" altLang="zh-CN" sz="2000" b="1" dirty="0" err="1">
                <a:solidFill>
                  <a:schemeClr val="accent2"/>
                </a:solidFill>
                <a:latin typeface="微软雅黑" panose="020B0503020204020204" pitchFamily="34" charset="-122"/>
                <a:ea typeface="微软雅黑" panose="020B0503020204020204" pitchFamily="34" charset="-122"/>
              </a:rPr>
              <a:t>nrows</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：需要读取的行数，</a:t>
            </a:r>
            <a:r>
              <a:rPr lang="en-US" altLang="zh-CN" sz="2000" dirty="0" err="1">
                <a:solidFill>
                  <a:sysClr val="windowText" lastClr="000000">
                    <a:lumMod val="85000"/>
                    <a:lumOff val="15000"/>
                  </a:sysClr>
                </a:solidFill>
                <a:latin typeface="微软雅黑" panose="020B0503020204020204" pitchFamily="34" charset="-122"/>
                <a:ea typeface="微软雅黑" panose="020B0503020204020204" pitchFamily="34" charset="-122"/>
              </a:rPr>
              <a:t>nrows</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 = n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读取前 </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n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行。</a:t>
            </a:r>
            <a:endPar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endParaRPr>
          </a:p>
          <a:p>
            <a:pPr marL="457200" indent="-457200">
              <a:lnSpc>
                <a:spcPct val="150000"/>
              </a:lnSpc>
              <a:buFont typeface="+mj-lt"/>
              <a:buAutoNum type="arabicPeriod" startAt="9"/>
            </a:pPr>
            <a:r>
              <a:rPr lang="en-US" altLang="zh-CN" sz="2000" b="1" dirty="0" err="1">
                <a:solidFill>
                  <a:schemeClr val="accent2"/>
                </a:solidFill>
                <a:latin typeface="微软雅黑" panose="020B0503020204020204" pitchFamily="34" charset="-122"/>
                <a:ea typeface="微软雅黑" panose="020B0503020204020204" pitchFamily="34" charset="-122"/>
              </a:rPr>
              <a:t>skipfooter</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 跳过</a:t>
            </a:r>
            <a:r>
              <a:rPr lang="zh-CN" altLang="en-US" sz="2000" b="1" dirty="0">
                <a:solidFill>
                  <a:schemeClr val="accent2"/>
                </a:solidFill>
                <a:latin typeface="微软雅黑" panose="020B0503020204020204" pitchFamily="34" charset="-122"/>
                <a:ea typeface="微软雅黑" panose="020B0503020204020204" pitchFamily="34" charset="-122"/>
              </a:rPr>
              <a:t>末尾行数</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a:t>
            </a:r>
            <a:r>
              <a:rPr lang="en-US" altLang="zh-CN" sz="2000" dirty="0" err="1">
                <a:solidFill>
                  <a:sysClr val="windowText" lastClr="000000">
                    <a:lumMod val="85000"/>
                    <a:lumOff val="15000"/>
                  </a:sysClr>
                </a:solidFill>
                <a:latin typeface="微软雅黑" panose="020B0503020204020204" pitchFamily="34" charset="-122"/>
                <a:ea typeface="微软雅黑" panose="020B0503020204020204" pitchFamily="34" charset="-122"/>
              </a:rPr>
              <a:t>skipfooter</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 = n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跳过末尾的 </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n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行。</a:t>
            </a:r>
            <a:endPar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endParaRPr>
          </a:p>
        </p:txBody>
      </p:sp>
      <p:sp>
        <p:nvSpPr>
          <p:cNvPr id="6" name="内容占位符 5"/>
          <p:cNvSpPr txBox="1"/>
          <p:nvPr/>
        </p:nvSpPr>
        <p:spPr>
          <a:xfrm>
            <a:off x="780060" y="1101216"/>
            <a:ext cx="10631877" cy="1700977"/>
          </a:xfrm>
          <a:prstGeom prst="roundRect">
            <a:avLst>
              <a:gd name="adj" fmla="val 18448"/>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0" eaLnBrk="0" fontAlgn="base" hangingPunct="0">
              <a:lnSpc>
                <a:spcPct val="125000"/>
              </a:lnSpc>
              <a:spcBef>
                <a:spcPct val="0"/>
              </a:spcBef>
              <a:spcAft>
                <a:spcPct val="0"/>
              </a:spcAft>
              <a:defRPr/>
            </a:pPr>
            <a:r>
              <a:rPr lang="zh-CN" altLang="zh-CN" sz="2400" b="1" dirty="0">
                <a:solidFill>
                  <a:srgbClr val="080808"/>
                </a:solidFill>
                <a:latin typeface="微软雅黑"/>
                <a:ea typeface="微软雅黑"/>
              </a:rPr>
              <a:t>pd.</a:t>
            </a:r>
            <a:r>
              <a:rPr lang="zh-CN" altLang="zh-CN" sz="2400" b="1" dirty="0">
                <a:solidFill>
                  <a:srgbClr val="FF6A02"/>
                </a:solidFill>
                <a:latin typeface="微软雅黑"/>
                <a:ea typeface="微软雅黑"/>
              </a:rPr>
              <a:t>read_excel</a:t>
            </a:r>
            <a:r>
              <a:rPr lang="zh-CN" altLang="zh-CN" sz="2400" b="1" dirty="0">
                <a:solidFill>
                  <a:srgbClr val="7102FF"/>
                </a:solidFill>
                <a:latin typeface="微软雅黑"/>
                <a:ea typeface="微软雅黑"/>
              </a:rPr>
              <a:t>(</a:t>
            </a:r>
            <a:r>
              <a:rPr lang="zh-CN" altLang="zh-CN" sz="2400" b="1" dirty="0">
                <a:solidFill>
                  <a:srgbClr val="080808"/>
                </a:solidFill>
                <a:latin typeface="微软雅黑"/>
                <a:ea typeface="微软雅黑"/>
              </a:rPr>
              <a:t>io, </a:t>
            </a:r>
            <a:r>
              <a:rPr lang="zh-CN" altLang="zh-CN" sz="2400" b="1" dirty="0">
                <a:solidFill>
                  <a:srgbClr val="660099"/>
                </a:solidFill>
                <a:latin typeface="微软雅黑"/>
                <a:ea typeface="微软雅黑"/>
              </a:rPr>
              <a:t>sheet_name</a:t>
            </a:r>
            <a:r>
              <a:rPr lang="zh-CN" altLang="zh-CN" sz="2400" b="1" dirty="0">
                <a:solidFill>
                  <a:srgbClr val="025DFF"/>
                </a:solidFill>
                <a:latin typeface="微软雅黑"/>
                <a:ea typeface="微软雅黑"/>
              </a:rPr>
              <a:t>=</a:t>
            </a:r>
            <a:r>
              <a:rPr lang="zh-CN" altLang="zh-CN" sz="2400" b="1" dirty="0">
                <a:solidFill>
                  <a:srgbClr val="171BEB"/>
                </a:solidFill>
                <a:latin typeface="微软雅黑"/>
                <a:ea typeface="微软雅黑"/>
              </a:rPr>
              <a:t>0</a:t>
            </a:r>
            <a:r>
              <a:rPr lang="zh-CN" altLang="zh-CN" sz="2400" b="1" dirty="0">
                <a:solidFill>
                  <a:srgbClr val="080808"/>
                </a:solidFill>
                <a:latin typeface="微软雅黑"/>
                <a:ea typeface="微软雅黑"/>
              </a:rPr>
              <a:t>, </a:t>
            </a:r>
            <a:r>
              <a:rPr lang="zh-CN" altLang="zh-CN" sz="2400" b="1" dirty="0">
                <a:solidFill>
                  <a:srgbClr val="660099"/>
                </a:solidFill>
                <a:latin typeface="微软雅黑"/>
                <a:ea typeface="微软雅黑"/>
              </a:rPr>
              <a:t>header</a:t>
            </a:r>
            <a:r>
              <a:rPr lang="zh-CN" altLang="zh-CN" sz="2400" b="1" dirty="0">
                <a:solidFill>
                  <a:srgbClr val="025DFF"/>
                </a:solidFill>
                <a:latin typeface="微软雅黑"/>
                <a:ea typeface="微软雅黑"/>
              </a:rPr>
              <a:t>=</a:t>
            </a:r>
            <a:r>
              <a:rPr lang="zh-CN" altLang="zh-CN" sz="2400" b="1" dirty="0">
                <a:solidFill>
                  <a:srgbClr val="171BEB"/>
                </a:solidFill>
                <a:latin typeface="微软雅黑"/>
                <a:ea typeface="微软雅黑"/>
              </a:rPr>
              <a:t>0</a:t>
            </a:r>
            <a:r>
              <a:rPr lang="zh-CN" altLang="zh-CN" sz="2400" b="1" dirty="0">
                <a:solidFill>
                  <a:srgbClr val="080808"/>
                </a:solidFill>
                <a:latin typeface="微软雅黑"/>
                <a:ea typeface="微软雅黑"/>
              </a:rPr>
              <a:t>, </a:t>
            </a:r>
            <a:r>
              <a:rPr lang="zh-CN" altLang="zh-CN" sz="2400" b="1" dirty="0">
                <a:solidFill>
                  <a:srgbClr val="660099"/>
                </a:solidFill>
                <a:latin typeface="微软雅黑"/>
                <a:ea typeface="微软雅黑"/>
              </a:rPr>
              <a:t>names</a:t>
            </a:r>
            <a:r>
              <a:rPr lang="zh-CN" altLang="zh-CN" sz="2400" b="1" dirty="0">
                <a:solidFill>
                  <a:srgbClr val="025DFF"/>
                </a:solidFill>
                <a:latin typeface="微软雅黑"/>
                <a:ea typeface="微软雅黑"/>
              </a:rPr>
              <a:t>=</a:t>
            </a:r>
            <a:r>
              <a:rPr lang="zh-CN" altLang="zh-CN" sz="2400" b="1" dirty="0">
                <a:solidFill>
                  <a:srgbClr val="F80505"/>
                </a:solidFill>
                <a:latin typeface="微软雅黑"/>
                <a:ea typeface="微软雅黑"/>
              </a:rPr>
              <a:t>None</a:t>
            </a:r>
            <a:r>
              <a:rPr lang="zh-CN" altLang="zh-CN" sz="2400" b="1" dirty="0">
                <a:solidFill>
                  <a:srgbClr val="080808"/>
                </a:solidFill>
                <a:latin typeface="微软雅黑"/>
                <a:ea typeface="微软雅黑"/>
              </a:rPr>
              <a:t>, </a:t>
            </a:r>
            <a:r>
              <a:rPr lang="en-US" altLang="zh-CN" sz="2400" b="1" dirty="0" err="1">
                <a:solidFill>
                  <a:srgbClr val="660099"/>
                </a:solidFill>
                <a:latin typeface="微软雅黑"/>
                <a:ea typeface="微软雅黑"/>
              </a:rPr>
              <a:t>index_col</a:t>
            </a:r>
            <a:r>
              <a:rPr lang="en-US" altLang="zh-CN" sz="2400" b="1" dirty="0">
                <a:solidFill>
                  <a:srgbClr val="025DFF"/>
                </a:solidFill>
                <a:latin typeface="微软雅黑"/>
                <a:ea typeface="微软雅黑"/>
              </a:rPr>
              <a:t>=</a:t>
            </a:r>
            <a:r>
              <a:rPr lang="en-US" altLang="zh-CN" sz="2400" b="1" dirty="0">
                <a:solidFill>
                  <a:srgbClr val="F80505"/>
                </a:solidFill>
                <a:latin typeface="微软雅黑"/>
                <a:ea typeface="微软雅黑"/>
              </a:rPr>
              <a:t>None</a:t>
            </a:r>
            <a:r>
              <a:rPr lang="en-US" altLang="zh-CN" sz="2400" b="1" dirty="0">
                <a:solidFill>
                  <a:srgbClr val="080808"/>
                </a:solidFill>
                <a:latin typeface="微软雅黑"/>
                <a:ea typeface="微软雅黑"/>
              </a:rPr>
              <a:t>, </a:t>
            </a:r>
            <a:r>
              <a:rPr lang="zh-CN" altLang="zh-CN" sz="2400" b="1" dirty="0">
                <a:solidFill>
                  <a:srgbClr val="660099"/>
                </a:solidFill>
                <a:latin typeface="微软雅黑"/>
                <a:ea typeface="微软雅黑"/>
              </a:rPr>
              <a:t>usecols</a:t>
            </a:r>
            <a:r>
              <a:rPr lang="zh-CN" altLang="zh-CN" sz="2400" b="1" dirty="0">
                <a:solidFill>
                  <a:srgbClr val="025DFF"/>
                </a:solidFill>
                <a:latin typeface="微软雅黑"/>
                <a:ea typeface="微软雅黑"/>
              </a:rPr>
              <a:t>=</a:t>
            </a:r>
            <a:r>
              <a:rPr lang="zh-CN" altLang="zh-CN" sz="2400" b="1" dirty="0">
                <a:solidFill>
                  <a:srgbClr val="F80505"/>
                </a:solidFill>
                <a:latin typeface="微软雅黑"/>
                <a:ea typeface="微软雅黑"/>
              </a:rPr>
              <a:t>None</a:t>
            </a:r>
            <a:r>
              <a:rPr lang="zh-CN" altLang="zh-CN" sz="2400" b="1" dirty="0">
                <a:solidFill>
                  <a:srgbClr val="080808"/>
                </a:solidFill>
                <a:latin typeface="微软雅黑"/>
                <a:ea typeface="微软雅黑"/>
              </a:rPr>
              <a:t>, </a:t>
            </a:r>
            <a:r>
              <a:rPr lang="zh-CN" altLang="zh-CN" sz="2400" b="1" dirty="0">
                <a:solidFill>
                  <a:srgbClr val="660099"/>
                </a:solidFill>
                <a:latin typeface="微软雅黑"/>
                <a:ea typeface="微软雅黑"/>
              </a:rPr>
              <a:t>squeeze</a:t>
            </a:r>
            <a:r>
              <a:rPr lang="zh-CN" altLang="zh-CN" sz="2400" b="1" dirty="0">
                <a:solidFill>
                  <a:srgbClr val="025DFF"/>
                </a:solidFill>
                <a:latin typeface="微软雅黑"/>
                <a:ea typeface="微软雅黑"/>
              </a:rPr>
              <a:t>=</a:t>
            </a:r>
            <a:r>
              <a:rPr lang="zh-CN" altLang="zh-CN" sz="2400" b="1" dirty="0">
                <a:solidFill>
                  <a:srgbClr val="F80505"/>
                </a:solidFill>
                <a:latin typeface="微软雅黑"/>
                <a:ea typeface="微软雅黑"/>
              </a:rPr>
              <a:t>False</a:t>
            </a:r>
            <a:r>
              <a:rPr lang="zh-CN" altLang="zh-CN" sz="2400" b="1" dirty="0">
                <a:solidFill>
                  <a:srgbClr val="080808"/>
                </a:solidFill>
                <a:latin typeface="微软雅黑"/>
                <a:ea typeface="微软雅黑"/>
              </a:rPr>
              <a:t>,</a:t>
            </a:r>
            <a:r>
              <a:rPr lang="zh-CN" altLang="zh-CN" sz="2400" b="1" dirty="0">
                <a:solidFill>
                  <a:srgbClr val="660099"/>
                </a:solidFill>
                <a:latin typeface="微软雅黑"/>
                <a:ea typeface="微软雅黑"/>
              </a:rPr>
              <a:t>converters</a:t>
            </a:r>
            <a:r>
              <a:rPr lang="zh-CN" altLang="zh-CN" sz="2400" b="1" dirty="0">
                <a:solidFill>
                  <a:srgbClr val="025DFF"/>
                </a:solidFill>
                <a:latin typeface="微软雅黑"/>
                <a:ea typeface="微软雅黑"/>
              </a:rPr>
              <a:t>=</a:t>
            </a:r>
            <a:r>
              <a:rPr lang="zh-CN" altLang="zh-CN" sz="2400" b="1" dirty="0">
                <a:solidFill>
                  <a:srgbClr val="F80505"/>
                </a:solidFill>
                <a:latin typeface="微软雅黑"/>
                <a:ea typeface="微软雅黑"/>
              </a:rPr>
              <a:t>None</a:t>
            </a:r>
            <a:r>
              <a:rPr lang="zh-CN" altLang="zh-CN" sz="2400" b="1" dirty="0">
                <a:solidFill>
                  <a:srgbClr val="080808"/>
                </a:solidFill>
                <a:latin typeface="微软雅黑"/>
                <a:ea typeface="微软雅黑"/>
              </a:rPr>
              <a:t>, </a:t>
            </a:r>
            <a:r>
              <a:rPr lang="zh-CN" altLang="zh-CN" sz="2400" b="1" dirty="0">
                <a:solidFill>
                  <a:srgbClr val="660099"/>
                </a:solidFill>
                <a:latin typeface="微软雅黑"/>
                <a:ea typeface="微软雅黑"/>
              </a:rPr>
              <a:t>skiprows</a:t>
            </a:r>
            <a:r>
              <a:rPr lang="zh-CN" altLang="zh-CN" sz="2400" b="1" dirty="0">
                <a:solidFill>
                  <a:srgbClr val="025DFF"/>
                </a:solidFill>
                <a:latin typeface="微软雅黑"/>
                <a:ea typeface="微软雅黑"/>
              </a:rPr>
              <a:t>=</a:t>
            </a:r>
            <a:r>
              <a:rPr lang="zh-CN" altLang="zh-CN" sz="2400" b="1" dirty="0">
                <a:solidFill>
                  <a:srgbClr val="F80505"/>
                </a:solidFill>
                <a:latin typeface="微软雅黑"/>
                <a:ea typeface="微软雅黑"/>
              </a:rPr>
              <a:t>None</a:t>
            </a:r>
            <a:r>
              <a:rPr lang="zh-CN" altLang="zh-CN" sz="2400" b="1" dirty="0">
                <a:solidFill>
                  <a:srgbClr val="080808"/>
                </a:solidFill>
                <a:latin typeface="微软雅黑"/>
                <a:ea typeface="微软雅黑"/>
              </a:rPr>
              <a:t>, </a:t>
            </a:r>
            <a:r>
              <a:rPr lang="zh-CN" altLang="zh-CN" sz="2400" b="1" dirty="0">
                <a:solidFill>
                  <a:srgbClr val="660099"/>
                </a:solidFill>
                <a:latin typeface="微软雅黑"/>
                <a:ea typeface="微软雅黑"/>
              </a:rPr>
              <a:t>nrows</a:t>
            </a:r>
            <a:r>
              <a:rPr lang="zh-CN" altLang="zh-CN" sz="2400" b="1" dirty="0">
                <a:solidFill>
                  <a:srgbClr val="025DFF"/>
                </a:solidFill>
                <a:latin typeface="微软雅黑"/>
                <a:ea typeface="微软雅黑"/>
              </a:rPr>
              <a:t>=</a:t>
            </a:r>
            <a:r>
              <a:rPr lang="zh-CN" altLang="zh-CN" sz="2400" b="1" dirty="0">
                <a:solidFill>
                  <a:srgbClr val="F80505"/>
                </a:solidFill>
                <a:latin typeface="微软雅黑"/>
                <a:ea typeface="微软雅黑"/>
              </a:rPr>
              <a:t>None</a:t>
            </a:r>
            <a:r>
              <a:rPr lang="zh-CN" altLang="zh-CN" sz="2400" b="1" dirty="0">
                <a:solidFill>
                  <a:srgbClr val="080808"/>
                </a:solidFill>
                <a:latin typeface="微软雅黑"/>
                <a:ea typeface="微软雅黑"/>
              </a:rPr>
              <a:t>, </a:t>
            </a:r>
            <a:r>
              <a:rPr lang="zh-CN" altLang="zh-CN" sz="2400" b="1" dirty="0">
                <a:solidFill>
                  <a:srgbClr val="660099"/>
                </a:solidFill>
                <a:latin typeface="微软雅黑"/>
                <a:ea typeface="微软雅黑"/>
              </a:rPr>
              <a:t>skipfooter</a:t>
            </a:r>
            <a:r>
              <a:rPr lang="zh-CN" altLang="zh-CN" sz="2400" b="1" dirty="0">
                <a:solidFill>
                  <a:srgbClr val="025DFF"/>
                </a:solidFill>
                <a:latin typeface="微软雅黑"/>
                <a:ea typeface="微软雅黑"/>
              </a:rPr>
              <a:t>=</a:t>
            </a:r>
            <a:r>
              <a:rPr lang="zh-CN" altLang="zh-CN" sz="2400" b="1" dirty="0">
                <a:solidFill>
                  <a:srgbClr val="171BEB"/>
                </a:solidFill>
                <a:latin typeface="微软雅黑"/>
                <a:ea typeface="微软雅黑"/>
              </a:rPr>
              <a:t>0</a:t>
            </a:r>
            <a:r>
              <a:rPr lang="zh-CN" altLang="zh-CN" sz="2400" b="1" dirty="0">
                <a:solidFill>
                  <a:srgbClr val="7102FF"/>
                </a:solidFill>
                <a:latin typeface="微软雅黑"/>
                <a:ea typeface="微软雅黑"/>
              </a:rPr>
              <a:t>)</a:t>
            </a:r>
            <a:endParaRPr lang="zh-CN" altLang="zh-CN" sz="2400" b="1" dirty="0">
              <a:solidFill>
                <a:prstClr val="black"/>
              </a:solidFill>
              <a:latin typeface="微软雅黑"/>
              <a:ea typeface="微软雅黑"/>
            </a:endParaRPr>
          </a:p>
        </p:txBody>
      </p:sp>
      <p:sp>
        <p:nvSpPr>
          <p:cNvPr id="7" name="矩形 6"/>
          <p:cNvSpPr/>
          <p:nvPr/>
        </p:nvSpPr>
        <p:spPr>
          <a:xfrm>
            <a:off x="907025" y="2233053"/>
            <a:ext cx="7037440" cy="462115"/>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59:morph option="byObject"/>
      </p:transition>
    </mc:Choice>
    <mc:Fallback>
      <p:transition spd="slow">
        <p:fade/>
      </p:transition>
    </mc:Fallback>
  </mc:AlternateContent>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7.8 </a:t>
            </a:r>
            <a:r>
              <a:rPr lang="zh-CN" altLang="en-US" dirty="0"/>
              <a:t>读取 </a:t>
            </a:r>
            <a:r>
              <a:rPr lang="en-US" altLang="zh-CN" dirty="0"/>
              <a:t>Excel </a:t>
            </a:r>
            <a:r>
              <a:rPr lang="zh-CN" altLang="en-US" dirty="0"/>
              <a:t>文件中的证券数据</a:t>
            </a:r>
            <a:endParaRPr lang="zh-CN" altLang="en-US" dirty="0"/>
          </a:p>
        </p:txBody>
      </p:sp>
      <p:sp>
        <p:nvSpPr>
          <p:cNvPr id="7" name="内容占位符 6"/>
          <p:cNvSpPr>
            <a:spLocks noGrp="1"/>
          </p:cNvSpPr>
          <p:nvPr>
            <p:ph sz="quarter" idx="15"/>
          </p:nvPr>
        </p:nvSpPr>
        <p:spPr/>
        <p:txBody>
          <a:bodyPr>
            <a:normAutofit/>
          </a:bodyPr>
          <a:lstStyle/>
          <a:p>
            <a:pPr>
              <a:lnSpc>
                <a:spcPct val="125000"/>
              </a:lnSpc>
              <a:spcBef>
                <a:spcPts val="500"/>
              </a:spcBef>
            </a:pPr>
            <a:r>
              <a:rPr lang="zh-CN" altLang="en-US" sz="2800" b="1" dirty="0">
                <a:solidFill>
                  <a:srgbClr val="0070C0"/>
                </a:solidFill>
                <a:latin typeface="+mj-lt"/>
              </a:rPr>
              <a:t>实例说明：</a:t>
            </a:r>
            <a:endParaRPr lang="en-US" altLang="zh-CN" sz="2800" b="1" dirty="0">
              <a:solidFill>
                <a:srgbClr val="0070C0"/>
              </a:solidFill>
              <a:latin typeface="+mj-lt"/>
            </a:endParaRPr>
          </a:p>
          <a:p>
            <a:pPr marL="342900" indent="-342900">
              <a:lnSpc>
                <a:spcPct val="150000"/>
              </a:lnSpc>
              <a:spcBef>
                <a:spcPts val="500"/>
              </a:spcBef>
              <a:buFont typeface="Arial" panose="020B0604020202090204" pitchFamily="34" charset="0"/>
              <a:buChar char="•"/>
            </a:pPr>
            <a:r>
              <a:rPr lang="en-US" altLang="zh-CN" dirty="0">
                <a:latin typeface="+mj-lt"/>
              </a:rPr>
              <a:t>Excel</a:t>
            </a:r>
            <a:r>
              <a:rPr lang="zh-CN" altLang="en-US" dirty="0">
                <a:latin typeface="+mj-lt"/>
              </a:rPr>
              <a:t>文件 </a:t>
            </a:r>
            <a:r>
              <a:rPr lang="en-US" altLang="zh-CN" dirty="0">
                <a:latin typeface="+mj-lt"/>
              </a:rPr>
              <a:t>stock.xlsx </a:t>
            </a:r>
            <a:r>
              <a:rPr lang="zh-CN" altLang="en-US" dirty="0">
                <a:latin typeface="+mj-lt"/>
              </a:rPr>
              <a:t>中存储了一些股票数据，将其读取到列表中输出。</a:t>
            </a:r>
            <a:endParaRPr lang="en-US" altLang="zh-CN" dirty="0">
              <a:latin typeface="+mj-lt"/>
            </a:endParaRPr>
          </a:p>
          <a:p>
            <a:pPr>
              <a:lnSpc>
                <a:spcPct val="150000"/>
              </a:lnSpc>
              <a:spcBef>
                <a:spcPts val="500"/>
              </a:spcBef>
            </a:pPr>
            <a:r>
              <a:rPr lang="zh-CN" altLang="en-US" sz="2800" b="1" dirty="0">
                <a:solidFill>
                  <a:srgbClr val="0070C0"/>
                </a:solidFill>
                <a:latin typeface="+mj-lt"/>
              </a:rPr>
              <a:t>思路：</a:t>
            </a:r>
            <a:endParaRPr lang="zh-CN" altLang="en-US" sz="2800" b="1" dirty="0">
              <a:solidFill>
                <a:srgbClr val="0070C0"/>
              </a:solidFill>
              <a:latin typeface="+mj-lt"/>
            </a:endParaRPr>
          </a:p>
          <a:p>
            <a:pPr marL="342900" indent="-342900">
              <a:lnSpc>
                <a:spcPct val="150000"/>
              </a:lnSpc>
              <a:spcBef>
                <a:spcPts val="500"/>
              </a:spcBef>
              <a:buFont typeface="Arial" panose="020B0604020202090204" pitchFamily="34" charset="0"/>
              <a:buChar char="•"/>
            </a:pPr>
            <a:r>
              <a:rPr lang="zh-CN" altLang="en-US" dirty="0">
                <a:latin typeface="+mj-lt"/>
              </a:rPr>
              <a:t>文件中只有一个工作表，向 </a:t>
            </a:r>
            <a:r>
              <a:rPr lang="en-US" altLang="zh-CN" b="1" dirty="0" err="1">
                <a:solidFill>
                  <a:schemeClr val="accent2"/>
                </a:solidFill>
                <a:latin typeface="+mj-lt"/>
              </a:rPr>
              <a:t>read_excel</a:t>
            </a:r>
            <a:r>
              <a:rPr lang="en-US" altLang="zh-CN" b="1" dirty="0">
                <a:solidFill>
                  <a:schemeClr val="accent2"/>
                </a:solidFill>
                <a:latin typeface="+mj-lt"/>
              </a:rPr>
              <a:t>() </a:t>
            </a:r>
            <a:r>
              <a:rPr lang="zh-CN" altLang="en-US" dirty="0">
                <a:latin typeface="+mj-lt"/>
              </a:rPr>
              <a:t>传递带路径的文件名，可读取工作表中的所有数据。</a:t>
            </a:r>
            <a:endParaRPr lang="zh-CN" altLang="en-US" dirty="0">
              <a:latin typeface="+mj-lt"/>
            </a:endParaRPr>
          </a:p>
          <a:p>
            <a:pPr marL="342900" indent="-342900">
              <a:lnSpc>
                <a:spcPct val="150000"/>
              </a:lnSpc>
              <a:spcBef>
                <a:spcPts val="500"/>
              </a:spcBef>
              <a:buFont typeface="Arial" panose="020B0604020202090204" pitchFamily="34" charset="0"/>
              <a:buChar char="•"/>
            </a:pPr>
            <a:r>
              <a:rPr lang="zh-CN" altLang="en-US" dirty="0">
                <a:latin typeface="+mj-lt"/>
              </a:rPr>
              <a:t>返回值是 </a:t>
            </a:r>
            <a:r>
              <a:rPr lang="en-US" altLang="zh-CN" dirty="0" err="1">
                <a:latin typeface="+mj-lt"/>
              </a:rPr>
              <a:t>dataframe</a:t>
            </a:r>
            <a:r>
              <a:rPr lang="en-US" altLang="zh-CN" dirty="0">
                <a:latin typeface="+mj-lt"/>
              </a:rPr>
              <a:t> </a:t>
            </a:r>
            <a:r>
              <a:rPr lang="zh-CN" altLang="en-US" dirty="0">
                <a:latin typeface="+mj-lt"/>
              </a:rPr>
              <a:t>类型的数据，其 </a:t>
            </a:r>
            <a:r>
              <a:rPr lang="en-US" altLang="zh-CN" dirty="0">
                <a:latin typeface="+mj-lt"/>
              </a:rPr>
              <a:t>columns </a:t>
            </a:r>
            <a:r>
              <a:rPr lang="zh-CN" altLang="en-US" dirty="0">
                <a:latin typeface="+mj-lt"/>
              </a:rPr>
              <a:t>属性值是</a:t>
            </a:r>
            <a:r>
              <a:rPr lang="zh-CN" altLang="en-US" b="1" dirty="0">
                <a:solidFill>
                  <a:schemeClr val="accent2"/>
                </a:solidFill>
                <a:latin typeface="+mj-lt"/>
              </a:rPr>
              <a:t>表头数据</a:t>
            </a:r>
            <a:r>
              <a:rPr lang="zh-CN" altLang="en-US" dirty="0">
                <a:latin typeface="+mj-lt"/>
              </a:rPr>
              <a:t>，</a:t>
            </a:r>
            <a:r>
              <a:rPr lang="en-US" altLang="zh-CN" dirty="0">
                <a:latin typeface="+mj-lt"/>
              </a:rPr>
              <a:t>values </a:t>
            </a:r>
            <a:r>
              <a:rPr lang="zh-CN" altLang="en-US" dirty="0">
                <a:latin typeface="+mj-lt"/>
              </a:rPr>
              <a:t>属性值是</a:t>
            </a:r>
            <a:r>
              <a:rPr lang="zh-CN" altLang="en-US" b="1" dirty="0">
                <a:solidFill>
                  <a:schemeClr val="accent2"/>
                </a:solidFill>
                <a:latin typeface="+mj-lt"/>
              </a:rPr>
              <a:t>除去表头</a:t>
            </a:r>
            <a:r>
              <a:rPr lang="zh-CN" altLang="en-US" dirty="0">
                <a:latin typeface="+mj-lt"/>
              </a:rPr>
              <a:t>外的表格中的数据。</a:t>
            </a:r>
            <a:endParaRPr lang="zh-CN" altLang="en-US" dirty="0">
              <a:latin typeface="+mj-lt"/>
            </a:endParaRPr>
          </a:p>
          <a:p>
            <a:pPr marL="342900" indent="-342900">
              <a:lnSpc>
                <a:spcPct val="150000"/>
              </a:lnSpc>
              <a:spcBef>
                <a:spcPts val="500"/>
              </a:spcBef>
              <a:buFont typeface="Arial" panose="020B0604020202090204" pitchFamily="34" charset="0"/>
              <a:buChar char="•"/>
            </a:pPr>
            <a:r>
              <a:rPr lang="zh-CN" altLang="en-US" dirty="0">
                <a:latin typeface="+mj-lt"/>
              </a:rPr>
              <a:t>用 </a:t>
            </a:r>
            <a:r>
              <a:rPr lang="en-US" altLang="zh-CN" b="1" dirty="0" err="1">
                <a:solidFill>
                  <a:schemeClr val="accent2"/>
                </a:solidFill>
                <a:latin typeface="+mj-lt"/>
              </a:rPr>
              <a:t>tolist</a:t>
            </a:r>
            <a:r>
              <a:rPr lang="en-US" altLang="zh-CN" b="1" dirty="0">
                <a:solidFill>
                  <a:schemeClr val="accent2"/>
                </a:solidFill>
                <a:latin typeface="+mj-lt"/>
              </a:rPr>
              <a:t>() </a:t>
            </a:r>
            <a:r>
              <a:rPr lang="zh-CN" altLang="en-US" dirty="0">
                <a:latin typeface="+mj-lt"/>
              </a:rPr>
              <a:t>方法将 </a:t>
            </a:r>
            <a:r>
              <a:rPr lang="en-US" altLang="zh-CN" dirty="0">
                <a:latin typeface="+mj-lt"/>
              </a:rPr>
              <a:t>values </a:t>
            </a:r>
            <a:r>
              <a:rPr lang="zh-CN" altLang="en-US" dirty="0">
                <a:latin typeface="+mj-lt"/>
              </a:rPr>
              <a:t>属性值转为列表类型。</a:t>
            </a:r>
            <a:endParaRPr lang="zh-CN" altLang="en-US" dirty="0">
              <a:latin typeface="+mj-lt"/>
            </a:endParaRPr>
          </a:p>
        </p:txBody>
      </p:sp>
      <p:sp>
        <p:nvSpPr>
          <p:cNvPr id="6" name="内容占位符 5"/>
          <p:cNvSpPr>
            <a:spLocks noGrp="1"/>
          </p:cNvSpPr>
          <p:nvPr>
            <p:ph sz="quarter" idx="13"/>
          </p:nvPr>
        </p:nvSpPr>
        <p:spPr/>
        <p:txBody>
          <a:bodyPr/>
          <a:lstStyle/>
          <a:p>
            <a:r>
              <a:rPr lang="zh-CN" altLang="en-US" dirty="0"/>
              <a:t>实例</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animEffect transition="in" filter="fade">
                                      <p:cBhvr>
                                        <p:cTn id="7" dur="25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7.8 </a:t>
            </a:r>
            <a:r>
              <a:rPr lang="zh-CN" altLang="en-US" dirty="0"/>
              <a:t>读取 </a:t>
            </a:r>
            <a:r>
              <a:rPr lang="en-US" altLang="zh-CN" dirty="0"/>
              <a:t>Excel </a:t>
            </a:r>
            <a:r>
              <a:rPr lang="zh-CN" altLang="en-US" dirty="0"/>
              <a:t>文件中的证券数据</a:t>
            </a:r>
            <a:endParaRPr lang="zh-CN" altLang="en-US" dirty="0"/>
          </a:p>
        </p:txBody>
      </p:sp>
      <p:sp>
        <p:nvSpPr>
          <p:cNvPr id="7" name="内容占位符 6"/>
          <p:cNvSpPr>
            <a:spLocks noGrp="1"/>
          </p:cNvSpPr>
          <p:nvPr>
            <p:ph sz="quarter" idx="14"/>
          </p:nvPr>
        </p:nvSpPr>
        <p:spPr/>
        <p:txBody>
          <a:bodyPr/>
          <a:lstStyle/>
          <a:p>
            <a:r>
              <a:rPr lang="zh-CN" altLang="en-US" dirty="0"/>
              <a:t>实例 </a:t>
            </a:r>
            <a:endParaRPr lang="zh-CN" altLang="en-US" dirty="0"/>
          </a:p>
        </p:txBody>
      </p:sp>
      <p:sp>
        <p:nvSpPr>
          <p:cNvPr id="4" name="内容占位符 3"/>
          <p:cNvSpPr>
            <a:spLocks noGrp="1"/>
          </p:cNvSpPr>
          <p:nvPr>
            <p:ph sz="quarter" idx="13"/>
          </p:nvPr>
        </p:nvSpPr>
        <p:spPr>
          <a:xfrm>
            <a:off x="420329" y="1140570"/>
            <a:ext cx="11351341" cy="5220902"/>
          </a:xfrm>
          <a:prstGeom prst="roundRect">
            <a:avLst>
              <a:gd name="adj" fmla="val 13906"/>
            </a:avLst>
          </a:prstGeom>
        </p:spPr>
        <p:txBody>
          <a:bodyPr>
            <a:normAutofit/>
          </a:bodyPr>
          <a:lstStyle/>
          <a:p>
            <a:r>
              <a:rPr lang="en-US" altLang="zh-CN" b="0" dirty="0">
                <a:solidFill>
                  <a:srgbClr val="4B69C6"/>
                </a:solidFill>
                <a:effectLst/>
                <a:latin typeface="+mj-lt"/>
              </a:rPr>
              <a:t>import</a:t>
            </a:r>
            <a:r>
              <a:rPr lang="en-US" altLang="zh-CN" b="0" dirty="0">
                <a:solidFill>
                  <a:srgbClr val="333333"/>
                </a:solidFill>
                <a:effectLst/>
                <a:latin typeface="+mj-lt"/>
              </a:rPr>
              <a:t> </a:t>
            </a:r>
            <a:r>
              <a:rPr lang="en-US" altLang="zh-CN" b="1" dirty="0">
                <a:solidFill>
                  <a:srgbClr val="7A3E9D"/>
                </a:solidFill>
                <a:effectLst/>
                <a:latin typeface="+mj-lt"/>
              </a:rPr>
              <a:t>pandas</a:t>
            </a:r>
            <a:r>
              <a:rPr lang="en-US" altLang="zh-CN" b="0" dirty="0">
                <a:solidFill>
                  <a:srgbClr val="333333"/>
                </a:solidFill>
                <a:effectLst/>
                <a:latin typeface="+mj-lt"/>
              </a:rPr>
              <a:t> </a:t>
            </a:r>
            <a:r>
              <a:rPr lang="en-US" altLang="zh-CN" b="0" dirty="0">
                <a:solidFill>
                  <a:srgbClr val="4B69C6"/>
                </a:solidFill>
                <a:effectLst/>
                <a:latin typeface="+mj-lt"/>
              </a:rPr>
              <a:t>as</a:t>
            </a:r>
            <a:r>
              <a:rPr lang="en-US" altLang="zh-CN" b="0" dirty="0">
                <a:solidFill>
                  <a:srgbClr val="333333"/>
                </a:solidFill>
                <a:effectLst/>
                <a:latin typeface="+mj-lt"/>
              </a:rPr>
              <a:t> </a:t>
            </a:r>
            <a:r>
              <a:rPr lang="en-US" altLang="zh-CN" b="1" dirty="0">
                <a:solidFill>
                  <a:srgbClr val="7A3E9D"/>
                </a:solidFill>
                <a:effectLst/>
                <a:latin typeface="+mj-lt"/>
              </a:rPr>
              <a:t>pd</a:t>
            </a:r>
            <a:endParaRPr lang="en-US" altLang="zh-CN" b="0" dirty="0">
              <a:solidFill>
                <a:srgbClr val="333333"/>
              </a:solidFill>
              <a:effectLst/>
              <a:latin typeface="+mj-lt"/>
            </a:endParaRPr>
          </a:p>
          <a:p>
            <a:br>
              <a:rPr lang="en-US" altLang="zh-CN" b="0" dirty="0">
                <a:solidFill>
                  <a:srgbClr val="333333"/>
                </a:solidFill>
                <a:effectLst/>
                <a:latin typeface="+mj-lt"/>
              </a:rPr>
            </a:br>
            <a:r>
              <a:rPr lang="en-US" altLang="zh-CN" b="0" dirty="0" err="1">
                <a:solidFill>
                  <a:srgbClr val="7A3E9D"/>
                </a:solidFill>
                <a:effectLst/>
                <a:latin typeface="+mj-lt"/>
              </a:rPr>
              <a:t>data_df</a:t>
            </a:r>
            <a:r>
              <a:rPr lang="en-US" altLang="zh-CN" b="0" dirty="0">
                <a:solidFill>
                  <a:srgbClr val="333333"/>
                </a:solidFill>
                <a:effectLst/>
                <a:latin typeface="+mj-lt"/>
              </a:rPr>
              <a:t> </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1" dirty="0" err="1">
                <a:solidFill>
                  <a:srgbClr val="7A3E9D"/>
                </a:solidFill>
                <a:effectLst/>
                <a:latin typeface="+mj-lt"/>
              </a:rPr>
              <a:t>pd</a:t>
            </a:r>
            <a:r>
              <a:rPr lang="en-US" altLang="zh-CN" b="0" dirty="0" err="1">
                <a:solidFill>
                  <a:srgbClr val="777777"/>
                </a:solidFill>
                <a:effectLst/>
                <a:latin typeface="+mj-lt"/>
              </a:rPr>
              <a:t>.</a:t>
            </a:r>
            <a:r>
              <a:rPr lang="en-US" altLang="zh-CN" b="1" dirty="0" err="1">
                <a:solidFill>
                  <a:srgbClr val="AA3731"/>
                </a:solidFill>
                <a:effectLst/>
                <a:latin typeface="+mj-lt"/>
              </a:rPr>
              <a:t>read_excel</a:t>
            </a:r>
            <a:r>
              <a:rPr lang="en-US" altLang="zh-CN" b="0" dirty="0">
                <a:solidFill>
                  <a:srgbClr val="777777"/>
                </a:solidFill>
                <a:effectLst/>
                <a:latin typeface="+mj-lt"/>
              </a:rPr>
              <a:t>('</a:t>
            </a:r>
            <a:r>
              <a:rPr lang="en-US" altLang="zh-CN" b="0" dirty="0">
                <a:solidFill>
                  <a:srgbClr val="448C27"/>
                </a:solidFill>
                <a:effectLst/>
                <a:latin typeface="+mj-lt"/>
              </a:rPr>
              <a:t>stock.xlsx</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AAAAAA"/>
                </a:solidFill>
                <a:effectLst/>
                <a:latin typeface="+mj-lt"/>
              </a:rPr>
              <a:t># </a:t>
            </a:r>
            <a:r>
              <a:rPr lang="zh-CN" altLang="en-US" b="0" dirty="0">
                <a:solidFill>
                  <a:srgbClr val="AAAAAA"/>
                </a:solidFill>
                <a:effectLst/>
                <a:latin typeface="+mj-lt"/>
              </a:rPr>
              <a:t>读取数据为 </a:t>
            </a:r>
            <a:r>
              <a:rPr lang="en-US" altLang="zh-CN" b="0" dirty="0" err="1">
                <a:solidFill>
                  <a:srgbClr val="AAAAAA"/>
                </a:solidFill>
                <a:effectLst/>
                <a:latin typeface="+mj-lt"/>
              </a:rPr>
              <a:t>dataframe</a:t>
            </a:r>
            <a:r>
              <a:rPr lang="en-US" altLang="zh-CN" b="0" dirty="0">
                <a:solidFill>
                  <a:srgbClr val="AAAAAA"/>
                </a:solidFill>
                <a:effectLst/>
                <a:latin typeface="+mj-lt"/>
              </a:rPr>
              <a:t> </a:t>
            </a:r>
            <a:r>
              <a:rPr lang="zh-CN" altLang="en-US" b="0" dirty="0">
                <a:solidFill>
                  <a:srgbClr val="AAAAAA"/>
                </a:solidFill>
                <a:effectLst/>
                <a:latin typeface="+mj-lt"/>
              </a:rPr>
              <a:t>类型</a:t>
            </a:r>
            <a:endParaRPr lang="zh-CN" altLang="en-US" b="0" dirty="0">
              <a:solidFill>
                <a:srgbClr val="333333"/>
              </a:solidFill>
              <a:effectLst/>
              <a:latin typeface="+mj-lt"/>
            </a:endParaRPr>
          </a:p>
          <a:p>
            <a:r>
              <a:rPr lang="en-US" altLang="zh-CN" b="1" dirty="0">
                <a:solidFill>
                  <a:srgbClr val="AA3731"/>
                </a:solidFill>
                <a:effectLst/>
                <a:latin typeface="+mj-lt"/>
              </a:rPr>
              <a:t>print</a:t>
            </a:r>
            <a:r>
              <a:rPr lang="en-US" altLang="zh-CN" b="0" dirty="0">
                <a:solidFill>
                  <a:srgbClr val="777777"/>
                </a:solidFill>
                <a:effectLst/>
                <a:latin typeface="+mj-lt"/>
              </a:rPr>
              <a:t>(</a:t>
            </a:r>
            <a:r>
              <a:rPr lang="en-US" altLang="zh-CN" b="0" dirty="0" err="1">
                <a:solidFill>
                  <a:srgbClr val="7A3E9D"/>
                </a:solidFill>
                <a:effectLst/>
                <a:latin typeface="+mj-lt"/>
              </a:rPr>
              <a:t>data_df</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AAAAAA"/>
                </a:solidFill>
                <a:effectLst/>
                <a:latin typeface="+mj-lt"/>
              </a:rPr>
              <a:t># </a:t>
            </a:r>
            <a:r>
              <a:rPr lang="zh-CN" altLang="en-US" b="0" dirty="0">
                <a:solidFill>
                  <a:srgbClr val="AAAAAA"/>
                </a:solidFill>
                <a:effectLst/>
                <a:latin typeface="+mj-lt"/>
              </a:rPr>
              <a:t>输出数据查看格式 </a:t>
            </a:r>
            <a:endParaRPr lang="zh-CN" altLang="en-US" b="0" dirty="0">
              <a:solidFill>
                <a:srgbClr val="333333"/>
              </a:solidFill>
              <a:effectLst/>
              <a:latin typeface="+mj-lt"/>
            </a:endParaRPr>
          </a:p>
          <a:p>
            <a:r>
              <a:rPr lang="en-US" altLang="zh-CN" b="0" dirty="0" err="1">
                <a:solidFill>
                  <a:srgbClr val="7A3E9D"/>
                </a:solidFill>
                <a:effectLst/>
                <a:latin typeface="+mj-lt"/>
              </a:rPr>
              <a:t>title_ls</a:t>
            </a:r>
            <a:r>
              <a:rPr lang="en-US" altLang="zh-CN" b="0" dirty="0">
                <a:solidFill>
                  <a:srgbClr val="333333"/>
                </a:solidFill>
                <a:effectLst/>
                <a:latin typeface="+mj-lt"/>
              </a:rPr>
              <a:t> </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err="1">
                <a:solidFill>
                  <a:srgbClr val="7A3E9D"/>
                </a:solidFill>
                <a:effectLst/>
                <a:latin typeface="+mj-lt"/>
              </a:rPr>
              <a:t>data_df</a:t>
            </a:r>
            <a:r>
              <a:rPr lang="en-US" altLang="zh-CN" b="0" dirty="0" err="1">
                <a:solidFill>
                  <a:srgbClr val="777777"/>
                </a:solidFill>
                <a:effectLst/>
                <a:latin typeface="+mj-lt"/>
              </a:rPr>
              <a:t>.</a:t>
            </a:r>
            <a:r>
              <a:rPr lang="en-US" altLang="zh-CN" b="0" dirty="0" err="1">
                <a:solidFill>
                  <a:srgbClr val="7A3E9D"/>
                </a:solidFill>
                <a:effectLst/>
                <a:latin typeface="+mj-lt"/>
              </a:rPr>
              <a:t>columns</a:t>
            </a:r>
            <a:r>
              <a:rPr lang="en-US" altLang="zh-CN" b="0" dirty="0" err="1">
                <a:solidFill>
                  <a:srgbClr val="777777"/>
                </a:solidFill>
                <a:effectLst/>
                <a:latin typeface="+mj-lt"/>
              </a:rPr>
              <a:t>.</a:t>
            </a:r>
            <a:r>
              <a:rPr lang="en-US" altLang="zh-CN" b="1" dirty="0" err="1">
                <a:solidFill>
                  <a:srgbClr val="AA3731"/>
                </a:solidFill>
                <a:effectLst/>
                <a:latin typeface="+mj-lt"/>
              </a:rPr>
              <a:t>tolist</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AAAAAA"/>
                </a:solidFill>
                <a:effectLst/>
                <a:latin typeface="+mj-lt"/>
              </a:rPr>
              <a:t># </a:t>
            </a:r>
            <a:r>
              <a:rPr lang="en-US" altLang="zh-CN" b="0" dirty="0" err="1">
                <a:solidFill>
                  <a:srgbClr val="AAAAAA"/>
                </a:solidFill>
                <a:effectLst/>
                <a:latin typeface="+mj-lt"/>
              </a:rPr>
              <a:t>dataframe</a:t>
            </a:r>
            <a:r>
              <a:rPr lang="en-US" altLang="zh-CN" b="0" dirty="0">
                <a:solidFill>
                  <a:srgbClr val="AAAAAA"/>
                </a:solidFill>
                <a:effectLst/>
                <a:latin typeface="+mj-lt"/>
              </a:rPr>
              <a:t> </a:t>
            </a:r>
            <a:r>
              <a:rPr lang="zh-CN" altLang="en-US" b="0" dirty="0">
                <a:solidFill>
                  <a:srgbClr val="AAAAAA"/>
                </a:solidFill>
                <a:effectLst/>
                <a:latin typeface="+mj-lt"/>
              </a:rPr>
              <a:t>列标题转为列表类型</a:t>
            </a:r>
            <a:endParaRPr lang="zh-CN" altLang="en-US" b="0" dirty="0">
              <a:solidFill>
                <a:srgbClr val="333333"/>
              </a:solidFill>
              <a:effectLst/>
              <a:latin typeface="+mj-lt"/>
            </a:endParaRPr>
          </a:p>
          <a:p>
            <a:r>
              <a:rPr lang="en-US" altLang="zh-CN" b="0" dirty="0" err="1">
                <a:solidFill>
                  <a:srgbClr val="7A3E9D"/>
                </a:solidFill>
                <a:effectLst/>
                <a:latin typeface="+mj-lt"/>
              </a:rPr>
              <a:t>data_ls</a:t>
            </a:r>
            <a:r>
              <a:rPr lang="en-US" altLang="zh-CN" b="0" dirty="0">
                <a:solidFill>
                  <a:srgbClr val="333333"/>
                </a:solidFill>
                <a:effectLst/>
                <a:latin typeface="+mj-lt"/>
              </a:rPr>
              <a:t> </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err="1">
                <a:solidFill>
                  <a:srgbClr val="7A3E9D"/>
                </a:solidFill>
                <a:effectLst/>
                <a:latin typeface="+mj-lt"/>
              </a:rPr>
              <a:t>data_df</a:t>
            </a:r>
            <a:r>
              <a:rPr lang="en-US" altLang="zh-CN" b="0" dirty="0" err="1">
                <a:solidFill>
                  <a:srgbClr val="777777"/>
                </a:solidFill>
                <a:effectLst/>
                <a:latin typeface="+mj-lt"/>
              </a:rPr>
              <a:t>.</a:t>
            </a:r>
            <a:r>
              <a:rPr lang="en-US" altLang="zh-CN" b="0" dirty="0" err="1">
                <a:solidFill>
                  <a:srgbClr val="7A3E9D"/>
                </a:solidFill>
                <a:effectLst/>
                <a:latin typeface="+mj-lt"/>
              </a:rPr>
              <a:t>values</a:t>
            </a:r>
            <a:r>
              <a:rPr lang="en-US" altLang="zh-CN" b="0" dirty="0" err="1">
                <a:solidFill>
                  <a:srgbClr val="777777"/>
                </a:solidFill>
                <a:effectLst/>
                <a:latin typeface="+mj-lt"/>
              </a:rPr>
              <a:t>.</a:t>
            </a:r>
            <a:r>
              <a:rPr lang="en-US" altLang="zh-CN" b="1" dirty="0" err="1">
                <a:solidFill>
                  <a:srgbClr val="AA3731"/>
                </a:solidFill>
                <a:effectLst/>
                <a:latin typeface="+mj-lt"/>
              </a:rPr>
              <a:t>tolist</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AAAAAA"/>
                </a:solidFill>
                <a:effectLst/>
                <a:latin typeface="+mj-lt"/>
              </a:rPr>
              <a:t># </a:t>
            </a:r>
            <a:r>
              <a:rPr lang="en-US" altLang="zh-CN" b="0" dirty="0" err="1">
                <a:solidFill>
                  <a:srgbClr val="AAAAAA"/>
                </a:solidFill>
                <a:effectLst/>
                <a:latin typeface="+mj-lt"/>
              </a:rPr>
              <a:t>dataframe</a:t>
            </a:r>
            <a:r>
              <a:rPr lang="en-US" altLang="zh-CN" b="0" dirty="0">
                <a:solidFill>
                  <a:srgbClr val="AAAAAA"/>
                </a:solidFill>
                <a:effectLst/>
                <a:latin typeface="+mj-lt"/>
              </a:rPr>
              <a:t> </a:t>
            </a:r>
            <a:r>
              <a:rPr lang="zh-CN" altLang="en-US" b="0" dirty="0">
                <a:solidFill>
                  <a:srgbClr val="AAAAAA"/>
                </a:solidFill>
                <a:effectLst/>
                <a:latin typeface="+mj-lt"/>
              </a:rPr>
              <a:t>数据转为列表类型</a:t>
            </a:r>
            <a:endParaRPr lang="zh-CN" altLang="en-US" b="0" dirty="0">
              <a:solidFill>
                <a:srgbClr val="333333"/>
              </a:solidFill>
              <a:effectLst/>
              <a:latin typeface="+mj-lt"/>
            </a:endParaRPr>
          </a:p>
          <a:p>
            <a:r>
              <a:rPr lang="en-US" altLang="zh-CN" b="0" dirty="0" err="1">
                <a:solidFill>
                  <a:srgbClr val="7A3E9D"/>
                </a:solidFill>
                <a:effectLst/>
                <a:latin typeface="+mj-lt"/>
              </a:rPr>
              <a:t>stock_ls</a:t>
            </a:r>
            <a:r>
              <a:rPr lang="en-US" altLang="zh-CN" b="0" dirty="0">
                <a:solidFill>
                  <a:srgbClr val="333333"/>
                </a:solidFill>
                <a:effectLst/>
                <a:latin typeface="+mj-lt"/>
              </a:rPr>
              <a:t> </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777777"/>
                </a:solidFill>
                <a:effectLst/>
                <a:latin typeface="+mj-lt"/>
              </a:rPr>
              <a:t>[</a:t>
            </a:r>
            <a:r>
              <a:rPr lang="en-US" altLang="zh-CN" b="0" dirty="0" err="1">
                <a:solidFill>
                  <a:srgbClr val="7A3E9D"/>
                </a:solidFill>
                <a:effectLst/>
                <a:latin typeface="+mj-lt"/>
              </a:rPr>
              <a:t>title_ls</a:t>
            </a:r>
            <a:r>
              <a:rPr lang="en-US" altLang="zh-CN" b="0" dirty="0">
                <a:solidFill>
                  <a:srgbClr val="777777"/>
                </a:solidFill>
                <a:effectLst/>
                <a:latin typeface="+mj-lt"/>
              </a:rPr>
              <a:t>]+</a:t>
            </a:r>
            <a:r>
              <a:rPr lang="en-US" altLang="zh-CN" b="0" dirty="0" err="1">
                <a:solidFill>
                  <a:srgbClr val="7A3E9D"/>
                </a:solidFill>
                <a:effectLst/>
                <a:latin typeface="+mj-lt"/>
              </a:rPr>
              <a:t>data_ls</a:t>
            </a:r>
            <a:r>
              <a:rPr lang="en-US" altLang="zh-CN" b="0" dirty="0">
                <a:solidFill>
                  <a:srgbClr val="333333"/>
                </a:solidFill>
                <a:effectLst/>
                <a:latin typeface="+mj-lt"/>
              </a:rPr>
              <a:t>                         	    </a:t>
            </a:r>
            <a:r>
              <a:rPr lang="en-US" altLang="zh-CN" b="0" dirty="0">
                <a:solidFill>
                  <a:srgbClr val="AAAAAA"/>
                </a:solidFill>
                <a:effectLst/>
                <a:latin typeface="+mj-lt"/>
              </a:rPr>
              <a:t># </a:t>
            </a:r>
            <a:r>
              <a:rPr lang="zh-CN" altLang="en-US" b="0" dirty="0">
                <a:solidFill>
                  <a:srgbClr val="AAAAAA"/>
                </a:solidFill>
                <a:effectLst/>
                <a:latin typeface="+mj-lt"/>
              </a:rPr>
              <a:t>标题列表与数据嵌套列表合并</a:t>
            </a:r>
            <a:endParaRPr lang="zh-CN" altLang="en-US" b="0" dirty="0">
              <a:solidFill>
                <a:srgbClr val="333333"/>
              </a:solidFill>
              <a:effectLst/>
              <a:latin typeface="+mj-lt"/>
            </a:endParaRPr>
          </a:p>
          <a:p>
            <a:r>
              <a:rPr lang="en-US" altLang="zh-CN" b="1" dirty="0">
                <a:solidFill>
                  <a:srgbClr val="AA3731"/>
                </a:solidFill>
                <a:effectLst/>
                <a:latin typeface="+mj-lt"/>
              </a:rPr>
              <a:t>print</a:t>
            </a:r>
            <a:r>
              <a:rPr lang="en-US" altLang="zh-CN" b="0" dirty="0">
                <a:solidFill>
                  <a:srgbClr val="777777"/>
                </a:solidFill>
                <a:effectLst/>
                <a:latin typeface="+mj-lt"/>
              </a:rPr>
              <a:t>('</a:t>
            </a:r>
            <a:r>
              <a:rPr lang="zh-CN" altLang="en-US" b="0" dirty="0">
                <a:solidFill>
                  <a:srgbClr val="448C27"/>
                </a:solidFill>
                <a:effectLst/>
                <a:latin typeface="+mj-lt"/>
              </a:rPr>
              <a:t>输出列表类型的数据</a:t>
            </a:r>
            <a:r>
              <a:rPr lang="en-US" altLang="zh-CN" b="0" dirty="0">
                <a:solidFill>
                  <a:srgbClr val="777777"/>
                </a:solidFill>
                <a:effectLst/>
                <a:latin typeface="+mj-lt"/>
              </a:rPr>
              <a:t>\n',</a:t>
            </a:r>
            <a:r>
              <a:rPr lang="en-US" altLang="zh-CN" b="0" dirty="0">
                <a:solidFill>
                  <a:srgbClr val="333333"/>
                </a:solidFill>
                <a:effectLst/>
                <a:latin typeface="+mj-lt"/>
              </a:rPr>
              <a:t> </a:t>
            </a:r>
            <a:r>
              <a:rPr lang="en-US" altLang="zh-CN" b="0" dirty="0" err="1">
                <a:solidFill>
                  <a:srgbClr val="7A3E9D"/>
                </a:solidFill>
                <a:effectLst/>
                <a:latin typeface="+mj-lt"/>
              </a:rPr>
              <a:t>stock_ls</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AAAAAA"/>
                </a:solidFill>
                <a:effectLst/>
                <a:latin typeface="+mj-lt"/>
              </a:rPr>
              <a:t># </a:t>
            </a:r>
            <a:r>
              <a:rPr lang="zh-CN" altLang="en-US" b="0" dirty="0">
                <a:solidFill>
                  <a:srgbClr val="AAAAAA"/>
                </a:solidFill>
                <a:effectLst/>
                <a:latin typeface="+mj-lt"/>
              </a:rPr>
              <a:t>输出列表类型数据</a:t>
            </a:r>
            <a:endParaRPr lang="zh-CN" altLang="en-US" b="0" dirty="0">
              <a:solidFill>
                <a:srgbClr val="333333"/>
              </a:solidFill>
              <a:effectLst/>
              <a:latin typeface="+mj-lt"/>
            </a:endParaRPr>
          </a:p>
          <a:p>
            <a:r>
              <a:rPr lang="en-US" altLang="zh-CN" b="0" dirty="0">
                <a:solidFill>
                  <a:srgbClr val="AAAAAA"/>
                </a:solidFill>
                <a:effectLst/>
                <a:latin typeface="+mj-lt"/>
              </a:rPr>
              <a:t># </a:t>
            </a:r>
            <a:r>
              <a:rPr lang="zh-CN" altLang="en-US" b="0" dirty="0">
                <a:solidFill>
                  <a:srgbClr val="AAAAAA"/>
                </a:solidFill>
                <a:effectLst/>
                <a:latin typeface="+mj-lt"/>
              </a:rPr>
              <a:t>将 </a:t>
            </a:r>
            <a:r>
              <a:rPr lang="en-US" altLang="zh-CN" b="0" dirty="0">
                <a:solidFill>
                  <a:srgbClr val="AAAAAA"/>
                </a:solidFill>
                <a:effectLst/>
                <a:latin typeface="+mj-lt"/>
              </a:rPr>
              <a:t>Timestamp </a:t>
            </a:r>
            <a:r>
              <a:rPr lang="zh-CN" altLang="en-US" b="0" dirty="0">
                <a:solidFill>
                  <a:srgbClr val="AAAAAA"/>
                </a:solidFill>
                <a:effectLst/>
                <a:latin typeface="+mj-lt"/>
              </a:rPr>
              <a:t>数据转为字符串</a:t>
            </a:r>
            <a:endParaRPr lang="zh-CN" altLang="en-US" b="0" dirty="0">
              <a:solidFill>
                <a:srgbClr val="333333"/>
              </a:solidFill>
              <a:effectLst/>
              <a:latin typeface="+mj-lt"/>
            </a:endParaRPr>
          </a:p>
          <a:p>
            <a:r>
              <a:rPr lang="en-US" altLang="zh-CN" b="0" dirty="0">
                <a:solidFill>
                  <a:srgbClr val="4B69C6"/>
                </a:solidFill>
                <a:effectLst/>
                <a:latin typeface="+mj-lt"/>
              </a:rPr>
              <a:t>for</a:t>
            </a:r>
            <a:r>
              <a:rPr lang="en-US" altLang="zh-CN" b="0" dirty="0">
                <a:solidFill>
                  <a:srgbClr val="333333"/>
                </a:solidFill>
                <a:effectLst/>
                <a:latin typeface="+mj-lt"/>
              </a:rPr>
              <a:t> </a:t>
            </a:r>
            <a:r>
              <a:rPr lang="en-US" altLang="zh-CN" b="0" dirty="0" err="1">
                <a:solidFill>
                  <a:srgbClr val="7A3E9D"/>
                </a:solidFill>
                <a:effectLst/>
                <a:latin typeface="+mj-lt"/>
              </a:rPr>
              <a:t>lst</a:t>
            </a:r>
            <a:r>
              <a:rPr lang="en-US" altLang="zh-CN" b="0" dirty="0">
                <a:solidFill>
                  <a:srgbClr val="333333"/>
                </a:solidFill>
                <a:effectLst/>
                <a:latin typeface="+mj-lt"/>
              </a:rPr>
              <a:t> </a:t>
            </a:r>
            <a:r>
              <a:rPr lang="en-US" altLang="zh-CN" b="0" dirty="0">
                <a:solidFill>
                  <a:srgbClr val="4B69C6"/>
                </a:solidFill>
                <a:effectLst/>
                <a:latin typeface="+mj-lt"/>
              </a:rPr>
              <a:t>in</a:t>
            </a:r>
            <a:r>
              <a:rPr lang="en-US" altLang="zh-CN" b="0" dirty="0">
                <a:solidFill>
                  <a:srgbClr val="333333"/>
                </a:solidFill>
                <a:effectLst/>
                <a:latin typeface="+mj-lt"/>
              </a:rPr>
              <a:t> </a:t>
            </a:r>
            <a:r>
              <a:rPr lang="en-US" altLang="zh-CN" b="0" dirty="0" err="1">
                <a:solidFill>
                  <a:srgbClr val="7A3E9D"/>
                </a:solidFill>
                <a:effectLst/>
                <a:latin typeface="+mj-lt"/>
              </a:rPr>
              <a:t>data_ls</a:t>
            </a:r>
            <a:r>
              <a:rPr lang="en-US" altLang="zh-CN" b="0" dirty="0">
                <a:solidFill>
                  <a:srgbClr val="777777"/>
                </a:solidFill>
                <a:effectLst/>
                <a:latin typeface="+mj-lt"/>
              </a:rPr>
              <a:t>:</a:t>
            </a:r>
            <a:r>
              <a:rPr lang="en-US" altLang="zh-CN" b="0" dirty="0">
                <a:solidFill>
                  <a:srgbClr val="333333"/>
                </a:solidFill>
                <a:effectLst/>
                <a:latin typeface="+mj-lt"/>
              </a:rPr>
              <a:t> </a:t>
            </a:r>
            <a:endParaRPr lang="en-US" altLang="zh-CN" b="0" dirty="0">
              <a:solidFill>
                <a:srgbClr val="333333"/>
              </a:solidFill>
              <a:effectLst/>
              <a:latin typeface="+mj-lt"/>
            </a:endParaRPr>
          </a:p>
          <a:p>
            <a:r>
              <a:rPr lang="en-US" altLang="zh-CN" b="0" dirty="0">
                <a:solidFill>
                  <a:srgbClr val="333333"/>
                </a:solidFill>
                <a:effectLst/>
                <a:latin typeface="+mj-lt"/>
              </a:rPr>
              <a:t>    </a:t>
            </a:r>
            <a:r>
              <a:rPr lang="en-US" altLang="zh-CN" b="0" dirty="0" err="1">
                <a:solidFill>
                  <a:srgbClr val="7A3E9D"/>
                </a:solidFill>
                <a:effectLst/>
                <a:latin typeface="+mj-lt"/>
              </a:rPr>
              <a:t>lst</a:t>
            </a:r>
            <a:r>
              <a:rPr lang="en-US" altLang="zh-CN" b="0" dirty="0">
                <a:solidFill>
                  <a:srgbClr val="777777"/>
                </a:solidFill>
                <a:effectLst/>
                <a:latin typeface="+mj-lt"/>
              </a:rPr>
              <a:t>[</a:t>
            </a:r>
            <a:r>
              <a:rPr lang="en-US" altLang="zh-CN" b="0" dirty="0">
                <a:solidFill>
                  <a:srgbClr val="9C5D27"/>
                </a:solidFill>
                <a:effectLst/>
                <a:latin typeface="+mj-lt"/>
              </a:rPr>
              <a:t>0</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err="1">
                <a:solidFill>
                  <a:srgbClr val="7A3E9D"/>
                </a:solidFill>
                <a:effectLst/>
                <a:latin typeface="+mj-lt"/>
              </a:rPr>
              <a:t>lst</a:t>
            </a:r>
            <a:r>
              <a:rPr lang="en-US" altLang="zh-CN" b="0" dirty="0">
                <a:solidFill>
                  <a:srgbClr val="777777"/>
                </a:solidFill>
                <a:effectLst/>
                <a:latin typeface="+mj-lt"/>
              </a:rPr>
              <a:t>[</a:t>
            </a:r>
            <a:r>
              <a:rPr lang="en-US" altLang="zh-CN" b="0" dirty="0">
                <a:solidFill>
                  <a:srgbClr val="9C5D27"/>
                </a:solidFill>
                <a:effectLst/>
                <a:latin typeface="+mj-lt"/>
              </a:rPr>
              <a:t>0</a:t>
            </a:r>
            <a:r>
              <a:rPr lang="en-US" altLang="zh-CN" b="0" dirty="0">
                <a:solidFill>
                  <a:srgbClr val="777777"/>
                </a:solidFill>
                <a:effectLst/>
                <a:latin typeface="+mj-lt"/>
              </a:rPr>
              <a:t>].</a:t>
            </a:r>
            <a:r>
              <a:rPr lang="en-US" altLang="zh-CN" b="1" dirty="0" err="1">
                <a:solidFill>
                  <a:srgbClr val="AA3731"/>
                </a:solidFill>
                <a:latin typeface="+mj-lt"/>
              </a:rPr>
              <a:t>strftime</a:t>
            </a:r>
            <a:r>
              <a:rPr lang="en-US" altLang="zh-CN" b="0" dirty="0">
                <a:solidFill>
                  <a:srgbClr val="777777"/>
                </a:solidFill>
                <a:effectLst/>
                <a:latin typeface="+mj-lt"/>
              </a:rPr>
              <a:t>("</a:t>
            </a:r>
            <a:r>
              <a:rPr lang="en-US" altLang="zh-CN" b="0" dirty="0">
                <a:solidFill>
                  <a:srgbClr val="448C27"/>
                </a:solidFill>
                <a:effectLst/>
                <a:latin typeface="+mj-lt"/>
              </a:rPr>
              <a:t>%Y-%m-</a:t>
            </a:r>
            <a:r>
              <a:rPr lang="en-US" altLang="zh-CN" b="0" dirty="0">
                <a:solidFill>
                  <a:srgbClr val="9C5D27"/>
                </a:solidFill>
                <a:effectLst/>
                <a:latin typeface="+mj-lt"/>
              </a:rPr>
              <a:t>%d</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AAAAAA"/>
                </a:solidFill>
                <a:effectLst/>
                <a:latin typeface="+mj-lt"/>
              </a:rPr>
              <a:t># </a:t>
            </a:r>
            <a:r>
              <a:rPr lang="zh-CN" altLang="en-US" b="0" dirty="0">
                <a:solidFill>
                  <a:srgbClr val="AAAAAA"/>
                </a:solidFill>
                <a:effectLst/>
                <a:latin typeface="+mj-lt"/>
              </a:rPr>
              <a:t>日期时间格式化为年</a:t>
            </a:r>
            <a:r>
              <a:rPr lang="en-US" altLang="zh-CN" b="0" dirty="0">
                <a:solidFill>
                  <a:srgbClr val="AAAAAA"/>
                </a:solidFill>
                <a:effectLst/>
                <a:latin typeface="+mj-lt"/>
              </a:rPr>
              <a:t>-</a:t>
            </a:r>
            <a:r>
              <a:rPr lang="zh-CN" altLang="en-US" b="0" dirty="0">
                <a:solidFill>
                  <a:srgbClr val="AAAAAA"/>
                </a:solidFill>
                <a:effectLst/>
                <a:latin typeface="+mj-lt"/>
              </a:rPr>
              <a:t>月</a:t>
            </a:r>
            <a:r>
              <a:rPr lang="en-US" altLang="zh-CN" b="0" dirty="0">
                <a:solidFill>
                  <a:srgbClr val="AAAAAA"/>
                </a:solidFill>
                <a:effectLst/>
                <a:latin typeface="+mj-lt"/>
              </a:rPr>
              <a:t>-</a:t>
            </a:r>
            <a:r>
              <a:rPr lang="zh-CN" altLang="en-US" b="0" dirty="0">
                <a:solidFill>
                  <a:srgbClr val="AAAAAA"/>
                </a:solidFill>
                <a:effectLst/>
                <a:latin typeface="+mj-lt"/>
              </a:rPr>
              <a:t>日形式</a:t>
            </a:r>
            <a:endParaRPr lang="zh-CN" altLang="en-US" b="0" dirty="0">
              <a:solidFill>
                <a:srgbClr val="333333"/>
              </a:solidFill>
              <a:effectLst/>
              <a:latin typeface="+mj-lt"/>
            </a:endParaRPr>
          </a:p>
          <a:p>
            <a:r>
              <a:rPr lang="en-US" altLang="zh-CN" b="1" dirty="0">
                <a:solidFill>
                  <a:srgbClr val="AA3731"/>
                </a:solidFill>
                <a:effectLst/>
                <a:latin typeface="+mj-lt"/>
              </a:rPr>
              <a:t>print</a:t>
            </a:r>
            <a:r>
              <a:rPr lang="en-US" altLang="zh-CN" b="0" dirty="0">
                <a:solidFill>
                  <a:srgbClr val="777777"/>
                </a:solidFill>
                <a:effectLst/>
                <a:latin typeface="+mj-lt"/>
              </a:rPr>
              <a:t>('</a:t>
            </a:r>
            <a:r>
              <a:rPr lang="zh-CN" altLang="en-US" b="0" dirty="0">
                <a:solidFill>
                  <a:srgbClr val="448C27"/>
                </a:solidFill>
                <a:effectLst/>
                <a:latin typeface="+mj-lt"/>
              </a:rPr>
              <a:t>输出日期时间格式化数据</a:t>
            </a:r>
            <a:r>
              <a:rPr lang="en-US" altLang="zh-CN" b="0" dirty="0">
                <a:solidFill>
                  <a:srgbClr val="777777"/>
                </a:solidFill>
                <a:effectLst/>
                <a:latin typeface="+mj-lt"/>
              </a:rPr>
              <a:t>\n',</a:t>
            </a:r>
            <a:r>
              <a:rPr lang="en-US" altLang="zh-CN" b="0" dirty="0">
                <a:solidFill>
                  <a:srgbClr val="333333"/>
                </a:solidFill>
                <a:effectLst/>
                <a:latin typeface="+mj-lt"/>
              </a:rPr>
              <a:t> </a:t>
            </a:r>
            <a:r>
              <a:rPr lang="en-US" altLang="zh-CN" b="0" dirty="0">
                <a:solidFill>
                  <a:srgbClr val="777777"/>
                </a:solidFill>
                <a:effectLst/>
                <a:latin typeface="+mj-lt"/>
              </a:rPr>
              <a:t>[</a:t>
            </a:r>
            <a:r>
              <a:rPr lang="en-US" altLang="zh-CN" b="0" dirty="0" err="1">
                <a:solidFill>
                  <a:srgbClr val="7A3E9D"/>
                </a:solidFill>
                <a:effectLst/>
                <a:latin typeface="+mj-lt"/>
              </a:rPr>
              <a:t>title_ls</a:t>
            </a:r>
            <a:r>
              <a:rPr lang="en-US" altLang="zh-CN" b="0" dirty="0">
                <a:solidFill>
                  <a:srgbClr val="777777"/>
                </a:solidFill>
                <a:effectLst/>
                <a:latin typeface="+mj-lt"/>
              </a:rPr>
              <a:t>]+</a:t>
            </a:r>
            <a:r>
              <a:rPr lang="en-US" altLang="zh-CN" b="0" dirty="0" err="1">
                <a:solidFill>
                  <a:srgbClr val="7A3E9D"/>
                </a:solidFill>
                <a:effectLst/>
                <a:latin typeface="+mj-lt"/>
              </a:rPr>
              <a:t>data_ls</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AAAAAA"/>
                </a:solidFill>
                <a:effectLst/>
                <a:latin typeface="+mj-lt"/>
              </a:rPr>
              <a:t># </a:t>
            </a:r>
            <a:r>
              <a:rPr lang="zh-CN" altLang="en-US" b="0" dirty="0">
                <a:solidFill>
                  <a:srgbClr val="AAAAAA"/>
                </a:solidFill>
                <a:effectLst/>
                <a:latin typeface="+mj-lt"/>
              </a:rPr>
              <a:t>输出列表类型数据</a:t>
            </a:r>
            <a:endParaRPr lang="zh-CN" altLang="en-US" b="0" dirty="0">
              <a:solidFill>
                <a:srgbClr val="333333"/>
              </a:solidFill>
              <a:effectLst/>
              <a:latin typeface="+mj-lt"/>
            </a:endParaRP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7.8 </a:t>
            </a:r>
            <a:r>
              <a:rPr lang="zh-CN" altLang="en-US" dirty="0"/>
              <a:t>读取 </a:t>
            </a:r>
            <a:r>
              <a:rPr lang="en-US" altLang="zh-CN" dirty="0"/>
              <a:t>Excel </a:t>
            </a:r>
            <a:r>
              <a:rPr lang="zh-CN" altLang="en-US" dirty="0"/>
              <a:t>文件中的证券数据</a:t>
            </a:r>
            <a:endParaRPr lang="zh-CN" altLang="en-US" dirty="0"/>
          </a:p>
        </p:txBody>
      </p:sp>
      <p:sp>
        <p:nvSpPr>
          <p:cNvPr id="7" name="内容占位符 6"/>
          <p:cNvSpPr>
            <a:spLocks noGrp="1"/>
          </p:cNvSpPr>
          <p:nvPr>
            <p:ph sz="quarter" idx="14"/>
          </p:nvPr>
        </p:nvSpPr>
        <p:spPr/>
        <p:txBody>
          <a:bodyPr/>
          <a:lstStyle/>
          <a:p>
            <a:r>
              <a:rPr lang="zh-CN" altLang="en-US" dirty="0"/>
              <a:t>实例 </a:t>
            </a:r>
            <a:endParaRPr lang="zh-CN" altLang="en-US" dirty="0"/>
          </a:p>
        </p:txBody>
      </p:sp>
      <p:sp>
        <p:nvSpPr>
          <p:cNvPr id="6" name="内容占位符 1"/>
          <p:cNvSpPr txBox="1"/>
          <p:nvPr/>
        </p:nvSpPr>
        <p:spPr>
          <a:xfrm>
            <a:off x="1162429" y="1026659"/>
            <a:ext cx="8038341" cy="2916073"/>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25000"/>
              </a:lnSpc>
              <a:buClr>
                <a:sysClr val="windowText" lastClr="000000"/>
              </a:buClr>
            </a:pPr>
            <a:r>
              <a:rPr lang="zh-CN" altLang="en-US" sz="2400" dirty="0">
                <a:solidFill>
                  <a:sysClr val="windowText" lastClr="000000"/>
                </a:solidFill>
                <a:latin typeface="+mj-lt"/>
                <a:ea typeface="微软雅黑" panose="020B0503020204020204" pitchFamily="34" charset="-122"/>
              </a:rPr>
              <a:t>输出：</a:t>
            </a:r>
            <a:endParaRPr lang="en-US" altLang="zh-CN" sz="2400" dirty="0">
              <a:solidFill>
                <a:sysClr val="windowText" lastClr="000000"/>
              </a:solidFill>
              <a:latin typeface="+mj-lt"/>
              <a:ea typeface="微软雅黑" panose="020B0503020204020204" pitchFamily="34" charset="-122"/>
            </a:endParaRPr>
          </a:p>
          <a:p>
            <a:pPr marL="38100" indent="0" algn="l">
              <a:lnSpc>
                <a:spcPct val="125000"/>
              </a:lnSpc>
              <a:spcBef>
                <a:spcPts val="500"/>
              </a:spcBef>
              <a:spcAft>
                <a:spcPts val="250"/>
              </a:spcAft>
              <a:buNone/>
            </a:pPr>
            <a:r>
              <a:rPr lang="en-US" altLang="zh-CN" sz="2000" kern="0" dirty="0">
                <a:solidFill>
                  <a:srgbClr val="595959"/>
                </a:solidFill>
                <a:effectLst/>
                <a:latin typeface="+mj-lt"/>
                <a:ea typeface="微软雅黑" panose="020B0503020204020204" pitchFamily="34" charset="-122"/>
                <a:cs typeface="Times New Roman" panose="02020603050405020304" pitchFamily="18" charset="0"/>
              </a:rPr>
              <a:t>     </a:t>
            </a:r>
            <a:r>
              <a:rPr lang="zh-CN" altLang="zh-CN" sz="2000" kern="0" dirty="0">
                <a:solidFill>
                  <a:srgbClr val="595959"/>
                </a:solidFill>
                <a:effectLst/>
                <a:latin typeface="+mj-lt"/>
                <a:ea typeface="微软雅黑" panose="020B0503020204020204" pitchFamily="34" charset="-122"/>
                <a:cs typeface="Times New Roman" panose="02020603050405020304" pitchFamily="18" charset="0"/>
              </a:rPr>
              <a:t>时间</a:t>
            </a:r>
            <a:r>
              <a:rPr lang="en-US" altLang="zh-CN" sz="2000" kern="0" dirty="0">
                <a:solidFill>
                  <a:srgbClr val="595959"/>
                </a:solidFill>
                <a:effectLst/>
                <a:latin typeface="+mj-lt"/>
                <a:ea typeface="微软雅黑" panose="020B0503020204020204" pitchFamily="34" charset="-122"/>
                <a:cs typeface="Times New Roman" panose="02020603050405020304" pitchFamily="18" charset="0"/>
              </a:rPr>
              <a:t>    ETF  </a:t>
            </a:r>
            <a:r>
              <a:rPr lang="zh-CN" altLang="zh-CN" sz="2000" kern="0" dirty="0">
                <a:solidFill>
                  <a:srgbClr val="595959"/>
                </a:solidFill>
                <a:effectLst/>
                <a:latin typeface="+mj-lt"/>
                <a:ea typeface="微软雅黑" panose="020B0503020204020204" pitchFamily="34" charset="-122"/>
                <a:cs typeface="Times New Roman" panose="02020603050405020304" pitchFamily="18" charset="0"/>
              </a:rPr>
              <a:t>华夏</a:t>
            </a:r>
            <a:r>
              <a:rPr lang="en-US" altLang="zh-CN" sz="2000" kern="0" dirty="0">
                <a:solidFill>
                  <a:srgbClr val="595959"/>
                </a:solidFill>
                <a:effectLst/>
                <a:latin typeface="+mj-lt"/>
                <a:ea typeface="微软雅黑" panose="020B0503020204020204" pitchFamily="34" charset="-122"/>
                <a:cs typeface="Times New Roman" panose="02020603050405020304" pitchFamily="18" charset="0"/>
              </a:rPr>
              <a:t>  </a:t>
            </a:r>
            <a:r>
              <a:rPr lang="zh-CN" altLang="zh-CN" sz="2000" kern="0" dirty="0">
                <a:solidFill>
                  <a:srgbClr val="595959"/>
                </a:solidFill>
                <a:effectLst/>
                <a:latin typeface="+mj-lt"/>
                <a:ea typeface="微软雅黑" panose="020B0503020204020204" pitchFamily="34" charset="-122"/>
                <a:cs typeface="Times New Roman" panose="02020603050405020304" pitchFamily="18" charset="0"/>
              </a:rPr>
              <a:t>博时</a:t>
            </a:r>
            <a:r>
              <a:rPr lang="en-US" altLang="zh-CN" sz="2000" kern="0" dirty="0">
                <a:solidFill>
                  <a:srgbClr val="595959"/>
                </a:solidFill>
                <a:effectLst/>
                <a:latin typeface="+mj-lt"/>
                <a:ea typeface="微软雅黑" panose="020B0503020204020204" pitchFamily="34" charset="-122"/>
                <a:cs typeface="Times New Roman" panose="02020603050405020304" pitchFamily="18" charset="0"/>
              </a:rPr>
              <a:t>  </a:t>
            </a:r>
            <a:r>
              <a:rPr lang="zh-CN" altLang="zh-CN" sz="2000" kern="0" dirty="0">
                <a:solidFill>
                  <a:srgbClr val="595959"/>
                </a:solidFill>
                <a:effectLst/>
                <a:latin typeface="+mj-lt"/>
                <a:ea typeface="微软雅黑" panose="020B0503020204020204" pitchFamily="34" charset="-122"/>
                <a:cs typeface="Times New Roman" panose="02020603050405020304" pitchFamily="18" charset="0"/>
              </a:rPr>
              <a:t>广发</a:t>
            </a:r>
            <a:r>
              <a:rPr lang="en-US" altLang="zh-CN" sz="2000" kern="0" dirty="0">
                <a:solidFill>
                  <a:srgbClr val="595959"/>
                </a:solidFill>
                <a:effectLst/>
                <a:latin typeface="+mj-lt"/>
                <a:ea typeface="微软雅黑" panose="020B0503020204020204" pitchFamily="34" charset="-122"/>
                <a:cs typeface="Times New Roman" panose="02020603050405020304" pitchFamily="18" charset="0"/>
              </a:rPr>
              <a:t>   </a:t>
            </a:r>
            <a:r>
              <a:rPr lang="zh-CN" altLang="zh-CN" sz="2000" kern="0" dirty="0">
                <a:solidFill>
                  <a:srgbClr val="595959"/>
                </a:solidFill>
                <a:effectLst/>
                <a:latin typeface="+mj-lt"/>
                <a:ea typeface="微软雅黑" panose="020B0503020204020204" pitchFamily="34" charset="-122"/>
                <a:cs typeface="Times New Roman" panose="02020603050405020304" pitchFamily="18" charset="0"/>
              </a:rPr>
              <a:t>券商</a:t>
            </a:r>
            <a:r>
              <a:rPr lang="en-US" altLang="zh-CN" sz="2000" kern="0" dirty="0">
                <a:solidFill>
                  <a:srgbClr val="595959"/>
                </a:solidFill>
                <a:effectLst/>
                <a:latin typeface="+mj-lt"/>
                <a:ea typeface="微软雅黑" panose="020B0503020204020204" pitchFamily="34" charset="-122"/>
                <a:cs typeface="Times New Roman" panose="02020603050405020304" pitchFamily="18" charset="0"/>
              </a:rPr>
              <a:t>  </a:t>
            </a:r>
            <a:r>
              <a:rPr lang="zh-CN" altLang="zh-CN" sz="2000" kern="0" dirty="0">
                <a:solidFill>
                  <a:srgbClr val="595959"/>
                </a:solidFill>
                <a:effectLst/>
                <a:latin typeface="+mj-lt"/>
                <a:ea typeface="微软雅黑" panose="020B0503020204020204" pitchFamily="34" charset="-122"/>
                <a:cs typeface="Times New Roman" panose="02020603050405020304" pitchFamily="18" charset="0"/>
              </a:rPr>
              <a:t>创业板</a:t>
            </a:r>
            <a:br>
              <a:rPr lang="en-US" altLang="zh-CN" sz="2000" kern="0" dirty="0">
                <a:solidFill>
                  <a:srgbClr val="000000"/>
                </a:solidFill>
                <a:effectLst/>
                <a:latin typeface="+mj-lt"/>
                <a:ea typeface="微软雅黑" panose="020B0503020204020204" pitchFamily="34" charset="-122"/>
                <a:cs typeface="Times New Roman" panose="02020603050405020304" pitchFamily="18" charset="0"/>
              </a:rPr>
            </a:br>
            <a:r>
              <a:rPr lang="en-US" altLang="zh-CN" sz="2000" kern="0" dirty="0">
                <a:solidFill>
                  <a:srgbClr val="005CC5"/>
                </a:solidFill>
                <a:effectLst/>
                <a:latin typeface="+mj-lt"/>
                <a:ea typeface="微软雅黑" panose="020B0503020204020204" pitchFamily="34" charset="-122"/>
                <a:cs typeface="Times New Roman" panose="02020603050405020304" pitchFamily="18" charset="0"/>
              </a:rPr>
              <a:t>02018</a:t>
            </a:r>
            <a:r>
              <a:rPr lang="en-US" altLang="zh-CN" sz="2000" kern="0" dirty="0">
                <a:solidFill>
                  <a:srgbClr val="D73A49"/>
                </a:solidFill>
                <a:effectLst/>
                <a:latin typeface="+mj-lt"/>
                <a:ea typeface="微软雅黑" panose="020B0503020204020204" pitchFamily="34" charset="-122"/>
                <a:cs typeface="Times New Roman" panose="02020603050405020304" pitchFamily="18" charset="0"/>
              </a:rPr>
              <a:t>-</a:t>
            </a:r>
            <a:r>
              <a:rPr lang="en-US" altLang="zh-CN" sz="2000" kern="0" dirty="0">
                <a:solidFill>
                  <a:srgbClr val="FF0000"/>
                </a:solidFill>
                <a:effectLst/>
                <a:latin typeface="+mj-lt"/>
                <a:ea typeface="微软雅黑" panose="020B0503020204020204" pitchFamily="34" charset="-122"/>
                <a:cs typeface="Times New Roman" panose="02020603050405020304" pitchFamily="18" charset="0"/>
              </a:rPr>
              <a:t>0</a:t>
            </a:r>
            <a:r>
              <a:rPr lang="en-US" altLang="zh-CN" sz="2000" kern="0" dirty="0">
                <a:solidFill>
                  <a:srgbClr val="005CC5"/>
                </a:solidFill>
                <a:effectLst/>
                <a:latin typeface="+mj-lt"/>
                <a:ea typeface="微软雅黑" panose="020B0503020204020204" pitchFamily="34" charset="-122"/>
                <a:cs typeface="Times New Roman" panose="02020603050405020304" pitchFamily="18" charset="0"/>
              </a:rPr>
              <a:t>1</a:t>
            </a:r>
            <a:r>
              <a:rPr lang="en-US" altLang="zh-CN" sz="2000" kern="0" dirty="0">
                <a:solidFill>
                  <a:srgbClr val="D73A49"/>
                </a:solidFill>
                <a:effectLst/>
                <a:latin typeface="+mj-lt"/>
                <a:ea typeface="微软雅黑" panose="020B0503020204020204" pitchFamily="34" charset="-122"/>
                <a:cs typeface="Times New Roman" panose="02020603050405020304" pitchFamily="18" charset="0"/>
              </a:rPr>
              <a:t>-</a:t>
            </a:r>
            <a:r>
              <a:rPr lang="en-US" altLang="zh-CN" sz="2000" kern="0" dirty="0">
                <a:solidFill>
                  <a:srgbClr val="005CC5"/>
                </a:solidFill>
                <a:effectLst/>
                <a:latin typeface="+mj-lt"/>
                <a:ea typeface="微软雅黑" panose="020B0503020204020204" pitchFamily="34" charset="-122"/>
                <a:cs typeface="Times New Roman" panose="02020603050405020304" pitchFamily="18" charset="0"/>
              </a:rPr>
              <a:t>15</a:t>
            </a:r>
            <a:r>
              <a:rPr lang="en-US" altLang="zh-CN" sz="2000" kern="0" dirty="0">
                <a:solidFill>
                  <a:srgbClr val="595959"/>
                </a:solidFill>
                <a:effectLst/>
                <a:latin typeface="+mj-lt"/>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mj-lt"/>
                <a:ea typeface="微软雅黑" panose="020B0503020204020204" pitchFamily="34" charset="-122"/>
                <a:cs typeface="Times New Roman" panose="02020603050405020304" pitchFamily="18" charset="0"/>
              </a:rPr>
              <a:t>4.265</a:t>
            </a:r>
            <a:r>
              <a:rPr lang="en-US" altLang="zh-CN" sz="2000" kern="0" dirty="0">
                <a:solidFill>
                  <a:srgbClr val="595959"/>
                </a:solidFill>
                <a:effectLst/>
                <a:latin typeface="+mj-lt"/>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mj-lt"/>
                <a:ea typeface="微软雅黑" panose="020B0503020204020204" pitchFamily="34" charset="-122"/>
                <a:cs typeface="Times New Roman" panose="02020603050405020304" pitchFamily="18" charset="0"/>
              </a:rPr>
              <a:t>4.560</a:t>
            </a:r>
            <a:r>
              <a:rPr lang="en-US" altLang="zh-CN" sz="2000" kern="0" dirty="0">
                <a:solidFill>
                  <a:srgbClr val="595959"/>
                </a:solidFill>
                <a:effectLst/>
                <a:latin typeface="+mj-lt"/>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mj-lt"/>
                <a:ea typeface="微软雅黑" panose="020B0503020204020204" pitchFamily="34" charset="-122"/>
                <a:cs typeface="Times New Roman" panose="02020603050405020304" pitchFamily="18" charset="0"/>
              </a:rPr>
              <a:t>1.650</a:t>
            </a:r>
            <a:r>
              <a:rPr lang="en-US" altLang="zh-CN" sz="2000" kern="0" dirty="0">
                <a:solidFill>
                  <a:srgbClr val="595959"/>
                </a:solidFill>
                <a:effectLst/>
                <a:latin typeface="+mj-lt"/>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mj-lt"/>
                <a:ea typeface="微软雅黑" panose="020B0503020204020204" pitchFamily="34" charset="-122"/>
                <a:cs typeface="Times New Roman" panose="02020603050405020304" pitchFamily="18" charset="0"/>
              </a:rPr>
              <a:t>1.736</a:t>
            </a:r>
            <a:r>
              <a:rPr lang="en-US" altLang="zh-CN" sz="2000" kern="0" dirty="0">
                <a:solidFill>
                  <a:srgbClr val="595959"/>
                </a:solidFill>
                <a:effectLst/>
                <a:latin typeface="+mj-lt"/>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mj-lt"/>
                <a:ea typeface="微软雅黑" panose="020B0503020204020204" pitchFamily="34" charset="-122"/>
                <a:cs typeface="Times New Roman" panose="02020603050405020304" pitchFamily="18" charset="0"/>
              </a:rPr>
              <a:t>0.920</a:t>
            </a:r>
            <a:r>
              <a:rPr lang="en-US" altLang="zh-CN" sz="2000" kern="0" dirty="0">
                <a:solidFill>
                  <a:srgbClr val="595959"/>
                </a:solidFill>
                <a:effectLst/>
                <a:latin typeface="+mj-lt"/>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mj-lt"/>
                <a:ea typeface="微软雅黑" panose="020B0503020204020204" pitchFamily="34" charset="-122"/>
                <a:cs typeface="Times New Roman" panose="02020603050405020304" pitchFamily="18" charset="0"/>
              </a:rPr>
              <a:t>1.634</a:t>
            </a:r>
            <a:br>
              <a:rPr lang="en-US" altLang="zh-CN" sz="2000" kern="0" dirty="0">
                <a:solidFill>
                  <a:srgbClr val="000000"/>
                </a:solidFill>
                <a:effectLst/>
                <a:latin typeface="+mj-lt"/>
                <a:ea typeface="微软雅黑" panose="020B0503020204020204" pitchFamily="34" charset="-122"/>
                <a:cs typeface="Times New Roman" panose="02020603050405020304" pitchFamily="18" charset="0"/>
              </a:rPr>
            </a:br>
            <a:r>
              <a:rPr lang="en-US" altLang="zh-CN" sz="2000" kern="0" dirty="0">
                <a:solidFill>
                  <a:srgbClr val="005CC5"/>
                </a:solidFill>
                <a:effectLst/>
                <a:latin typeface="+mj-lt"/>
                <a:ea typeface="微软雅黑" panose="020B0503020204020204" pitchFamily="34" charset="-122"/>
                <a:cs typeface="Times New Roman" panose="02020603050405020304" pitchFamily="18" charset="0"/>
              </a:rPr>
              <a:t>12018</a:t>
            </a:r>
            <a:r>
              <a:rPr lang="en-US" altLang="zh-CN" sz="2000" kern="0" dirty="0">
                <a:solidFill>
                  <a:srgbClr val="D73A49"/>
                </a:solidFill>
                <a:effectLst/>
                <a:latin typeface="+mj-lt"/>
                <a:ea typeface="微软雅黑" panose="020B0503020204020204" pitchFamily="34" charset="-122"/>
                <a:cs typeface="Times New Roman" panose="02020603050405020304" pitchFamily="18" charset="0"/>
              </a:rPr>
              <a:t>-</a:t>
            </a:r>
            <a:r>
              <a:rPr lang="en-US" altLang="zh-CN" sz="2000" kern="0" dirty="0">
                <a:solidFill>
                  <a:srgbClr val="FF0000"/>
                </a:solidFill>
                <a:effectLst/>
                <a:latin typeface="+mj-lt"/>
                <a:ea typeface="微软雅黑" panose="020B0503020204020204" pitchFamily="34" charset="-122"/>
                <a:cs typeface="Times New Roman" panose="02020603050405020304" pitchFamily="18" charset="0"/>
              </a:rPr>
              <a:t>0</a:t>
            </a:r>
            <a:r>
              <a:rPr lang="en-US" altLang="zh-CN" sz="2000" kern="0" dirty="0">
                <a:solidFill>
                  <a:srgbClr val="005CC5"/>
                </a:solidFill>
                <a:effectLst/>
                <a:latin typeface="+mj-lt"/>
                <a:ea typeface="微软雅黑" panose="020B0503020204020204" pitchFamily="34" charset="-122"/>
                <a:cs typeface="Times New Roman" panose="02020603050405020304" pitchFamily="18" charset="0"/>
              </a:rPr>
              <a:t>1</a:t>
            </a:r>
            <a:r>
              <a:rPr lang="en-US" altLang="zh-CN" sz="2000" kern="0" dirty="0">
                <a:solidFill>
                  <a:srgbClr val="D73A49"/>
                </a:solidFill>
                <a:effectLst/>
                <a:latin typeface="+mj-lt"/>
                <a:ea typeface="微软雅黑" panose="020B0503020204020204" pitchFamily="34" charset="-122"/>
                <a:cs typeface="Times New Roman" panose="02020603050405020304" pitchFamily="18" charset="0"/>
              </a:rPr>
              <a:t>-</a:t>
            </a:r>
            <a:r>
              <a:rPr lang="en-US" altLang="zh-CN" sz="2000" kern="0" dirty="0">
                <a:solidFill>
                  <a:srgbClr val="005CC5"/>
                </a:solidFill>
                <a:effectLst/>
                <a:latin typeface="+mj-lt"/>
                <a:ea typeface="微软雅黑" panose="020B0503020204020204" pitchFamily="34" charset="-122"/>
                <a:cs typeface="Times New Roman" panose="02020603050405020304" pitchFamily="18" charset="0"/>
              </a:rPr>
              <a:t>16</a:t>
            </a:r>
            <a:r>
              <a:rPr lang="en-US" altLang="zh-CN" sz="2000" kern="0" dirty="0">
                <a:solidFill>
                  <a:srgbClr val="595959"/>
                </a:solidFill>
                <a:effectLst/>
                <a:latin typeface="+mj-lt"/>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mj-lt"/>
                <a:ea typeface="微软雅黑" panose="020B0503020204020204" pitchFamily="34" charset="-122"/>
                <a:cs typeface="Times New Roman" panose="02020603050405020304" pitchFamily="18" charset="0"/>
              </a:rPr>
              <a:t>4.308</a:t>
            </a:r>
            <a:r>
              <a:rPr lang="en-US" altLang="zh-CN" sz="2000" kern="0" dirty="0">
                <a:solidFill>
                  <a:srgbClr val="595959"/>
                </a:solidFill>
                <a:effectLst/>
                <a:latin typeface="+mj-lt"/>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mj-lt"/>
                <a:ea typeface="微软雅黑" panose="020B0503020204020204" pitchFamily="34" charset="-122"/>
                <a:cs typeface="Times New Roman" panose="02020603050405020304" pitchFamily="18" charset="0"/>
              </a:rPr>
              <a:t>4.595</a:t>
            </a:r>
            <a:r>
              <a:rPr lang="en-US" altLang="zh-CN" sz="2000" kern="0" dirty="0">
                <a:solidFill>
                  <a:srgbClr val="595959"/>
                </a:solidFill>
                <a:effectLst/>
                <a:latin typeface="+mj-lt"/>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mj-lt"/>
                <a:ea typeface="微软雅黑" panose="020B0503020204020204" pitchFamily="34" charset="-122"/>
                <a:cs typeface="Times New Roman" panose="02020603050405020304" pitchFamily="18" charset="0"/>
              </a:rPr>
              <a:t>1.700</a:t>
            </a:r>
            <a:r>
              <a:rPr lang="en-US" altLang="zh-CN" sz="2000" kern="0" dirty="0">
                <a:solidFill>
                  <a:srgbClr val="595959"/>
                </a:solidFill>
                <a:effectLst/>
                <a:latin typeface="+mj-lt"/>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mj-lt"/>
                <a:ea typeface="微软雅黑" panose="020B0503020204020204" pitchFamily="34" charset="-122"/>
                <a:cs typeface="Times New Roman" panose="02020603050405020304" pitchFamily="18" charset="0"/>
              </a:rPr>
              <a:t>1.750</a:t>
            </a:r>
            <a:r>
              <a:rPr lang="en-US" altLang="zh-CN" sz="2000" kern="0" dirty="0">
                <a:solidFill>
                  <a:srgbClr val="595959"/>
                </a:solidFill>
                <a:effectLst/>
                <a:latin typeface="+mj-lt"/>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mj-lt"/>
                <a:ea typeface="微软雅黑" panose="020B0503020204020204" pitchFamily="34" charset="-122"/>
                <a:cs typeface="Times New Roman" panose="02020603050405020304" pitchFamily="18" charset="0"/>
              </a:rPr>
              <a:t>0.941</a:t>
            </a:r>
            <a:r>
              <a:rPr lang="en-US" altLang="zh-CN" sz="2000" kern="0" dirty="0">
                <a:solidFill>
                  <a:srgbClr val="595959"/>
                </a:solidFill>
                <a:effectLst/>
                <a:latin typeface="+mj-lt"/>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mj-lt"/>
                <a:ea typeface="微软雅黑" panose="020B0503020204020204" pitchFamily="34" charset="-122"/>
                <a:cs typeface="Times New Roman" panose="02020603050405020304" pitchFamily="18" charset="0"/>
              </a:rPr>
              <a:t>1.631</a:t>
            </a:r>
            <a:br>
              <a:rPr lang="en-US" altLang="zh-CN" sz="2000" kern="0" dirty="0">
                <a:solidFill>
                  <a:srgbClr val="000000"/>
                </a:solidFill>
                <a:effectLst/>
                <a:latin typeface="+mj-lt"/>
                <a:ea typeface="微软雅黑" panose="020B0503020204020204" pitchFamily="34" charset="-122"/>
                <a:cs typeface="Times New Roman" panose="02020603050405020304" pitchFamily="18" charset="0"/>
              </a:rPr>
            </a:br>
            <a:r>
              <a:rPr lang="en-US" altLang="zh-CN" sz="2000" kern="0" dirty="0">
                <a:solidFill>
                  <a:srgbClr val="005CC5"/>
                </a:solidFill>
                <a:effectLst/>
                <a:latin typeface="+mj-lt"/>
                <a:ea typeface="微软雅黑" panose="020B0503020204020204" pitchFamily="34" charset="-122"/>
                <a:cs typeface="Times New Roman" panose="02020603050405020304" pitchFamily="18" charset="0"/>
              </a:rPr>
              <a:t>22018</a:t>
            </a:r>
            <a:r>
              <a:rPr lang="en-US" altLang="zh-CN" sz="2000" kern="0" dirty="0">
                <a:solidFill>
                  <a:srgbClr val="D73A49"/>
                </a:solidFill>
                <a:effectLst/>
                <a:latin typeface="+mj-lt"/>
                <a:ea typeface="微软雅黑" panose="020B0503020204020204" pitchFamily="34" charset="-122"/>
                <a:cs typeface="Times New Roman" panose="02020603050405020304" pitchFamily="18" charset="0"/>
              </a:rPr>
              <a:t>-</a:t>
            </a:r>
            <a:r>
              <a:rPr lang="en-US" altLang="zh-CN" sz="2000" kern="0" dirty="0">
                <a:solidFill>
                  <a:srgbClr val="FF0000"/>
                </a:solidFill>
                <a:effectLst/>
                <a:latin typeface="+mj-lt"/>
                <a:ea typeface="微软雅黑" panose="020B0503020204020204" pitchFamily="34" charset="-122"/>
                <a:cs typeface="Times New Roman" panose="02020603050405020304" pitchFamily="18" charset="0"/>
              </a:rPr>
              <a:t>0</a:t>
            </a:r>
            <a:r>
              <a:rPr lang="en-US" altLang="zh-CN" sz="2000" kern="0" dirty="0">
                <a:solidFill>
                  <a:srgbClr val="005CC5"/>
                </a:solidFill>
                <a:effectLst/>
                <a:latin typeface="+mj-lt"/>
                <a:ea typeface="微软雅黑" panose="020B0503020204020204" pitchFamily="34" charset="-122"/>
                <a:cs typeface="Times New Roman" panose="02020603050405020304" pitchFamily="18" charset="0"/>
              </a:rPr>
              <a:t>1</a:t>
            </a:r>
            <a:r>
              <a:rPr lang="en-US" altLang="zh-CN" sz="2000" kern="0" dirty="0">
                <a:solidFill>
                  <a:srgbClr val="D73A49"/>
                </a:solidFill>
                <a:effectLst/>
                <a:latin typeface="+mj-lt"/>
                <a:ea typeface="微软雅黑" panose="020B0503020204020204" pitchFamily="34" charset="-122"/>
                <a:cs typeface="Times New Roman" panose="02020603050405020304" pitchFamily="18" charset="0"/>
              </a:rPr>
              <a:t>-</a:t>
            </a:r>
            <a:r>
              <a:rPr lang="en-US" altLang="zh-CN" sz="2000" kern="0" dirty="0">
                <a:solidFill>
                  <a:srgbClr val="005CC5"/>
                </a:solidFill>
                <a:effectLst/>
                <a:latin typeface="+mj-lt"/>
                <a:ea typeface="微软雅黑" panose="020B0503020204020204" pitchFamily="34" charset="-122"/>
                <a:cs typeface="Times New Roman" panose="02020603050405020304" pitchFamily="18" charset="0"/>
              </a:rPr>
              <a:t>17</a:t>
            </a:r>
            <a:r>
              <a:rPr lang="en-US" altLang="zh-CN" sz="2000" kern="0" dirty="0">
                <a:solidFill>
                  <a:srgbClr val="595959"/>
                </a:solidFill>
                <a:effectLst/>
                <a:latin typeface="+mj-lt"/>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mj-lt"/>
                <a:ea typeface="微软雅黑" panose="020B0503020204020204" pitchFamily="34" charset="-122"/>
                <a:cs typeface="Times New Roman" panose="02020603050405020304" pitchFamily="18" charset="0"/>
              </a:rPr>
              <a:t>4.295</a:t>
            </a:r>
            <a:r>
              <a:rPr lang="en-US" altLang="zh-CN" sz="2000" kern="0" dirty="0">
                <a:solidFill>
                  <a:srgbClr val="595959"/>
                </a:solidFill>
                <a:effectLst/>
                <a:latin typeface="+mj-lt"/>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mj-lt"/>
                <a:ea typeface="微软雅黑" panose="020B0503020204020204" pitchFamily="34" charset="-122"/>
                <a:cs typeface="Times New Roman" panose="02020603050405020304" pitchFamily="18" charset="0"/>
              </a:rPr>
              <a:t>4.590</a:t>
            </a:r>
            <a:r>
              <a:rPr lang="en-US" altLang="zh-CN" sz="2000" kern="0" dirty="0">
                <a:solidFill>
                  <a:srgbClr val="595959"/>
                </a:solidFill>
                <a:effectLst/>
                <a:latin typeface="+mj-lt"/>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mj-lt"/>
                <a:ea typeface="微软雅黑" panose="020B0503020204020204" pitchFamily="34" charset="-122"/>
                <a:cs typeface="Times New Roman" panose="02020603050405020304" pitchFamily="18" charset="0"/>
              </a:rPr>
              <a:t>1.699</a:t>
            </a:r>
            <a:r>
              <a:rPr lang="en-US" altLang="zh-CN" sz="2000" kern="0" dirty="0">
                <a:solidFill>
                  <a:srgbClr val="595959"/>
                </a:solidFill>
                <a:effectLst/>
                <a:latin typeface="+mj-lt"/>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mj-lt"/>
                <a:ea typeface="微软雅黑" panose="020B0503020204020204" pitchFamily="34" charset="-122"/>
                <a:cs typeface="Times New Roman" panose="02020603050405020304" pitchFamily="18" charset="0"/>
              </a:rPr>
              <a:t>1.740</a:t>
            </a:r>
            <a:r>
              <a:rPr lang="en-US" altLang="zh-CN" sz="2000" kern="0" dirty="0">
                <a:solidFill>
                  <a:srgbClr val="595959"/>
                </a:solidFill>
                <a:effectLst/>
                <a:latin typeface="+mj-lt"/>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mj-lt"/>
                <a:ea typeface="微软雅黑" panose="020B0503020204020204" pitchFamily="34" charset="-122"/>
                <a:cs typeface="Times New Roman" panose="02020603050405020304" pitchFamily="18" charset="0"/>
              </a:rPr>
              <a:t>0.973</a:t>
            </a:r>
            <a:r>
              <a:rPr lang="en-US" altLang="zh-CN" sz="2000" kern="0" dirty="0">
                <a:solidFill>
                  <a:srgbClr val="595959"/>
                </a:solidFill>
                <a:effectLst/>
                <a:latin typeface="+mj-lt"/>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mj-lt"/>
                <a:ea typeface="微软雅黑" panose="020B0503020204020204" pitchFamily="34" charset="-122"/>
                <a:cs typeface="Times New Roman" panose="02020603050405020304" pitchFamily="18" charset="0"/>
              </a:rPr>
              <a:t>1.639</a:t>
            </a:r>
            <a:br>
              <a:rPr lang="en-US" altLang="zh-CN" sz="2000" kern="0" dirty="0">
                <a:solidFill>
                  <a:srgbClr val="000000"/>
                </a:solidFill>
                <a:effectLst/>
                <a:latin typeface="+mj-lt"/>
                <a:ea typeface="微软雅黑" panose="020B0503020204020204" pitchFamily="34" charset="-122"/>
                <a:cs typeface="Times New Roman" panose="02020603050405020304" pitchFamily="18" charset="0"/>
              </a:rPr>
            </a:br>
            <a:r>
              <a:rPr lang="en-US" altLang="zh-CN" sz="2000" kern="0" dirty="0">
                <a:solidFill>
                  <a:srgbClr val="005CC5"/>
                </a:solidFill>
                <a:effectLst/>
                <a:latin typeface="+mj-lt"/>
                <a:ea typeface="微软雅黑" panose="020B0503020204020204" pitchFamily="34" charset="-122"/>
                <a:cs typeface="Times New Roman" panose="02020603050405020304" pitchFamily="18" charset="0"/>
              </a:rPr>
              <a:t>32018</a:t>
            </a:r>
            <a:r>
              <a:rPr lang="en-US" altLang="zh-CN" sz="2000" kern="0" dirty="0">
                <a:solidFill>
                  <a:srgbClr val="D73A49"/>
                </a:solidFill>
                <a:effectLst/>
                <a:latin typeface="+mj-lt"/>
                <a:ea typeface="微软雅黑" panose="020B0503020204020204" pitchFamily="34" charset="-122"/>
                <a:cs typeface="Times New Roman" panose="02020603050405020304" pitchFamily="18" charset="0"/>
              </a:rPr>
              <a:t>-</a:t>
            </a:r>
            <a:r>
              <a:rPr lang="en-US" altLang="zh-CN" sz="2000" kern="0" dirty="0">
                <a:solidFill>
                  <a:srgbClr val="FF0000"/>
                </a:solidFill>
                <a:effectLst/>
                <a:latin typeface="+mj-lt"/>
                <a:ea typeface="微软雅黑" panose="020B0503020204020204" pitchFamily="34" charset="-122"/>
                <a:cs typeface="Times New Roman" panose="02020603050405020304" pitchFamily="18" charset="0"/>
              </a:rPr>
              <a:t>0</a:t>
            </a:r>
            <a:r>
              <a:rPr lang="en-US" altLang="zh-CN" sz="2000" kern="0" dirty="0">
                <a:solidFill>
                  <a:srgbClr val="005CC5"/>
                </a:solidFill>
                <a:effectLst/>
                <a:latin typeface="+mj-lt"/>
                <a:ea typeface="微软雅黑" panose="020B0503020204020204" pitchFamily="34" charset="-122"/>
                <a:cs typeface="Times New Roman" panose="02020603050405020304" pitchFamily="18" charset="0"/>
              </a:rPr>
              <a:t>1</a:t>
            </a:r>
            <a:r>
              <a:rPr lang="en-US" altLang="zh-CN" sz="2000" kern="0" dirty="0">
                <a:solidFill>
                  <a:srgbClr val="D73A49"/>
                </a:solidFill>
                <a:effectLst/>
                <a:latin typeface="+mj-lt"/>
                <a:ea typeface="微软雅黑" panose="020B0503020204020204" pitchFamily="34" charset="-122"/>
                <a:cs typeface="Times New Roman" panose="02020603050405020304" pitchFamily="18" charset="0"/>
              </a:rPr>
              <a:t>-</a:t>
            </a:r>
            <a:r>
              <a:rPr lang="en-US" altLang="zh-CN" sz="2000" kern="0" dirty="0">
                <a:solidFill>
                  <a:srgbClr val="005CC5"/>
                </a:solidFill>
                <a:effectLst/>
                <a:latin typeface="+mj-lt"/>
                <a:ea typeface="微软雅黑" panose="020B0503020204020204" pitchFamily="34" charset="-122"/>
                <a:cs typeface="Times New Roman" panose="02020603050405020304" pitchFamily="18" charset="0"/>
              </a:rPr>
              <a:t>18</a:t>
            </a:r>
            <a:r>
              <a:rPr lang="en-US" altLang="zh-CN" sz="2000" kern="0" dirty="0">
                <a:solidFill>
                  <a:srgbClr val="595959"/>
                </a:solidFill>
                <a:effectLst/>
                <a:latin typeface="+mj-lt"/>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mj-lt"/>
                <a:ea typeface="微软雅黑" panose="020B0503020204020204" pitchFamily="34" charset="-122"/>
                <a:cs typeface="Times New Roman" panose="02020603050405020304" pitchFamily="18" charset="0"/>
              </a:rPr>
              <a:t>4.323</a:t>
            </a:r>
            <a:r>
              <a:rPr lang="en-US" altLang="zh-CN" sz="2000" kern="0" dirty="0">
                <a:solidFill>
                  <a:srgbClr val="595959"/>
                </a:solidFill>
                <a:effectLst/>
                <a:latin typeface="+mj-lt"/>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mj-lt"/>
                <a:ea typeface="微软雅黑" panose="020B0503020204020204" pitchFamily="34" charset="-122"/>
                <a:cs typeface="Times New Roman" panose="02020603050405020304" pitchFamily="18" charset="0"/>
              </a:rPr>
              <a:t>4.621</a:t>
            </a:r>
            <a:r>
              <a:rPr lang="en-US" altLang="zh-CN" sz="2000" kern="0" dirty="0">
                <a:solidFill>
                  <a:srgbClr val="595959"/>
                </a:solidFill>
                <a:effectLst/>
                <a:latin typeface="+mj-lt"/>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mj-lt"/>
                <a:ea typeface="微软雅黑" panose="020B0503020204020204" pitchFamily="34" charset="-122"/>
                <a:cs typeface="Times New Roman" panose="02020603050405020304" pitchFamily="18" charset="0"/>
              </a:rPr>
              <a:t>1.675</a:t>
            </a:r>
            <a:r>
              <a:rPr lang="en-US" altLang="zh-CN" sz="2000" kern="0" dirty="0">
                <a:solidFill>
                  <a:srgbClr val="595959"/>
                </a:solidFill>
                <a:effectLst/>
                <a:latin typeface="+mj-lt"/>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mj-lt"/>
                <a:ea typeface="微软雅黑" panose="020B0503020204020204" pitchFamily="34" charset="-122"/>
                <a:cs typeface="Times New Roman" panose="02020603050405020304" pitchFamily="18" charset="0"/>
              </a:rPr>
              <a:t>1.744</a:t>
            </a:r>
            <a:r>
              <a:rPr lang="en-US" altLang="zh-CN" sz="2000" kern="0" dirty="0">
                <a:solidFill>
                  <a:srgbClr val="595959"/>
                </a:solidFill>
                <a:effectLst/>
                <a:latin typeface="+mj-lt"/>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mj-lt"/>
                <a:ea typeface="微软雅黑" panose="020B0503020204020204" pitchFamily="34" charset="-122"/>
                <a:cs typeface="Times New Roman" panose="02020603050405020304" pitchFamily="18" charset="0"/>
              </a:rPr>
              <a:t>0.980</a:t>
            </a:r>
            <a:r>
              <a:rPr lang="en-US" altLang="zh-CN" sz="2000" kern="0" dirty="0">
                <a:solidFill>
                  <a:srgbClr val="595959"/>
                </a:solidFill>
                <a:effectLst/>
                <a:latin typeface="+mj-lt"/>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mj-lt"/>
                <a:ea typeface="微软雅黑" panose="020B0503020204020204" pitchFamily="34" charset="-122"/>
                <a:cs typeface="Times New Roman" panose="02020603050405020304" pitchFamily="18" charset="0"/>
              </a:rPr>
              <a:t>1.636</a:t>
            </a:r>
            <a:br>
              <a:rPr lang="en-US" altLang="zh-CN" sz="2000" kern="0" dirty="0">
                <a:solidFill>
                  <a:srgbClr val="000000"/>
                </a:solidFill>
                <a:effectLst/>
                <a:latin typeface="+mj-lt"/>
                <a:ea typeface="微软雅黑" panose="020B0503020204020204" pitchFamily="34" charset="-122"/>
                <a:cs typeface="Times New Roman" panose="02020603050405020304" pitchFamily="18" charset="0"/>
              </a:rPr>
            </a:br>
            <a:r>
              <a:rPr lang="en-US" altLang="zh-CN" sz="2000" kern="0" dirty="0">
                <a:solidFill>
                  <a:srgbClr val="005CC5"/>
                </a:solidFill>
                <a:effectLst/>
                <a:latin typeface="+mj-lt"/>
                <a:ea typeface="微软雅黑" panose="020B0503020204020204" pitchFamily="34" charset="-122"/>
                <a:cs typeface="Times New Roman" panose="02020603050405020304" pitchFamily="18" charset="0"/>
              </a:rPr>
              <a:t>42018</a:t>
            </a:r>
            <a:r>
              <a:rPr lang="en-US" altLang="zh-CN" sz="2000" kern="0" dirty="0">
                <a:solidFill>
                  <a:srgbClr val="D73A49"/>
                </a:solidFill>
                <a:effectLst/>
                <a:latin typeface="+mj-lt"/>
                <a:ea typeface="微软雅黑" panose="020B0503020204020204" pitchFamily="34" charset="-122"/>
                <a:cs typeface="Times New Roman" panose="02020603050405020304" pitchFamily="18" charset="0"/>
              </a:rPr>
              <a:t>-</a:t>
            </a:r>
            <a:r>
              <a:rPr lang="en-US" altLang="zh-CN" sz="2000" kern="0" dirty="0">
                <a:solidFill>
                  <a:srgbClr val="FF0000"/>
                </a:solidFill>
                <a:effectLst/>
                <a:latin typeface="+mj-lt"/>
                <a:ea typeface="微软雅黑" panose="020B0503020204020204" pitchFamily="34" charset="-122"/>
                <a:cs typeface="Times New Roman" panose="02020603050405020304" pitchFamily="18" charset="0"/>
              </a:rPr>
              <a:t>0</a:t>
            </a:r>
            <a:r>
              <a:rPr lang="en-US" altLang="zh-CN" sz="2000" kern="0" dirty="0">
                <a:solidFill>
                  <a:srgbClr val="005CC5"/>
                </a:solidFill>
                <a:effectLst/>
                <a:latin typeface="+mj-lt"/>
                <a:ea typeface="微软雅黑" panose="020B0503020204020204" pitchFamily="34" charset="-122"/>
                <a:cs typeface="Times New Roman" panose="02020603050405020304" pitchFamily="18" charset="0"/>
              </a:rPr>
              <a:t>1</a:t>
            </a:r>
            <a:r>
              <a:rPr lang="en-US" altLang="zh-CN" sz="2000" kern="0" dirty="0">
                <a:solidFill>
                  <a:srgbClr val="D73A49"/>
                </a:solidFill>
                <a:effectLst/>
                <a:latin typeface="+mj-lt"/>
                <a:ea typeface="微软雅黑" panose="020B0503020204020204" pitchFamily="34" charset="-122"/>
                <a:cs typeface="Times New Roman" panose="02020603050405020304" pitchFamily="18" charset="0"/>
              </a:rPr>
              <a:t>-</a:t>
            </a:r>
            <a:r>
              <a:rPr lang="en-US" altLang="zh-CN" sz="2000" kern="0" dirty="0">
                <a:solidFill>
                  <a:srgbClr val="005CC5"/>
                </a:solidFill>
                <a:effectLst/>
                <a:latin typeface="+mj-lt"/>
                <a:ea typeface="微软雅黑" panose="020B0503020204020204" pitchFamily="34" charset="-122"/>
                <a:cs typeface="Times New Roman" panose="02020603050405020304" pitchFamily="18" charset="0"/>
              </a:rPr>
              <a:t>19</a:t>
            </a:r>
            <a:r>
              <a:rPr lang="en-US" altLang="zh-CN" sz="2000" kern="0" dirty="0">
                <a:solidFill>
                  <a:srgbClr val="595959"/>
                </a:solidFill>
                <a:effectLst/>
                <a:latin typeface="+mj-lt"/>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mj-lt"/>
                <a:ea typeface="微软雅黑" panose="020B0503020204020204" pitchFamily="34" charset="-122"/>
                <a:cs typeface="Times New Roman" panose="02020603050405020304" pitchFamily="18" charset="0"/>
              </a:rPr>
              <a:t>4.335</a:t>
            </a:r>
            <a:r>
              <a:rPr lang="en-US" altLang="zh-CN" sz="2000" kern="0" dirty="0">
                <a:solidFill>
                  <a:srgbClr val="595959"/>
                </a:solidFill>
                <a:effectLst/>
                <a:latin typeface="+mj-lt"/>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mj-lt"/>
                <a:ea typeface="微软雅黑" panose="020B0503020204020204" pitchFamily="34" charset="-122"/>
                <a:cs typeface="Times New Roman" panose="02020603050405020304" pitchFamily="18" charset="0"/>
              </a:rPr>
              <a:t>4.632</a:t>
            </a:r>
            <a:r>
              <a:rPr lang="en-US" altLang="zh-CN" sz="2000" kern="0" dirty="0">
                <a:solidFill>
                  <a:srgbClr val="595959"/>
                </a:solidFill>
                <a:effectLst/>
                <a:latin typeface="+mj-lt"/>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mj-lt"/>
                <a:ea typeface="微软雅黑" panose="020B0503020204020204" pitchFamily="34" charset="-122"/>
                <a:cs typeface="Times New Roman" panose="02020603050405020304" pitchFamily="18" charset="0"/>
              </a:rPr>
              <a:t>1.683</a:t>
            </a:r>
            <a:r>
              <a:rPr lang="en-US" altLang="zh-CN" sz="2000" kern="0" dirty="0">
                <a:solidFill>
                  <a:srgbClr val="595959"/>
                </a:solidFill>
                <a:effectLst/>
                <a:latin typeface="+mj-lt"/>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mj-lt"/>
                <a:ea typeface="微软雅黑" panose="020B0503020204020204" pitchFamily="34" charset="-122"/>
                <a:cs typeface="Times New Roman" panose="02020603050405020304" pitchFamily="18" charset="0"/>
              </a:rPr>
              <a:t>1.740</a:t>
            </a:r>
            <a:r>
              <a:rPr lang="en-US" altLang="zh-CN" sz="2000" kern="0" dirty="0">
                <a:solidFill>
                  <a:srgbClr val="595959"/>
                </a:solidFill>
                <a:effectLst/>
                <a:latin typeface="+mj-lt"/>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mj-lt"/>
                <a:ea typeface="微软雅黑" panose="020B0503020204020204" pitchFamily="34" charset="-122"/>
                <a:cs typeface="Times New Roman" panose="02020603050405020304" pitchFamily="18" charset="0"/>
              </a:rPr>
              <a:t>1.002</a:t>
            </a:r>
            <a:r>
              <a:rPr lang="en-US" altLang="zh-CN" sz="2000" kern="0" dirty="0">
                <a:solidFill>
                  <a:srgbClr val="595959"/>
                </a:solidFill>
                <a:effectLst/>
                <a:latin typeface="+mj-lt"/>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mj-lt"/>
                <a:ea typeface="微软雅黑" panose="020B0503020204020204" pitchFamily="34" charset="-122"/>
                <a:cs typeface="Times New Roman" panose="02020603050405020304" pitchFamily="18" charset="0"/>
              </a:rPr>
              <a:t>1.630</a:t>
            </a:r>
            <a:endParaRPr lang="zh-CN" altLang="zh-CN" sz="2000" kern="100" dirty="0">
              <a:effectLst/>
              <a:latin typeface="+mj-lt"/>
              <a:ea typeface="微软雅黑" panose="020B0503020204020204" pitchFamily="34" charset="-122"/>
              <a:cs typeface="Times New Roman" panose="02020603050405020304" pitchFamily="18" charset="0"/>
            </a:endParaRPr>
          </a:p>
        </p:txBody>
      </p:sp>
      <p:sp>
        <p:nvSpPr>
          <p:cNvPr id="8" name="内容占位符 1"/>
          <p:cNvSpPr txBox="1"/>
          <p:nvPr/>
        </p:nvSpPr>
        <p:spPr>
          <a:xfrm>
            <a:off x="1162429" y="4027957"/>
            <a:ext cx="9457804" cy="2521457"/>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25000"/>
              </a:lnSpc>
              <a:buClr>
                <a:sysClr val="windowText" lastClr="000000"/>
              </a:buClr>
            </a:pPr>
            <a:r>
              <a:rPr lang="zh-CN" altLang="en-US" sz="2400" dirty="0">
                <a:solidFill>
                  <a:sysClr val="windowText" lastClr="000000"/>
                </a:solidFill>
                <a:latin typeface="+mj-lt"/>
                <a:ea typeface="微软雅黑" panose="020B0503020204020204" pitchFamily="34" charset="-122"/>
              </a:rPr>
              <a:t>输出列表类型的数据：</a:t>
            </a:r>
            <a:endParaRPr lang="en-US" altLang="zh-CN" sz="2400" dirty="0">
              <a:solidFill>
                <a:sysClr val="windowText" lastClr="000000"/>
              </a:solidFill>
              <a:latin typeface="+mj-lt"/>
              <a:ea typeface="微软雅黑" panose="020B0503020204020204" pitchFamily="34" charset="-122"/>
            </a:endParaRPr>
          </a:p>
          <a:p>
            <a:pPr marL="38100" indent="0" algn="l">
              <a:lnSpc>
                <a:spcPct val="125000"/>
              </a:lnSpc>
              <a:spcBef>
                <a:spcPts val="500"/>
              </a:spcBef>
              <a:spcAft>
                <a:spcPts val="250"/>
              </a:spcAft>
              <a:buNone/>
            </a:pPr>
            <a:r>
              <a:rPr lang="en-US" altLang="zh-CN" sz="2000" kern="0" dirty="0">
                <a:solidFill>
                  <a:srgbClr val="595959"/>
                </a:solidFill>
                <a:effectLst/>
                <a:latin typeface="+mj-lt"/>
                <a:ea typeface="宋体" pitchFamily="2" charset="-122"/>
                <a:cs typeface="Times New Roman" panose="02020603050405020304" pitchFamily="18" charset="0"/>
              </a:rPr>
              <a:t>[[Timestamp(</a:t>
            </a:r>
            <a:r>
              <a:rPr lang="en-US" altLang="zh-CN" sz="2000" kern="0" dirty="0">
                <a:solidFill>
                  <a:srgbClr val="669900"/>
                </a:solidFill>
                <a:effectLst/>
                <a:latin typeface="+mj-lt"/>
                <a:ea typeface="宋体" pitchFamily="2" charset="-122"/>
                <a:cs typeface="Times New Roman" panose="02020603050405020304" pitchFamily="18" charset="0"/>
              </a:rPr>
              <a:t>'2018-01-15 00:00:00'</a:t>
            </a:r>
            <a:r>
              <a:rPr lang="en-US" altLang="zh-CN" sz="2000" kern="0" dirty="0">
                <a:solidFill>
                  <a:srgbClr val="595959"/>
                </a:solidFill>
                <a:effectLst/>
                <a:latin typeface="+mj-lt"/>
                <a:ea typeface="宋体" pitchFamily="2" charset="-122"/>
                <a:cs typeface="Times New Roman" panose="02020603050405020304" pitchFamily="18" charset="0"/>
              </a:rPr>
              <a:t>),</a:t>
            </a:r>
            <a:r>
              <a:rPr lang="en-US" altLang="zh-CN" sz="2000" kern="0" dirty="0">
                <a:solidFill>
                  <a:srgbClr val="005CC5"/>
                </a:solidFill>
                <a:effectLst/>
                <a:latin typeface="+mj-lt"/>
                <a:ea typeface="宋体" pitchFamily="2" charset="-122"/>
                <a:cs typeface="Times New Roman" panose="02020603050405020304" pitchFamily="18" charset="0"/>
              </a:rPr>
              <a:t>4.265</a:t>
            </a:r>
            <a:r>
              <a:rPr lang="en-US" altLang="zh-CN" sz="2000" kern="0" dirty="0">
                <a:solidFill>
                  <a:srgbClr val="595959"/>
                </a:solidFill>
                <a:effectLst/>
                <a:latin typeface="+mj-lt"/>
                <a:ea typeface="宋体" pitchFamily="2" charset="-122"/>
                <a:cs typeface="Times New Roman" panose="02020603050405020304" pitchFamily="18" charset="0"/>
              </a:rPr>
              <a:t>, </a:t>
            </a:r>
            <a:r>
              <a:rPr lang="en-US" altLang="zh-CN" sz="2000" kern="0" dirty="0">
                <a:solidFill>
                  <a:srgbClr val="005CC5"/>
                </a:solidFill>
                <a:effectLst/>
                <a:latin typeface="+mj-lt"/>
                <a:ea typeface="宋体" pitchFamily="2" charset="-122"/>
                <a:cs typeface="Times New Roman" panose="02020603050405020304" pitchFamily="18" charset="0"/>
              </a:rPr>
              <a:t>4.56</a:t>
            </a:r>
            <a:r>
              <a:rPr lang="en-US" altLang="zh-CN" sz="2000" kern="0" dirty="0">
                <a:solidFill>
                  <a:srgbClr val="595959"/>
                </a:solidFill>
                <a:effectLst/>
                <a:latin typeface="+mj-lt"/>
                <a:ea typeface="宋体" pitchFamily="2" charset="-122"/>
                <a:cs typeface="Times New Roman" panose="02020603050405020304" pitchFamily="18" charset="0"/>
              </a:rPr>
              <a:t>, </a:t>
            </a:r>
            <a:r>
              <a:rPr lang="en-US" altLang="zh-CN" sz="2000" kern="0" dirty="0">
                <a:solidFill>
                  <a:srgbClr val="005CC5"/>
                </a:solidFill>
                <a:effectLst/>
                <a:latin typeface="+mj-lt"/>
                <a:ea typeface="宋体" pitchFamily="2" charset="-122"/>
                <a:cs typeface="Times New Roman" panose="02020603050405020304" pitchFamily="18" charset="0"/>
              </a:rPr>
              <a:t>1.65</a:t>
            </a:r>
            <a:r>
              <a:rPr lang="en-US" altLang="zh-CN" sz="2000" kern="0" dirty="0">
                <a:solidFill>
                  <a:srgbClr val="595959"/>
                </a:solidFill>
                <a:effectLst/>
                <a:latin typeface="+mj-lt"/>
                <a:ea typeface="宋体" pitchFamily="2" charset="-122"/>
                <a:cs typeface="Times New Roman" panose="02020603050405020304" pitchFamily="18" charset="0"/>
              </a:rPr>
              <a:t>, </a:t>
            </a:r>
            <a:r>
              <a:rPr lang="en-US" altLang="zh-CN" sz="2000" kern="0" dirty="0">
                <a:solidFill>
                  <a:srgbClr val="005CC5"/>
                </a:solidFill>
                <a:effectLst/>
                <a:latin typeface="+mj-lt"/>
                <a:ea typeface="宋体" pitchFamily="2" charset="-122"/>
                <a:cs typeface="Times New Roman" panose="02020603050405020304" pitchFamily="18" charset="0"/>
              </a:rPr>
              <a:t>1.736</a:t>
            </a:r>
            <a:r>
              <a:rPr lang="en-US" altLang="zh-CN" sz="2000" kern="0" dirty="0">
                <a:solidFill>
                  <a:srgbClr val="595959"/>
                </a:solidFill>
                <a:effectLst/>
                <a:latin typeface="+mj-lt"/>
                <a:ea typeface="宋体" pitchFamily="2" charset="-122"/>
                <a:cs typeface="Times New Roman" panose="02020603050405020304" pitchFamily="18" charset="0"/>
              </a:rPr>
              <a:t>, </a:t>
            </a:r>
            <a:r>
              <a:rPr lang="en-US" altLang="zh-CN" sz="2000" kern="0" dirty="0">
                <a:solidFill>
                  <a:srgbClr val="005CC5"/>
                </a:solidFill>
                <a:effectLst/>
                <a:latin typeface="+mj-lt"/>
                <a:ea typeface="宋体" pitchFamily="2" charset="-122"/>
                <a:cs typeface="Times New Roman" panose="02020603050405020304" pitchFamily="18" charset="0"/>
              </a:rPr>
              <a:t>0.92</a:t>
            </a:r>
            <a:r>
              <a:rPr lang="en-US" altLang="zh-CN" sz="2000" kern="0" dirty="0">
                <a:solidFill>
                  <a:srgbClr val="595959"/>
                </a:solidFill>
                <a:effectLst/>
                <a:latin typeface="+mj-lt"/>
                <a:ea typeface="宋体" pitchFamily="2" charset="-122"/>
                <a:cs typeface="Times New Roman" panose="02020603050405020304" pitchFamily="18" charset="0"/>
              </a:rPr>
              <a:t>, </a:t>
            </a:r>
            <a:r>
              <a:rPr lang="en-US" altLang="zh-CN" sz="2000" kern="0" dirty="0">
                <a:solidFill>
                  <a:srgbClr val="005CC5"/>
                </a:solidFill>
                <a:effectLst/>
                <a:latin typeface="+mj-lt"/>
                <a:ea typeface="宋体" pitchFamily="2" charset="-122"/>
                <a:cs typeface="Times New Roman" panose="02020603050405020304" pitchFamily="18" charset="0"/>
              </a:rPr>
              <a:t>1.634</a:t>
            </a:r>
            <a:r>
              <a:rPr lang="en-US" altLang="zh-CN" sz="2000" kern="0" dirty="0">
                <a:solidFill>
                  <a:srgbClr val="595959"/>
                </a:solidFill>
                <a:effectLst/>
                <a:latin typeface="+mj-lt"/>
                <a:ea typeface="宋体" pitchFamily="2" charset="-122"/>
                <a:cs typeface="Times New Roman" panose="02020603050405020304" pitchFamily="18" charset="0"/>
              </a:rPr>
              <a:t>], [Timestamp(</a:t>
            </a:r>
            <a:r>
              <a:rPr lang="en-US" altLang="zh-CN" sz="2000" kern="0" dirty="0">
                <a:solidFill>
                  <a:srgbClr val="669900"/>
                </a:solidFill>
                <a:effectLst/>
                <a:latin typeface="+mj-lt"/>
                <a:ea typeface="宋体" pitchFamily="2" charset="-122"/>
                <a:cs typeface="Times New Roman" panose="02020603050405020304" pitchFamily="18" charset="0"/>
              </a:rPr>
              <a:t>'2018-01-16 00:00:00'</a:t>
            </a:r>
            <a:r>
              <a:rPr lang="en-US" altLang="zh-CN" sz="2000" kern="0" dirty="0">
                <a:solidFill>
                  <a:srgbClr val="595959"/>
                </a:solidFill>
                <a:effectLst/>
                <a:latin typeface="+mj-lt"/>
                <a:ea typeface="宋体" pitchFamily="2" charset="-122"/>
                <a:cs typeface="Times New Roman" panose="02020603050405020304" pitchFamily="18" charset="0"/>
              </a:rPr>
              <a:t>), </a:t>
            </a:r>
            <a:r>
              <a:rPr lang="en-US" altLang="zh-CN" sz="2000" kern="0" dirty="0">
                <a:solidFill>
                  <a:srgbClr val="005CC5"/>
                </a:solidFill>
                <a:effectLst/>
                <a:latin typeface="+mj-lt"/>
                <a:ea typeface="宋体" pitchFamily="2" charset="-122"/>
                <a:cs typeface="Times New Roman" panose="02020603050405020304" pitchFamily="18" charset="0"/>
              </a:rPr>
              <a:t>4.308</a:t>
            </a:r>
            <a:r>
              <a:rPr lang="en-US" altLang="zh-CN" sz="2000" kern="0" dirty="0">
                <a:solidFill>
                  <a:srgbClr val="595959"/>
                </a:solidFill>
                <a:effectLst/>
                <a:latin typeface="+mj-lt"/>
                <a:ea typeface="宋体" pitchFamily="2" charset="-122"/>
                <a:cs typeface="Times New Roman" panose="02020603050405020304" pitchFamily="18" charset="0"/>
              </a:rPr>
              <a:t>, </a:t>
            </a:r>
            <a:r>
              <a:rPr lang="en-US" altLang="zh-CN" sz="2000" kern="0" dirty="0">
                <a:solidFill>
                  <a:srgbClr val="005CC5"/>
                </a:solidFill>
                <a:effectLst/>
                <a:latin typeface="+mj-lt"/>
                <a:ea typeface="宋体" pitchFamily="2" charset="-122"/>
                <a:cs typeface="Times New Roman" panose="02020603050405020304" pitchFamily="18" charset="0"/>
              </a:rPr>
              <a:t>4.595</a:t>
            </a:r>
            <a:r>
              <a:rPr lang="en-US" altLang="zh-CN" sz="2000" kern="0" dirty="0">
                <a:solidFill>
                  <a:srgbClr val="595959"/>
                </a:solidFill>
                <a:effectLst/>
                <a:latin typeface="+mj-lt"/>
                <a:ea typeface="宋体" pitchFamily="2" charset="-122"/>
                <a:cs typeface="Times New Roman" panose="02020603050405020304" pitchFamily="18" charset="0"/>
              </a:rPr>
              <a:t>, </a:t>
            </a:r>
            <a:r>
              <a:rPr lang="en-US" altLang="zh-CN" sz="2000" kern="0" dirty="0">
                <a:solidFill>
                  <a:srgbClr val="005CC5"/>
                </a:solidFill>
                <a:effectLst/>
                <a:latin typeface="+mj-lt"/>
                <a:ea typeface="宋体" pitchFamily="2" charset="-122"/>
                <a:cs typeface="Times New Roman" panose="02020603050405020304" pitchFamily="18" charset="0"/>
              </a:rPr>
              <a:t>1.7</a:t>
            </a:r>
            <a:r>
              <a:rPr lang="en-US" altLang="zh-CN" sz="2000" kern="0" dirty="0">
                <a:solidFill>
                  <a:srgbClr val="595959"/>
                </a:solidFill>
                <a:effectLst/>
                <a:latin typeface="+mj-lt"/>
                <a:ea typeface="宋体" pitchFamily="2" charset="-122"/>
                <a:cs typeface="Times New Roman" panose="02020603050405020304" pitchFamily="18" charset="0"/>
              </a:rPr>
              <a:t>, </a:t>
            </a:r>
            <a:r>
              <a:rPr lang="en-US" altLang="zh-CN" sz="2000" kern="0" dirty="0">
                <a:solidFill>
                  <a:srgbClr val="005CC5"/>
                </a:solidFill>
                <a:effectLst/>
                <a:latin typeface="+mj-lt"/>
                <a:ea typeface="宋体" pitchFamily="2" charset="-122"/>
                <a:cs typeface="Times New Roman" panose="02020603050405020304" pitchFamily="18" charset="0"/>
              </a:rPr>
              <a:t>1.75</a:t>
            </a:r>
            <a:r>
              <a:rPr lang="en-US" altLang="zh-CN" sz="2000" kern="0" dirty="0">
                <a:solidFill>
                  <a:srgbClr val="595959"/>
                </a:solidFill>
                <a:effectLst/>
                <a:latin typeface="+mj-lt"/>
                <a:ea typeface="宋体" pitchFamily="2" charset="-122"/>
                <a:cs typeface="Times New Roman" panose="02020603050405020304" pitchFamily="18" charset="0"/>
              </a:rPr>
              <a:t>, </a:t>
            </a:r>
            <a:r>
              <a:rPr lang="en-US" altLang="zh-CN" sz="2000" kern="0" dirty="0">
                <a:solidFill>
                  <a:srgbClr val="005CC5"/>
                </a:solidFill>
                <a:effectLst/>
                <a:latin typeface="+mj-lt"/>
                <a:ea typeface="宋体" pitchFamily="2" charset="-122"/>
                <a:cs typeface="Times New Roman" panose="02020603050405020304" pitchFamily="18" charset="0"/>
              </a:rPr>
              <a:t>0.941</a:t>
            </a:r>
            <a:r>
              <a:rPr lang="en-US" altLang="zh-CN" sz="2000" kern="0" dirty="0">
                <a:solidFill>
                  <a:srgbClr val="595959"/>
                </a:solidFill>
                <a:effectLst/>
                <a:latin typeface="+mj-lt"/>
                <a:ea typeface="宋体" pitchFamily="2" charset="-122"/>
                <a:cs typeface="Times New Roman" panose="02020603050405020304" pitchFamily="18" charset="0"/>
              </a:rPr>
              <a:t>, </a:t>
            </a:r>
            <a:r>
              <a:rPr lang="en-US" altLang="zh-CN" sz="2000" kern="0" dirty="0">
                <a:solidFill>
                  <a:srgbClr val="005CC5"/>
                </a:solidFill>
                <a:effectLst/>
                <a:latin typeface="+mj-lt"/>
                <a:ea typeface="宋体" pitchFamily="2" charset="-122"/>
                <a:cs typeface="Times New Roman" panose="02020603050405020304" pitchFamily="18" charset="0"/>
              </a:rPr>
              <a:t>1.631</a:t>
            </a:r>
            <a:r>
              <a:rPr lang="en-US" altLang="zh-CN" sz="2000" kern="0" dirty="0">
                <a:solidFill>
                  <a:srgbClr val="595959"/>
                </a:solidFill>
                <a:effectLst/>
                <a:latin typeface="+mj-lt"/>
                <a:ea typeface="宋体" pitchFamily="2" charset="-122"/>
                <a:cs typeface="Times New Roman" panose="02020603050405020304" pitchFamily="18" charset="0"/>
              </a:rPr>
              <a:t>], [Timestamp(</a:t>
            </a:r>
            <a:r>
              <a:rPr lang="en-US" altLang="zh-CN" sz="2000" kern="0" dirty="0">
                <a:solidFill>
                  <a:srgbClr val="669900"/>
                </a:solidFill>
                <a:effectLst/>
                <a:latin typeface="+mj-lt"/>
                <a:ea typeface="宋体" pitchFamily="2" charset="-122"/>
                <a:cs typeface="Times New Roman" panose="02020603050405020304" pitchFamily="18" charset="0"/>
              </a:rPr>
              <a:t>'2018-01-17 00:00:00'</a:t>
            </a:r>
            <a:r>
              <a:rPr lang="en-US" altLang="zh-CN" sz="2000" kern="0" dirty="0">
                <a:solidFill>
                  <a:srgbClr val="595959"/>
                </a:solidFill>
                <a:effectLst/>
                <a:latin typeface="+mj-lt"/>
                <a:ea typeface="宋体" pitchFamily="2" charset="-122"/>
                <a:cs typeface="Times New Roman" panose="02020603050405020304" pitchFamily="18" charset="0"/>
              </a:rPr>
              <a:t>), </a:t>
            </a:r>
            <a:r>
              <a:rPr lang="en-US" altLang="zh-CN" sz="2000" kern="0" dirty="0">
                <a:solidFill>
                  <a:srgbClr val="005CC5"/>
                </a:solidFill>
                <a:effectLst/>
                <a:latin typeface="+mj-lt"/>
                <a:ea typeface="宋体" pitchFamily="2" charset="-122"/>
                <a:cs typeface="Times New Roman" panose="02020603050405020304" pitchFamily="18" charset="0"/>
              </a:rPr>
              <a:t>4.295</a:t>
            </a:r>
            <a:r>
              <a:rPr lang="en-US" altLang="zh-CN" sz="2000" kern="0" dirty="0">
                <a:solidFill>
                  <a:srgbClr val="595959"/>
                </a:solidFill>
                <a:effectLst/>
                <a:latin typeface="+mj-lt"/>
                <a:ea typeface="宋体" pitchFamily="2" charset="-122"/>
                <a:cs typeface="Times New Roman" panose="02020603050405020304" pitchFamily="18" charset="0"/>
              </a:rPr>
              <a:t>, </a:t>
            </a:r>
            <a:r>
              <a:rPr lang="en-US" altLang="zh-CN" sz="2000" kern="0" dirty="0">
                <a:solidFill>
                  <a:srgbClr val="005CC5"/>
                </a:solidFill>
                <a:effectLst/>
                <a:latin typeface="+mj-lt"/>
                <a:ea typeface="宋体" pitchFamily="2" charset="-122"/>
                <a:cs typeface="Times New Roman" panose="02020603050405020304" pitchFamily="18" charset="0"/>
              </a:rPr>
              <a:t>4.59</a:t>
            </a:r>
            <a:r>
              <a:rPr lang="en-US" altLang="zh-CN" sz="2000" kern="0" dirty="0">
                <a:solidFill>
                  <a:srgbClr val="595959"/>
                </a:solidFill>
                <a:effectLst/>
                <a:latin typeface="+mj-lt"/>
                <a:ea typeface="宋体" pitchFamily="2" charset="-122"/>
                <a:cs typeface="Times New Roman" panose="02020603050405020304" pitchFamily="18" charset="0"/>
              </a:rPr>
              <a:t>, </a:t>
            </a:r>
            <a:r>
              <a:rPr lang="en-US" altLang="zh-CN" sz="2000" kern="0" dirty="0">
                <a:solidFill>
                  <a:srgbClr val="005CC5"/>
                </a:solidFill>
                <a:effectLst/>
                <a:latin typeface="+mj-lt"/>
                <a:ea typeface="宋体" pitchFamily="2" charset="-122"/>
                <a:cs typeface="Times New Roman" panose="02020603050405020304" pitchFamily="18" charset="0"/>
              </a:rPr>
              <a:t>1.699</a:t>
            </a:r>
            <a:r>
              <a:rPr lang="en-US" altLang="zh-CN" sz="2000" kern="0" dirty="0">
                <a:solidFill>
                  <a:srgbClr val="595959"/>
                </a:solidFill>
                <a:effectLst/>
                <a:latin typeface="+mj-lt"/>
                <a:ea typeface="宋体" pitchFamily="2" charset="-122"/>
                <a:cs typeface="Times New Roman" panose="02020603050405020304" pitchFamily="18" charset="0"/>
              </a:rPr>
              <a:t>, </a:t>
            </a:r>
            <a:r>
              <a:rPr lang="en-US" altLang="zh-CN" sz="2000" kern="0" dirty="0">
                <a:solidFill>
                  <a:srgbClr val="005CC5"/>
                </a:solidFill>
                <a:effectLst/>
                <a:latin typeface="+mj-lt"/>
                <a:ea typeface="宋体" pitchFamily="2" charset="-122"/>
                <a:cs typeface="Times New Roman" panose="02020603050405020304" pitchFamily="18" charset="0"/>
              </a:rPr>
              <a:t>1.74</a:t>
            </a:r>
            <a:r>
              <a:rPr lang="en-US" altLang="zh-CN" sz="2000" kern="0" dirty="0">
                <a:solidFill>
                  <a:srgbClr val="595959"/>
                </a:solidFill>
                <a:effectLst/>
                <a:latin typeface="+mj-lt"/>
                <a:ea typeface="宋体" pitchFamily="2" charset="-122"/>
                <a:cs typeface="Times New Roman" panose="02020603050405020304" pitchFamily="18" charset="0"/>
              </a:rPr>
              <a:t>, </a:t>
            </a:r>
            <a:r>
              <a:rPr lang="en-US" altLang="zh-CN" sz="2000" kern="0" dirty="0">
                <a:solidFill>
                  <a:srgbClr val="005CC5"/>
                </a:solidFill>
                <a:effectLst/>
                <a:latin typeface="+mj-lt"/>
                <a:ea typeface="宋体" pitchFamily="2" charset="-122"/>
                <a:cs typeface="Times New Roman" panose="02020603050405020304" pitchFamily="18" charset="0"/>
              </a:rPr>
              <a:t>0.973</a:t>
            </a:r>
            <a:r>
              <a:rPr lang="en-US" altLang="zh-CN" sz="2000" kern="0" dirty="0">
                <a:solidFill>
                  <a:srgbClr val="595959"/>
                </a:solidFill>
                <a:effectLst/>
                <a:latin typeface="+mj-lt"/>
                <a:ea typeface="宋体" pitchFamily="2" charset="-122"/>
                <a:cs typeface="Times New Roman" panose="02020603050405020304" pitchFamily="18" charset="0"/>
              </a:rPr>
              <a:t>, </a:t>
            </a:r>
            <a:r>
              <a:rPr lang="en-US" altLang="zh-CN" sz="2000" kern="0" dirty="0">
                <a:solidFill>
                  <a:srgbClr val="005CC5"/>
                </a:solidFill>
                <a:effectLst/>
                <a:latin typeface="+mj-lt"/>
                <a:ea typeface="宋体" pitchFamily="2" charset="-122"/>
                <a:cs typeface="Times New Roman" panose="02020603050405020304" pitchFamily="18" charset="0"/>
              </a:rPr>
              <a:t>1.639</a:t>
            </a:r>
            <a:r>
              <a:rPr lang="en-US" altLang="zh-CN" sz="2000" kern="0" dirty="0">
                <a:solidFill>
                  <a:srgbClr val="595959"/>
                </a:solidFill>
                <a:effectLst/>
                <a:latin typeface="+mj-lt"/>
                <a:ea typeface="宋体" pitchFamily="2" charset="-122"/>
                <a:cs typeface="Times New Roman" panose="02020603050405020304" pitchFamily="18" charset="0"/>
              </a:rPr>
              <a:t>], [Timestamp(</a:t>
            </a:r>
            <a:r>
              <a:rPr lang="en-US" altLang="zh-CN" sz="2000" kern="0" dirty="0">
                <a:solidFill>
                  <a:srgbClr val="669900"/>
                </a:solidFill>
                <a:effectLst/>
                <a:latin typeface="+mj-lt"/>
                <a:ea typeface="宋体" pitchFamily="2" charset="-122"/>
                <a:cs typeface="Times New Roman" panose="02020603050405020304" pitchFamily="18" charset="0"/>
              </a:rPr>
              <a:t>'2018-01-18 00:00:00'</a:t>
            </a:r>
            <a:r>
              <a:rPr lang="en-US" altLang="zh-CN" sz="2000" kern="0" dirty="0">
                <a:solidFill>
                  <a:srgbClr val="595959"/>
                </a:solidFill>
                <a:effectLst/>
                <a:latin typeface="+mj-lt"/>
                <a:ea typeface="宋体" pitchFamily="2" charset="-122"/>
                <a:cs typeface="Times New Roman" panose="02020603050405020304" pitchFamily="18" charset="0"/>
              </a:rPr>
              <a:t>), </a:t>
            </a:r>
            <a:r>
              <a:rPr lang="en-US" altLang="zh-CN" sz="2000" kern="0" dirty="0">
                <a:solidFill>
                  <a:srgbClr val="005CC5"/>
                </a:solidFill>
                <a:effectLst/>
                <a:latin typeface="+mj-lt"/>
                <a:ea typeface="宋体" pitchFamily="2" charset="-122"/>
                <a:cs typeface="Times New Roman" panose="02020603050405020304" pitchFamily="18" charset="0"/>
              </a:rPr>
              <a:t>4.323</a:t>
            </a:r>
            <a:r>
              <a:rPr lang="en-US" altLang="zh-CN" sz="2000" kern="0" dirty="0">
                <a:solidFill>
                  <a:srgbClr val="595959"/>
                </a:solidFill>
                <a:effectLst/>
                <a:latin typeface="+mj-lt"/>
                <a:ea typeface="宋体" pitchFamily="2" charset="-122"/>
                <a:cs typeface="Times New Roman" panose="02020603050405020304" pitchFamily="18" charset="0"/>
              </a:rPr>
              <a:t>, </a:t>
            </a:r>
            <a:r>
              <a:rPr lang="en-US" altLang="zh-CN" sz="2000" kern="0" dirty="0">
                <a:solidFill>
                  <a:srgbClr val="005CC5"/>
                </a:solidFill>
                <a:effectLst/>
                <a:latin typeface="+mj-lt"/>
                <a:ea typeface="宋体" pitchFamily="2" charset="-122"/>
                <a:cs typeface="Times New Roman" panose="02020603050405020304" pitchFamily="18" charset="0"/>
              </a:rPr>
              <a:t>4.621</a:t>
            </a:r>
            <a:r>
              <a:rPr lang="en-US" altLang="zh-CN" sz="2000" kern="0" dirty="0">
                <a:solidFill>
                  <a:srgbClr val="595959"/>
                </a:solidFill>
                <a:effectLst/>
                <a:latin typeface="+mj-lt"/>
                <a:ea typeface="宋体" pitchFamily="2" charset="-122"/>
                <a:cs typeface="Times New Roman" panose="02020603050405020304" pitchFamily="18" charset="0"/>
              </a:rPr>
              <a:t>, </a:t>
            </a:r>
            <a:r>
              <a:rPr lang="en-US" altLang="zh-CN" sz="2000" kern="0" dirty="0">
                <a:solidFill>
                  <a:srgbClr val="005CC5"/>
                </a:solidFill>
                <a:effectLst/>
                <a:latin typeface="+mj-lt"/>
                <a:ea typeface="宋体" pitchFamily="2" charset="-122"/>
                <a:cs typeface="Times New Roman" panose="02020603050405020304" pitchFamily="18" charset="0"/>
              </a:rPr>
              <a:t>1.675</a:t>
            </a:r>
            <a:r>
              <a:rPr lang="en-US" altLang="zh-CN" sz="2000" kern="0" dirty="0">
                <a:solidFill>
                  <a:srgbClr val="595959"/>
                </a:solidFill>
                <a:effectLst/>
                <a:latin typeface="+mj-lt"/>
                <a:ea typeface="宋体" pitchFamily="2" charset="-122"/>
                <a:cs typeface="Times New Roman" panose="02020603050405020304" pitchFamily="18" charset="0"/>
              </a:rPr>
              <a:t>, </a:t>
            </a:r>
            <a:r>
              <a:rPr lang="en-US" altLang="zh-CN" sz="2000" kern="0" dirty="0">
                <a:solidFill>
                  <a:srgbClr val="005CC5"/>
                </a:solidFill>
                <a:effectLst/>
                <a:latin typeface="+mj-lt"/>
                <a:ea typeface="宋体" pitchFamily="2" charset="-122"/>
                <a:cs typeface="Times New Roman" panose="02020603050405020304" pitchFamily="18" charset="0"/>
              </a:rPr>
              <a:t>1.744</a:t>
            </a:r>
            <a:r>
              <a:rPr lang="en-US" altLang="zh-CN" sz="2000" kern="0" dirty="0">
                <a:solidFill>
                  <a:srgbClr val="595959"/>
                </a:solidFill>
                <a:effectLst/>
                <a:latin typeface="+mj-lt"/>
                <a:ea typeface="宋体" pitchFamily="2" charset="-122"/>
                <a:cs typeface="Times New Roman" panose="02020603050405020304" pitchFamily="18" charset="0"/>
              </a:rPr>
              <a:t>, </a:t>
            </a:r>
            <a:r>
              <a:rPr lang="en-US" altLang="zh-CN" sz="2000" kern="0" dirty="0">
                <a:solidFill>
                  <a:srgbClr val="005CC5"/>
                </a:solidFill>
                <a:effectLst/>
                <a:latin typeface="+mj-lt"/>
                <a:ea typeface="宋体" pitchFamily="2" charset="-122"/>
                <a:cs typeface="Times New Roman" panose="02020603050405020304" pitchFamily="18" charset="0"/>
              </a:rPr>
              <a:t>0.98</a:t>
            </a:r>
            <a:r>
              <a:rPr lang="en-US" altLang="zh-CN" sz="2000" kern="0" dirty="0">
                <a:solidFill>
                  <a:srgbClr val="595959"/>
                </a:solidFill>
                <a:effectLst/>
                <a:latin typeface="+mj-lt"/>
                <a:ea typeface="宋体" pitchFamily="2" charset="-122"/>
                <a:cs typeface="Times New Roman" panose="02020603050405020304" pitchFamily="18" charset="0"/>
              </a:rPr>
              <a:t>, </a:t>
            </a:r>
            <a:r>
              <a:rPr lang="en-US" altLang="zh-CN" sz="2000" kern="0" dirty="0">
                <a:solidFill>
                  <a:srgbClr val="005CC5"/>
                </a:solidFill>
                <a:effectLst/>
                <a:latin typeface="+mj-lt"/>
                <a:ea typeface="宋体" pitchFamily="2" charset="-122"/>
                <a:cs typeface="Times New Roman" panose="02020603050405020304" pitchFamily="18" charset="0"/>
              </a:rPr>
              <a:t>1.636</a:t>
            </a:r>
            <a:r>
              <a:rPr lang="en-US" altLang="zh-CN" sz="2000" kern="0" dirty="0">
                <a:solidFill>
                  <a:srgbClr val="595959"/>
                </a:solidFill>
                <a:effectLst/>
                <a:latin typeface="+mj-lt"/>
                <a:ea typeface="宋体" pitchFamily="2" charset="-122"/>
                <a:cs typeface="Times New Roman" panose="02020603050405020304" pitchFamily="18" charset="0"/>
              </a:rPr>
              <a:t>],</a:t>
            </a:r>
            <a:r>
              <a:rPr lang="en-US" altLang="zh-CN" sz="2000" kern="0" dirty="0">
                <a:solidFill>
                  <a:srgbClr val="000000"/>
                </a:solidFill>
                <a:effectLst/>
                <a:latin typeface="+mj-lt"/>
                <a:ea typeface="宋体" pitchFamily="2" charset="-122"/>
                <a:cs typeface="Times New Roman" panose="02020603050405020304" pitchFamily="18" charset="0"/>
              </a:rPr>
              <a:t> </a:t>
            </a:r>
            <a:r>
              <a:rPr lang="en-US" altLang="zh-CN" sz="2000" kern="0" dirty="0">
                <a:solidFill>
                  <a:srgbClr val="595959"/>
                </a:solidFill>
                <a:effectLst/>
                <a:latin typeface="+mj-lt"/>
                <a:ea typeface="宋体" pitchFamily="2" charset="-122"/>
                <a:cs typeface="Times New Roman" panose="02020603050405020304" pitchFamily="18" charset="0"/>
              </a:rPr>
              <a:t>[Timestamp(</a:t>
            </a:r>
            <a:r>
              <a:rPr lang="en-US" altLang="zh-CN" sz="2000" kern="0" dirty="0">
                <a:solidFill>
                  <a:srgbClr val="669900"/>
                </a:solidFill>
                <a:effectLst/>
                <a:latin typeface="+mj-lt"/>
                <a:ea typeface="宋体" pitchFamily="2" charset="-122"/>
                <a:cs typeface="Times New Roman" panose="02020603050405020304" pitchFamily="18" charset="0"/>
              </a:rPr>
              <a:t>'2018-01-19 00:00:00'</a:t>
            </a:r>
            <a:r>
              <a:rPr lang="en-US" altLang="zh-CN" sz="2000" kern="0" dirty="0">
                <a:solidFill>
                  <a:srgbClr val="595959"/>
                </a:solidFill>
                <a:effectLst/>
                <a:latin typeface="+mj-lt"/>
                <a:ea typeface="宋体" pitchFamily="2" charset="-122"/>
                <a:cs typeface="Times New Roman" panose="02020603050405020304" pitchFamily="18" charset="0"/>
              </a:rPr>
              <a:t>), </a:t>
            </a:r>
            <a:r>
              <a:rPr lang="en-US" altLang="zh-CN" sz="2000" kern="0" dirty="0">
                <a:solidFill>
                  <a:srgbClr val="005CC5"/>
                </a:solidFill>
                <a:effectLst/>
                <a:latin typeface="+mj-lt"/>
                <a:ea typeface="宋体" pitchFamily="2" charset="-122"/>
                <a:cs typeface="Times New Roman" panose="02020603050405020304" pitchFamily="18" charset="0"/>
              </a:rPr>
              <a:t>4.335</a:t>
            </a:r>
            <a:r>
              <a:rPr lang="en-US" altLang="zh-CN" sz="2000" kern="0" dirty="0">
                <a:solidFill>
                  <a:srgbClr val="595959"/>
                </a:solidFill>
                <a:effectLst/>
                <a:latin typeface="+mj-lt"/>
                <a:ea typeface="宋体" pitchFamily="2" charset="-122"/>
                <a:cs typeface="Times New Roman" panose="02020603050405020304" pitchFamily="18" charset="0"/>
              </a:rPr>
              <a:t>, </a:t>
            </a:r>
            <a:r>
              <a:rPr lang="en-US" altLang="zh-CN" sz="2000" kern="0" dirty="0">
                <a:solidFill>
                  <a:srgbClr val="005CC5"/>
                </a:solidFill>
                <a:effectLst/>
                <a:latin typeface="+mj-lt"/>
                <a:ea typeface="宋体" pitchFamily="2" charset="-122"/>
                <a:cs typeface="Times New Roman" panose="02020603050405020304" pitchFamily="18" charset="0"/>
              </a:rPr>
              <a:t>4.632</a:t>
            </a:r>
            <a:r>
              <a:rPr lang="en-US" altLang="zh-CN" sz="2000" kern="0" dirty="0">
                <a:solidFill>
                  <a:srgbClr val="595959"/>
                </a:solidFill>
                <a:effectLst/>
                <a:latin typeface="+mj-lt"/>
                <a:ea typeface="宋体" pitchFamily="2" charset="-122"/>
                <a:cs typeface="Times New Roman" panose="02020603050405020304" pitchFamily="18" charset="0"/>
              </a:rPr>
              <a:t>, </a:t>
            </a:r>
            <a:r>
              <a:rPr lang="en-US" altLang="zh-CN" sz="2000" kern="0" dirty="0">
                <a:solidFill>
                  <a:srgbClr val="005CC5"/>
                </a:solidFill>
                <a:effectLst/>
                <a:latin typeface="+mj-lt"/>
                <a:ea typeface="宋体" pitchFamily="2" charset="-122"/>
                <a:cs typeface="Times New Roman" panose="02020603050405020304" pitchFamily="18" charset="0"/>
              </a:rPr>
              <a:t>1.683</a:t>
            </a:r>
            <a:r>
              <a:rPr lang="en-US" altLang="zh-CN" sz="2000" kern="0" dirty="0">
                <a:solidFill>
                  <a:srgbClr val="595959"/>
                </a:solidFill>
                <a:effectLst/>
                <a:latin typeface="+mj-lt"/>
                <a:ea typeface="宋体" pitchFamily="2" charset="-122"/>
                <a:cs typeface="Times New Roman" panose="02020603050405020304" pitchFamily="18" charset="0"/>
              </a:rPr>
              <a:t>, </a:t>
            </a:r>
            <a:r>
              <a:rPr lang="en-US" altLang="zh-CN" sz="2000" kern="0" dirty="0">
                <a:solidFill>
                  <a:srgbClr val="005CC5"/>
                </a:solidFill>
                <a:effectLst/>
                <a:latin typeface="+mj-lt"/>
                <a:ea typeface="宋体" pitchFamily="2" charset="-122"/>
                <a:cs typeface="Times New Roman" panose="02020603050405020304" pitchFamily="18" charset="0"/>
              </a:rPr>
              <a:t>1.74</a:t>
            </a:r>
            <a:r>
              <a:rPr lang="en-US" altLang="zh-CN" sz="2000" kern="0" dirty="0">
                <a:solidFill>
                  <a:srgbClr val="595959"/>
                </a:solidFill>
                <a:effectLst/>
                <a:latin typeface="+mj-lt"/>
                <a:ea typeface="宋体" pitchFamily="2" charset="-122"/>
                <a:cs typeface="Times New Roman" panose="02020603050405020304" pitchFamily="18" charset="0"/>
              </a:rPr>
              <a:t>, </a:t>
            </a:r>
            <a:r>
              <a:rPr lang="en-US" altLang="zh-CN" sz="2000" kern="0" dirty="0">
                <a:solidFill>
                  <a:srgbClr val="005CC5"/>
                </a:solidFill>
                <a:effectLst/>
                <a:latin typeface="+mj-lt"/>
                <a:ea typeface="宋体" pitchFamily="2" charset="-122"/>
                <a:cs typeface="Times New Roman" panose="02020603050405020304" pitchFamily="18" charset="0"/>
              </a:rPr>
              <a:t>1.002</a:t>
            </a:r>
            <a:r>
              <a:rPr lang="en-US" altLang="zh-CN" sz="2000" kern="0" dirty="0">
                <a:solidFill>
                  <a:srgbClr val="595959"/>
                </a:solidFill>
                <a:effectLst/>
                <a:latin typeface="+mj-lt"/>
                <a:ea typeface="宋体" pitchFamily="2" charset="-122"/>
                <a:cs typeface="Times New Roman" panose="02020603050405020304" pitchFamily="18" charset="0"/>
              </a:rPr>
              <a:t>, </a:t>
            </a:r>
            <a:r>
              <a:rPr lang="en-US" altLang="zh-CN" sz="2000" kern="0" dirty="0">
                <a:solidFill>
                  <a:srgbClr val="005CC5"/>
                </a:solidFill>
                <a:effectLst/>
                <a:latin typeface="+mj-lt"/>
                <a:ea typeface="宋体" pitchFamily="2" charset="-122"/>
                <a:cs typeface="Times New Roman" panose="02020603050405020304" pitchFamily="18" charset="0"/>
              </a:rPr>
              <a:t>1.63</a:t>
            </a:r>
            <a:r>
              <a:rPr lang="en-US" altLang="zh-CN" sz="2000" kern="0" dirty="0">
                <a:solidFill>
                  <a:srgbClr val="595959"/>
                </a:solidFill>
                <a:effectLst/>
                <a:latin typeface="+mj-lt"/>
                <a:ea typeface="宋体" pitchFamily="2" charset="-122"/>
                <a:cs typeface="Times New Roman" panose="02020603050405020304" pitchFamily="18" charset="0"/>
              </a:rPr>
              <a:t>]]</a:t>
            </a:r>
            <a:endParaRPr lang="zh-CN" altLang="zh-CN" sz="2000" kern="100" dirty="0">
              <a:effectLst/>
              <a:latin typeface="+mj-lt"/>
              <a:ea typeface="等线" panose="02010600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7.8 </a:t>
            </a:r>
            <a:r>
              <a:rPr lang="zh-CN" altLang="en-US" dirty="0"/>
              <a:t>读取 </a:t>
            </a:r>
            <a:r>
              <a:rPr lang="en-US" altLang="zh-CN" dirty="0"/>
              <a:t>Excel </a:t>
            </a:r>
            <a:r>
              <a:rPr lang="zh-CN" altLang="en-US" dirty="0"/>
              <a:t>文件中的证券数据</a:t>
            </a:r>
            <a:endParaRPr lang="zh-CN" altLang="en-US" dirty="0"/>
          </a:p>
        </p:txBody>
      </p:sp>
      <p:sp>
        <p:nvSpPr>
          <p:cNvPr id="7" name="内容占位符 6"/>
          <p:cNvSpPr>
            <a:spLocks noGrp="1"/>
          </p:cNvSpPr>
          <p:nvPr>
            <p:ph sz="quarter" idx="14"/>
          </p:nvPr>
        </p:nvSpPr>
        <p:spPr/>
        <p:txBody>
          <a:bodyPr/>
          <a:lstStyle/>
          <a:p>
            <a:r>
              <a:rPr lang="zh-CN" altLang="en-US" dirty="0"/>
              <a:t>实例 </a:t>
            </a:r>
            <a:endParaRPr lang="zh-CN" altLang="en-US" dirty="0"/>
          </a:p>
        </p:txBody>
      </p:sp>
      <p:sp>
        <p:nvSpPr>
          <p:cNvPr id="6" name="内容占位符 1"/>
          <p:cNvSpPr txBox="1"/>
          <p:nvPr/>
        </p:nvSpPr>
        <p:spPr>
          <a:xfrm>
            <a:off x="1162429" y="1285951"/>
            <a:ext cx="6565490" cy="3537159"/>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25000"/>
              </a:lnSpc>
              <a:buClr>
                <a:sysClr val="windowText" lastClr="000000"/>
              </a:buClr>
            </a:pPr>
            <a:r>
              <a:rPr lang="zh-CN" altLang="en-US" sz="2400" dirty="0">
                <a:solidFill>
                  <a:sysClr val="windowText" lastClr="000000"/>
                </a:solidFill>
                <a:latin typeface="微软雅黑" panose="020B0503020204020204" pitchFamily="34" charset="-122"/>
                <a:ea typeface="微软雅黑" panose="020B0503020204020204" pitchFamily="34" charset="-122"/>
              </a:rPr>
              <a:t>输出日期时间格式化数据：</a:t>
            </a:r>
            <a:endParaRPr lang="en-US" altLang="zh-CN" sz="2400" dirty="0">
              <a:solidFill>
                <a:sysClr val="windowText" lastClr="000000"/>
              </a:solidFill>
              <a:latin typeface="微软雅黑" panose="020B0503020204020204" pitchFamily="34" charset="-122"/>
              <a:ea typeface="微软雅黑" panose="020B0503020204020204" pitchFamily="34" charset="-122"/>
            </a:endParaRPr>
          </a:p>
          <a:p>
            <a:pPr marL="38100" indent="0" algn="l">
              <a:lnSpc>
                <a:spcPct val="150000"/>
              </a:lnSpc>
              <a:spcBef>
                <a:spcPts val="1200"/>
              </a:spcBef>
              <a:spcAft>
                <a:spcPts val="250"/>
              </a:spcAft>
              <a:buNone/>
            </a:pPr>
            <a:r>
              <a:rPr lang="zh-CN" altLang="en-US"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时间</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'ETF', '</a:t>
            </a:r>
            <a:r>
              <a:rPr lang="zh-CN" altLang="en-US"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华夏</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博时</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广发</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券商</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创业板</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['2018-01-15', 4.265, 4.56, 1.65, 1.736, 0.92, 1.634], ['2018-01-16', 4.308, 4.595, 1.7, 1.75, 0.941, 1.631], ['2018-01-17', 4.295, 4.59, 1.699, 1.74, 0.973, 1.639], ['2018-01-18', 4.323, 4.621, 1.675, 1.744, 0.98, 1.636], ['2018-01-19', 4.335, 4.632, 1.683, 1.74, 1.002, 1.63]]</a:t>
            </a:r>
            <a:endParaRPr lang="zh-CN" altLang="zh-CN" sz="1800" kern="100" dirty="0">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内容占位符 4"/>
          <p:cNvSpPr txBox="1"/>
          <p:nvPr/>
        </p:nvSpPr>
        <p:spPr>
          <a:xfrm>
            <a:off x="1162429" y="4808749"/>
            <a:ext cx="9867142" cy="1241529"/>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50000"/>
              </a:lnSpc>
            </a:pPr>
            <a:r>
              <a:rPr lang="zh-CN" altLang="en-US" sz="2400" dirty="0">
                <a:solidFill>
                  <a:sysClr val="windowText" lastClr="000000">
                    <a:lumMod val="85000"/>
                    <a:lumOff val="15000"/>
                  </a:sysClr>
                </a:solidFill>
                <a:latin typeface="微软雅黑" panose="020B0503020204020204" pitchFamily="34" charset="-122"/>
                <a:ea typeface="微软雅黑" panose="020B0503020204020204" pitchFamily="34" charset="-122"/>
              </a:rPr>
              <a:t>值得注意的是，与遍历方法读取文件不同，用缺省参数读取的数据中，数值类型的数据直接被转为数值型，可以直接参与数值运算和统计分析。</a:t>
            </a:r>
            <a:endParaRPr lang="zh-CN" altLang="en-US" sz="2400" dirty="0">
              <a:solidFill>
                <a:sysClr val="windowText" lastClr="000000">
                  <a:lumMod val="85000"/>
                  <a:lumOff val="15000"/>
                </a:sysClr>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7.6.2</a:t>
            </a:r>
            <a:endParaRPr lang="zh-CN" altLang="en-US" dirty="0"/>
          </a:p>
        </p:txBody>
      </p:sp>
      <p:sp>
        <p:nvSpPr>
          <p:cNvPr id="3" name="标题 2"/>
          <p:cNvSpPr>
            <a:spLocks noGrp="1"/>
          </p:cNvSpPr>
          <p:nvPr>
            <p:ph type="title"/>
          </p:nvPr>
        </p:nvSpPr>
        <p:spPr/>
        <p:txBody>
          <a:bodyPr/>
          <a:lstStyle/>
          <a:p>
            <a:r>
              <a:rPr lang="zh-CN" altLang="en-US" dirty="0"/>
              <a:t>文本数据</a:t>
            </a:r>
            <a:endParaRPr lang="zh-CN" altLang="en-US" dirty="0"/>
          </a:p>
        </p:txBody>
      </p:sp>
      <p:sp>
        <p:nvSpPr>
          <p:cNvPr id="5" name="内容占位符 4"/>
          <p:cNvSpPr txBox="1"/>
          <p:nvPr/>
        </p:nvSpPr>
        <p:spPr>
          <a:xfrm>
            <a:off x="838199" y="1304936"/>
            <a:ext cx="10515600" cy="2711286"/>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nSpc>
                <a:spcPct val="150000"/>
              </a:lnSpc>
              <a:buNone/>
              <a:defRPr/>
            </a:pPr>
            <a:r>
              <a:rPr lang="zh-CN" altLang="en-US" sz="2400" b="1" dirty="0">
                <a:solidFill>
                  <a:srgbClr val="0070C0"/>
                </a:solidFill>
                <a:latin typeface="微软雅黑" panose="020B0503020204020204" pitchFamily="34" charset="-122"/>
                <a:ea typeface="微软雅黑" panose="020B0503020204020204" pitchFamily="34" charset="-122"/>
              </a:rPr>
              <a:t>读文本文件和 </a:t>
            </a:r>
            <a:r>
              <a:rPr lang="en-US" altLang="zh-CN" sz="2400" b="1" dirty="0">
                <a:solidFill>
                  <a:srgbClr val="0070C0"/>
                </a:solidFill>
                <a:latin typeface="微软雅黑" panose="020B0503020204020204" pitchFamily="34" charset="-122"/>
                <a:ea typeface="微软雅黑" panose="020B0503020204020204" pitchFamily="34" charset="-122"/>
              </a:rPr>
              <a:t>csv </a:t>
            </a:r>
            <a:r>
              <a:rPr lang="zh-CN" altLang="en-US" sz="2400" b="1" dirty="0">
                <a:solidFill>
                  <a:srgbClr val="0070C0"/>
                </a:solidFill>
                <a:latin typeface="微软雅黑" panose="020B0503020204020204" pitchFamily="34" charset="-122"/>
                <a:ea typeface="微软雅黑" panose="020B0503020204020204" pitchFamily="34" charset="-122"/>
              </a:rPr>
              <a:t>文件进列表，对列表中的数据进行统计分析</a:t>
            </a:r>
            <a:endParaRPr kumimoji="0" lang="zh-CN" altLang="en-US" sz="24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endParaRPr>
          </a:p>
          <a:p>
            <a:pPr lvl="2"/>
            <a:endParaRPr lang="en-US" altLang="zh-CN" sz="2400" dirty="0">
              <a:solidFill>
                <a:sysClr val="windowText" lastClr="000000">
                  <a:lumMod val="85000"/>
                  <a:lumOff val="15000"/>
                </a:sysClr>
              </a:solidFill>
              <a:latin typeface="微软雅黑" panose="020B0503020204020204" pitchFamily="34" charset="-122"/>
              <a:ea typeface="微软雅黑" panose="020B0503020204020204" pitchFamily="34" charset="-122"/>
            </a:endParaRPr>
          </a:p>
          <a:p>
            <a:pPr marL="914400" lvl="2" indent="0">
              <a:lnSpc>
                <a:spcPct val="150000"/>
              </a:lnSpc>
              <a:buNone/>
            </a:pPr>
            <a:endParaRPr lang="en-US" altLang="zh-CN" sz="2400" dirty="0">
              <a:solidFill>
                <a:sysClr val="windowText" lastClr="000000">
                  <a:lumMod val="85000"/>
                  <a:lumOff val="15000"/>
                </a:sysClr>
              </a:solidFill>
              <a:latin typeface="微软雅黑" panose="020B0503020204020204" pitchFamily="34" charset="-122"/>
              <a:ea typeface="微软雅黑" panose="020B0503020204020204" pitchFamily="34" charset="-122"/>
            </a:endParaRPr>
          </a:p>
          <a:p>
            <a:pPr>
              <a:lnSpc>
                <a:spcPct val="150000"/>
              </a:lnSpc>
            </a:pP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将用常规分隔符分隔的文本文件读取到 </a:t>
            </a:r>
            <a:r>
              <a:rPr lang="en-US" altLang="zh-CN" sz="2000" dirty="0" err="1">
                <a:solidFill>
                  <a:sysClr val="windowText" lastClr="000000">
                    <a:lumMod val="85000"/>
                    <a:lumOff val="15000"/>
                  </a:sysClr>
                </a:solidFill>
                <a:latin typeface="微软雅黑" panose="020B0503020204020204" pitchFamily="34" charset="-122"/>
                <a:ea typeface="微软雅黑" panose="020B0503020204020204" pitchFamily="34" charset="-122"/>
              </a:rPr>
              <a:t>DataFrame</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可以使用 </a:t>
            </a:r>
            <a:r>
              <a:rPr lang="en-US" altLang="zh-CN" sz="2000" dirty="0" err="1">
                <a:solidFill>
                  <a:sysClr val="windowText" lastClr="000000">
                    <a:lumMod val="85000"/>
                    <a:lumOff val="15000"/>
                  </a:sysClr>
                </a:solidFill>
                <a:latin typeface="微软雅黑" panose="020B0503020204020204" pitchFamily="34" charset="-122"/>
                <a:ea typeface="微软雅黑" panose="020B0503020204020204" pitchFamily="34" charset="-122"/>
              </a:rPr>
              <a:t>read_csv</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方法，其主要参数如下：</a:t>
            </a:r>
            <a:endParaRPr kumimoji="0" lang="zh-CN" altLang="en-US" sz="2000" b="0" i="0" u="none" strike="noStrike" kern="1200" cap="none" spc="0" normalizeH="0" baseline="0" noProof="0" dirty="0">
              <a:ln>
                <a:noFill/>
              </a:ln>
              <a:solidFill>
                <a:sysClr val="windowText" lastClr="000000">
                  <a:lumMod val="85000"/>
                  <a:lumOff val="15000"/>
                </a:sysClr>
              </a:solidFill>
              <a:effectLst/>
              <a:uLnTx/>
              <a:uFillTx/>
              <a:latin typeface="微软雅黑" panose="020B0503020204020204" pitchFamily="34" charset="-122"/>
              <a:ea typeface="微软雅黑" panose="020B0503020204020204" pitchFamily="34" charset="-122"/>
            </a:endParaRPr>
          </a:p>
        </p:txBody>
      </p:sp>
      <p:sp>
        <p:nvSpPr>
          <p:cNvPr id="6" name="内容占位符 5"/>
          <p:cNvSpPr txBox="1"/>
          <p:nvPr/>
        </p:nvSpPr>
        <p:spPr>
          <a:xfrm>
            <a:off x="780061" y="1993129"/>
            <a:ext cx="10631877" cy="848651"/>
          </a:xfrm>
          <a:prstGeom prst="roundRect">
            <a:avLst>
              <a:gd name="adj" fmla="val 18448"/>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0" algn="ctr" eaLnBrk="0" fontAlgn="base" hangingPunct="0">
              <a:lnSpc>
                <a:spcPct val="100000"/>
              </a:lnSpc>
              <a:spcBef>
                <a:spcPct val="0"/>
              </a:spcBef>
              <a:spcAft>
                <a:spcPct val="0"/>
              </a:spcAft>
              <a:defRPr/>
            </a:pPr>
            <a:r>
              <a:rPr lang="en-US" altLang="zh-CN" sz="2400" b="1" kern="0" dirty="0" err="1">
                <a:solidFill>
                  <a:srgbClr val="FF6A02"/>
                </a:solidFill>
              </a:rPr>
              <a:t>read_csv</a:t>
            </a:r>
            <a:r>
              <a:rPr lang="en-US" altLang="zh-CN" sz="2400" b="1" kern="0" dirty="0">
                <a:solidFill>
                  <a:srgbClr val="FF02C2"/>
                </a:solidFill>
              </a:rPr>
              <a:t>()</a:t>
            </a:r>
            <a:endParaRPr lang="zh-CN" altLang="zh-CN" sz="2400" b="1" kern="0" dirty="0">
              <a:solidFill>
                <a:prstClr val="black"/>
              </a:solidFill>
            </a:endParaRPr>
          </a:p>
        </p:txBody>
      </p:sp>
      <p:sp>
        <p:nvSpPr>
          <p:cNvPr id="7" name="内容占位符 5"/>
          <p:cNvSpPr txBox="1"/>
          <p:nvPr/>
        </p:nvSpPr>
        <p:spPr>
          <a:xfrm>
            <a:off x="838199" y="4149215"/>
            <a:ext cx="10631877" cy="1494500"/>
          </a:xfrm>
          <a:prstGeom prst="roundRect">
            <a:avLst>
              <a:gd name="adj" fmla="val 18448"/>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0" eaLnBrk="0" fontAlgn="base" hangingPunct="0">
              <a:lnSpc>
                <a:spcPct val="125000"/>
              </a:lnSpc>
              <a:spcBef>
                <a:spcPct val="0"/>
              </a:spcBef>
              <a:spcAft>
                <a:spcPct val="0"/>
              </a:spcAft>
              <a:defRPr/>
            </a:pPr>
            <a:r>
              <a:rPr lang="zh-CN" altLang="zh-CN" sz="2400" b="1" dirty="0">
                <a:solidFill>
                  <a:srgbClr val="080808"/>
                </a:solidFill>
                <a:latin typeface="微软雅黑"/>
                <a:ea typeface="微软雅黑"/>
              </a:rPr>
              <a:t>pd.</a:t>
            </a:r>
            <a:r>
              <a:rPr lang="zh-CN" altLang="zh-CN" sz="2400" b="1" dirty="0">
                <a:solidFill>
                  <a:srgbClr val="FF6A02"/>
                </a:solidFill>
                <a:latin typeface="微软雅黑"/>
                <a:ea typeface="微软雅黑"/>
              </a:rPr>
              <a:t>read_</a:t>
            </a:r>
            <a:r>
              <a:rPr lang="en-US" altLang="zh-CN" sz="2400" b="1" dirty="0">
                <a:solidFill>
                  <a:srgbClr val="FF6A02"/>
                </a:solidFill>
                <a:latin typeface="微软雅黑"/>
                <a:ea typeface="微软雅黑"/>
              </a:rPr>
              <a:t>csv</a:t>
            </a:r>
            <a:r>
              <a:rPr lang="zh-CN" altLang="zh-CN" sz="2400" b="1" dirty="0">
                <a:solidFill>
                  <a:srgbClr val="7102FF"/>
                </a:solidFill>
                <a:latin typeface="微软雅黑"/>
                <a:ea typeface="微软雅黑"/>
              </a:rPr>
              <a:t>(</a:t>
            </a:r>
            <a:r>
              <a:rPr lang="en-US" altLang="zh-CN" sz="2400" b="1" dirty="0" err="1">
                <a:solidFill>
                  <a:prstClr val="black"/>
                </a:solidFill>
                <a:latin typeface="微软雅黑"/>
                <a:ea typeface="微软雅黑"/>
              </a:rPr>
              <a:t>filepath_or_buffer</a:t>
            </a:r>
            <a:r>
              <a:rPr lang="zh-CN" altLang="zh-CN" sz="2400" b="1" dirty="0">
                <a:solidFill>
                  <a:srgbClr val="080808"/>
                </a:solidFill>
                <a:latin typeface="微软雅黑"/>
                <a:ea typeface="微软雅黑"/>
              </a:rPr>
              <a:t>, </a:t>
            </a:r>
            <a:r>
              <a:rPr lang="en-US" altLang="zh-CN" sz="2400" b="1" dirty="0" err="1">
                <a:solidFill>
                  <a:srgbClr val="660099"/>
                </a:solidFill>
                <a:latin typeface="微软雅黑"/>
                <a:ea typeface="微软雅黑"/>
              </a:rPr>
              <a:t>sep</a:t>
            </a:r>
            <a:r>
              <a:rPr lang="zh-CN" altLang="zh-CN" sz="2400" b="1" dirty="0">
                <a:solidFill>
                  <a:srgbClr val="025DFF"/>
                </a:solidFill>
                <a:latin typeface="微软雅黑"/>
                <a:ea typeface="微软雅黑"/>
              </a:rPr>
              <a:t>=</a:t>
            </a:r>
            <a:r>
              <a:rPr lang="en-US" altLang="zh-CN" sz="2400" b="1" dirty="0">
                <a:solidFill>
                  <a:srgbClr val="171BEB"/>
                </a:solidFill>
                <a:latin typeface="微软雅黑"/>
                <a:ea typeface="微软雅黑"/>
              </a:rPr>
              <a:t>'\t'</a:t>
            </a:r>
            <a:r>
              <a:rPr lang="zh-CN" altLang="zh-CN" sz="2400" b="1" dirty="0">
                <a:solidFill>
                  <a:srgbClr val="080808"/>
                </a:solidFill>
                <a:latin typeface="微软雅黑"/>
                <a:ea typeface="微软雅黑"/>
              </a:rPr>
              <a:t>, </a:t>
            </a:r>
            <a:r>
              <a:rPr lang="en-US" altLang="zh-CN" sz="2400" b="1" dirty="0">
                <a:solidFill>
                  <a:srgbClr val="660099"/>
                </a:solidFill>
                <a:latin typeface="微软雅黑"/>
                <a:ea typeface="微软雅黑"/>
              </a:rPr>
              <a:t>delimiter</a:t>
            </a:r>
            <a:r>
              <a:rPr lang="zh-CN" altLang="zh-CN" sz="2400" b="1" dirty="0">
                <a:solidFill>
                  <a:srgbClr val="025DFF"/>
                </a:solidFill>
                <a:latin typeface="微软雅黑"/>
                <a:ea typeface="微软雅黑"/>
              </a:rPr>
              <a:t>=</a:t>
            </a:r>
            <a:r>
              <a:rPr lang="en-US" altLang="zh-CN" sz="2400" b="1" dirty="0">
                <a:solidFill>
                  <a:srgbClr val="171BEB"/>
                </a:solidFill>
                <a:latin typeface="微软雅黑"/>
                <a:ea typeface="微软雅黑"/>
              </a:rPr>
              <a:t>None</a:t>
            </a:r>
            <a:r>
              <a:rPr lang="zh-CN" altLang="zh-CN" sz="2400" b="1" dirty="0">
                <a:solidFill>
                  <a:srgbClr val="080808"/>
                </a:solidFill>
                <a:latin typeface="微软雅黑"/>
                <a:ea typeface="微软雅黑"/>
              </a:rPr>
              <a:t>, </a:t>
            </a:r>
            <a:r>
              <a:rPr lang="en-US" altLang="zh-CN" sz="2400" b="1" dirty="0">
                <a:solidFill>
                  <a:srgbClr val="660099"/>
                </a:solidFill>
                <a:latin typeface="微软雅黑"/>
                <a:ea typeface="微软雅黑"/>
              </a:rPr>
              <a:t>header</a:t>
            </a:r>
            <a:r>
              <a:rPr lang="zh-CN" altLang="zh-CN" sz="2400" b="1" dirty="0">
                <a:solidFill>
                  <a:srgbClr val="025DFF"/>
                </a:solidFill>
                <a:latin typeface="微软雅黑"/>
                <a:ea typeface="微软雅黑"/>
              </a:rPr>
              <a:t>=</a:t>
            </a:r>
            <a:r>
              <a:rPr lang="en-US" altLang="zh-CN" sz="2400" b="1" dirty="0">
                <a:solidFill>
                  <a:srgbClr val="171BEB"/>
                </a:solidFill>
                <a:latin typeface="微软雅黑"/>
                <a:ea typeface="微软雅黑"/>
              </a:rPr>
              <a:t> 'infer'</a:t>
            </a:r>
            <a:r>
              <a:rPr lang="zh-CN" altLang="zh-CN" sz="2400" b="1" dirty="0">
                <a:solidFill>
                  <a:srgbClr val="080808"/>
                </a:solidFill>
                <a:latin typeface="微软雅黑"/>
                <a:ea typeface="微软雅黑"/>
              </a:rPr>
              <a:t>, </a:t>
            </a:r>
            <a:r>
              <a:rPr lang="en-US" altLang="zh-CN" sz="2400" b="1" dirty="0">
                <a:solidFill>
                  <a:srgbClr val="660099"/>
                </a:solidFill>
                <a:latin typeface="微软雅黑"/>
                <a:ea typeface="微软雅黑"/>
              </a:rPr>
              <a:t>names</a:t>
            </a:r>
            <a:r>
              <a:rPr lang="zh-CN" altLang="zh-CN" sz="2400" b="1" dirty="0">
                <a:solidFill>
                  <a:srgbClr val="025DFF"/>
                </a:solidFill>
                <a:latin typeface="微软雅黑"/>
                <a:ea typeface="微软雅黑"/>
              </a:rPr>
              <a:t>=</a:t>
            </a:r>
            <a:r>
              <a:rPr lang="zh-CN" altLang="zh-CN" sz="2400" b="1" dirty="0">
                <a:solidFill>
                  <a:srgbClr val="F80505"/>
                </a:solidFill>
                <a:latin typeface="微软雅黑"/>
                <a:ea typeface="微软雅黑"/>
              </a:rPr>
              <a:t>None</a:t>
            </a:r>
            <a:r>
              <a:rPr lang="zh-CN" altLang="zh-CN" sz="2400" b="1" dirty="0">
                <a:solidFill>
                  <a:srgbClr val="080808"/>
                </a:solidFill>
                <a:latin typeface="微软雅黑"/>
                <a:ea typeface="微软雅黑"/>
              </a:rPr>
              <a:t>, </a:t>
            </a:r>
            <a:r>
              <a:rPr lang="en-US" altLang="zh-CN" sz="2400" b="1" dirty="0">
                <a:solidFill>
                  <a:srgbClr val="660099"/>
                </a:solidFill>
                <a:latin typeface="微软雅黑"/>
                <a:ea typeface="微软雅黑"/>
              </a:rPr>
              <a:t>engine</a:t>
            </a:r>
            <a:r>
              <a:rPr lang="zh-CN" altLang="zh-CN" sz="2400" b="1" dirty="0">
                <a:solidFill>
                  <a:srgbClr val="025DFF"/>
                </a:solidFill>
                <a:latin typeface="微软雅黑"/>
                <a:ea typeface="微软雅黑"/>
              </a:rPr>
              <a:t>=</a:t>
            </a:r>
            <a:r>
              <a:rPr lang="zh-CN" altLang="zh-CN" sz="2400" b="1" dirty="0">
                <a:solidFill>
                  <a:srgbClr val="F80505"/>
                </a:solidFill>
                <a:latin typeface="微软雅黑"/>
                <a:ea typeface="微软雅黑"/>
              </a:rPr>
              <a:t>False</a:t>
            </a:r>
            <a:r>
              <a:rPr lang="zh-CN" altLang="zh-CN" sz="2400" b="1" dirty="0">
                <a:solidFill>
                  <a:srgbClr val="080808"/>
                </a:solidFill>
                <a:latin typeface="微软雅黑"/>
                <a:ea typeface="微软雅黑"/>
              </a:rPr>
              <a:t>,</a:t>
            </a:r>
            <a:r>
              <a:rPr lang="en-US" altLang="zh-CN" sz="2400" b="1" dirty="0">
                <a:solidFill>
                  <a:srgbClr val="080808"/>
                </a:solidFill>
                <a:latin typeface="微软雅黑"/>
                <a:ea typeface="微软雅黑"/>
              </a:rPr>
              <a:t> </a:t>
            </a:r>
            <a:r>
              <a:rPr lang="zh-CN" altLang="zh-CN" sz="2400" b="1" dirty="0">
                <a:solidFill>
                  <a:srgbClr val="660099"/>
                </a:solidFill>
                <a:latin typeface="微软雅黑"/>
                <a:ea typeface="微软雅黑"/>
              </a:rPr>
              <a:t>e</a:t>
            </a:r>
            <a:r>
              <a:rPr lang="en-US" altLang="zh-CN" sz="2400" b="1" dirty="0" err="1">
                <a:solidFill>
                  <a:srgbClr val="660099"/>
                </a:solidFill>
                <a:latin typeface="微软雅黑"/>
                <a:ea typeface="微软雅黑"/>
              </a:rPr>
              <a:t>ncoding</a:t>
            </a:r>
            <a:r>
              <a:rPr lang="zh-CN" altLang="zh-CN" sz="2400" b="1" dirty="0">
                <a:solidFill>
                  <a:srgbClr val="025DFF"/>
                </a:solidFill>
                <a:latin typeface="微软雅黑"/>
                <a:ea typeface="微软雅黑"/>
              </a:rPr>
              <a:t>=</a:t>
            </a:r>
            <a:r>
              <a:rPr lang="zh-CN" altLang="zh-CN" sz="2400" b="1" dirty="0">
                <a:solidFill>
                  <a:srgbClr val="F80505"/>
                </a:solidFill>
                <a:latin typeface="微软雅黑"/>
                <a:ea typeface="微软雅黑"/>
              </a:rPr>
              <a:t>None</a:t>
            </a:r>
            <a:r>
              <a:rPr lang="zh-CN" altLang="zh-CN" sz="2400" b="1" dirty="0">
                <a:solidFill>
                  <a:srgbClr val="7102FF"/>
                </a:solidFill>
                <a:latin typeface="微软雅黑"/>
                <a:ea typeface="微软雅黑"/>
              </a:rPr>
              <a:t>)</a:t>
            </a:r>
            <a:endParaRPr lang="en-US" altLang="zh-CN" sz="2400" b="1" dirty="0">
              <a:solidFill>
                <a:srgbClr val="7102FF"/>
              </a:solidFill>
              <a:latin typeface="微软雅黑"/>
              <a:ea typeface="微软雅黑"/>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animEffect transition="in" filter="fade">
                                      <p:cBhvr>
                                        <p:cTn id="7" dur="250"/>
                                        <p:tgtEl>
                                          <p:spTgt spid="5">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2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7.9 </a:t>
            </a:r>
            <a:r>
              <a:rPr lang="zh-CN" altLang="en-US" dirty="0"/>
              <a:t>读取 </a:t>
            </a:r>
            <a:r>
              <a:rPr lang="en-US" altLang="zh-CN" dirty="0"/>
              <a:t>csv </a:t>
            </a:r>
            <a:r>
              <a:rPr lang="zh-CN" altLang="en-US" dirty="0"/>
              <a:t>文件中的数据</a:t>
            </a:r>
            <a:endParaRPr lang="zh-CN" altLang="en-US" dirty="0"/>
          </a:p>
        </p:txBody>
      </p:sp>
      <p:sp>
        <p:nvSpPr>
          <p:cNvPr id="7" name="内容占位符 6"/>
          <p:cNvSpPr>
            <a:spLocks noGrp="1"/>
          </p:cNvSpPr>
          <p:nvPr>
            <p:ph sz="quarter" idx="15"/>
          </p:nvPr>
        </p:nvSpPr>
        <p:spPr/>
        <p:txBody>
          <a:bodyPr>
            <a:normAutofit/>
          </a:bodyPr>
          <a:lstStyle/>
          <a:p>
            <a:pPr>
              <a:lnSpc>
                <a:spcPct val="125000"/>
              </a:lnSpc>
              <a:spcBef>
                <a:spcPts val="500"/>
              </a:spcBef>
            </a:pPr>
            <a:r>
              <a:rPr lang="zh-CN" altLang="en-US" sz="2800" b="1" dirty="0">
                <a:solidFill>
                  <a:srgbClr val="0070C0"/>
                </a:solidFill>
                <a:latin typeface="+mj-lt"/>
              </a:rPr>
              <a:t>实例说明：</a:t>
            </a:r>
            <a:endParaRPr lang="en-US" altLang="zh-CN" sz="2800" b="1" dirty="0">
              <a:solidFill>
                <a:srgbClr val="0070C0"/>
              </a:solidFill>
              <a:latin typeface="+mj-lt"/>
            </a:endParaRPr>
          </a:p>
          <a:p>
            <a:pPr marL="342900" indent="-342900">
              <a:lnSpc>
                <a:spcPct val="150000"/>
              </a:lnSpc>
              <a:spcBef>
                <a:spcPts val="500"/>
              </a:spcBef>
              <a:buFont typeface="Arial" panose="020B0604020202090204" pitchFamily="34" charset="0"/>
              <a:buChar char="•"/>
            </a:pPr>
            <a:r>
              <a:rPr lang="zh-CN" altLang="en-US" dirty="0">
                <a:latin typeface="+mj-lt"/>
              </a:rPr>
              <a:t>文件 </a:t>
            </a:r>
            <a:r>
              <a:rPr lang="en-US" altLang="zh-CN" dirty="0">
                <a:latin typeface="+mj-lt"/>
              </a:rPr>
              <a:t>score.csv </a:t>
            </a:r>
            <a:r>
              <a:rPr lang="zh-CN" altLang="en-US" dirty="0">
                <a:latin typeface="+mj-lt"/>
              </a:rPr>
              <a:t>中存储了一些成绩数据，读文件将数据转为</a:t>
            </a:r>
            <a:r>
              <a:rPr lang="zh-CN" altLang="en-US" b="1" dirty="0">
                <a:solidFill>
                  <a:schemeClr val="accent2"/>
                </a:solidFill>
                <a:latin typeface="+mj-lt"/>
              </a:rPr>
              <a:t>列表类型输出</a:t>
            </a:r>
            <a:r>
              <a:rPr lang="zh-CN" altLang="en-US" dirty="0">
                <a:latin typeface="+mj-lt"/>
              </a:rPr>
              <a:t>。</a:t>
            </a:r>
            <a:endParaRPr lang="zh-CN" altLang="en-US" dirty="0">
              <a:latin typeface="+mj-lt"/>
            </a:endParaRPr>
          </a:p>
        </p:txBody>
      </p:sp>
      <p:sp>
        <p:nvSpPr>
          <p:cNvPr id="6" name="内容占位符 5"/>
          <p:cNvSpPr>
            <a:spLocks noGrp="1"/>
          </p:cNvSpPr>
          <p:nvPr>
            <p:ph sz="quarter" idx="13"/>
          </p:nvPr>
        </p:nvSpPr>
        <p:spPr/>
        <p:txBody>
          <a:bodyPr/>
          <a:lstStyle/>
          <a:p>
            <a:r>
              <a:rPr lang="zh-CN" altLang="en-US" dirty="0"/>
              <a:t>实例</a:t>
            </a:r>
            <a:endParaRPr lang="zh-CN" altLang="en-US"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4.9 </a:t>
            </a:r>
            <a:r>
              <a:rPr lang="zh-CN" altLang="en-US" dirty="0"/>
              <a:t>计算列表中的负数的平方和</a:t>
            </a:r>
            <a:endParaRPr lang="zh-CN" altLang="en-US" dirty="0"/>
          </a:p>
        </p:txBody>
      </p:sp>
      <p:sp>
        <p:nvSpPr>
          <p:cNvPr id="7" name="内容占位符 6"/>
          <p:cNvSpPr>
            <a:spLocks noGrp="1"/>
          </p:cNvSpPr>
          <p:nvPr>
            <p:ph sz="quarter" idx="14"/>
          </p:nvPr>
        </p:nvSpPr>
        <p:spPr/>
        <p:txBody>
          <a:bodyPr/>
          <a:lstStyle/>
          <a:p>
            <a:r>
              <a:rPr lang="zh-CN" altLang="en-US" dirty="0"/>
              <a:t>实例 </a:t>
            </a:r>
            <a:endParaRPr lang="zh-CN" altLang="en-US" dirty="0"/>
          </a:p>
        </p:txBody>
      </p:sp>
      <p:sp>
        <p:nvSpPr>
          <p:cNvPr id="4" name="内容占位符 3"/>
          <p:cNvSpPr>
            <a:spLocks noGrp="1"/>
          </p:cNvSpPr>
          <p:nvPr>
            <p:ph sz="quarter" idx="13"/>
          </p:nvPr>
        </p:nvSpPr>
        <p:spPr>
          <a:xfrm>
            <a:off x="523568" y="985684"/>
            <a:ext cx="11144864" cy="3910781"/>
          </a:xfrm>
          <a:prstGeom prst="roundRect">
            <a:avLst>
              <a:gd name="adj" fmla="val 13397"/>
            </a:avLst>
          </a:prstGeom>
        </p:spPr>
        <p:txBody>
          <a:bodyPr>
            <a:normAutofit/>
          </a:bodyPr>
          <a:lstStyle/>
          <a:p>
            <a:r>
              <a:rPr lang="en-US" altLang="zh-CN" b="0" dirty="0">
                <a:solidFill>
                  <a:srgbClr val="4B69C6"/>
                </a:solidFill>
                <a:effectLst/>
                <a:latin typeface="+mj-lt"/>
              </a:rPr>
              <a:t>import</a:t>
            </a:r>
            <a:r>
              <a:rPr lang="en-US" altLang="zh-CN" b="0" dirty="0">
                <a:solidFill>
                  <a:srgbClr val="333333"/>
                </a:solidFill>
                <a:effectLst/>
                <a:latin typeface="+mj-lt"/>
              </a:rPr>
              <a:t> </a:t>
            </a:r>
            <a:r>
              <a:rPr lang="en-US" altLang="zh-CN" b="1" dirty="0">
                <a:solidFill>
                  <a:srgbClr val="7A3E9D"/>
                </a:solidFill>
                <a:effectLst/>
                <a:latin typeface="+mj-lt"/>
              </a:rPr>
              <a:t>pandas</a:t>
            </a:r>
            <a:r>
              <a:rPr lang="en-US" altLang="zh-CN" b="0" dirty="0">
                <a:solidFill>
                  <a:srgbClr val="333333"/>
                </a:solidFill>
                <a:effectLst/>
                <a:latin typeface="+mj-lt"/>
              </a:rPr>
              <a:t> </a:t>
            </a:r>
            <a:r>
              <a:rPr lang="en-US" altLang="zh-CN" b="0" dirty="0">
                <a:solidFill>
                  <a:srgbClr val="4B69C6"/>
                </a:solidFill>
                <a:effectLst/>
                <a:latin typeface="+mj-lt"/>
              </a:rPr>
              <a:t>as</a:t>
            </a:r>
            <a:r>
              <a:rPr lang="en-US" altLang="zh-CN" b="0" dirty="0">
                <a:solidFill>
                  <a:srgbClr val="333333"/>
                </a:solidFill>
                <a:effectLst/>
                <a:latin typeface="+mj-lt"/>
              </a:rPr>
              <a:t> </a:t>
            </a:r>
            <a:r>
              <a:rPr lang="en-US" altLang="zh-CN" b="1" dirty="0">
                <a:solidFill>
                  <a:srgbClr val="7A3E9D"/>
                </a:solidFill>
                <a:effectLst/>
                <a:latin typeface="+mj-lt"/>
              </a:rPr>
              <a:t>pd</a:t>
            </a:r>
            <a:endParaRPr lang="en-US" altLang="zh-CN" b="0" dirty="0">
              <a:solidFill>
                <a:srgbClr val="333333"/>
              </a:solidFill>
              <a:effectLst/>
              <a:latin typeface="+mj-lt"/>
            </a:endParaRPr>
          </a:p>
          <a:p>
            <a:br>
              <a:rPr lang="en-US" altLang="zh-CN" b="0" dirty="0">
                <a:solidFill>
                  <a:srgbClr val="333333"/>
                </a:solidFill>
                <a:effectLst/>
                <a:latin typeface="+mj-lt"/>
              </a:rPr>
            </a:br>
            <a:r>
              <a:rPr lang="en-US" altLang="zh-CN" b="0" dirty="0" err="1">
                <a:solidFill>
                  <a:srgbClr val="7A3E9D"/>
                </a:solidFill>
                <a:effectLst/>
                <a:latin typeface="+mj-lt"/>
              </a:rPr>
              <a:t>score_df</a:t>
            </a:r>
            <a:r>
              <a:rPr lang="en-US" altLang="zh-CN" b="0" dirty="0">
                <a:solidFill>
                  <a:srgbClr val="333333"/>
                </a:solidFill>
                <a:effectLst/>
                <a:latin typeface="+mj-lt"/>
              </a:rPr>
              <a:t> </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1" dirty="0" err="1">
                <a:solidFill>
                  <a:srgbClr val="7A3E9D"/>
                </a:solidFill>
                <a:effectLst/>
                <a:latin typeface="+mj-lt"/>
              </a:rPr>
              <a:t>pd</a:t>
            </a:r>
            <a:r>
              <a:rPr lang="en-US" altLang="zh-CN" b="0" dirty="0" err="1">
                <a:solidFill>
                  <a:srgbClr val="777777"/>
                </a:solidFill>
                <a:effectLst/>
                <a:latin typeface="+mj-lt"/>
              </a:rPr>
              <a:t>.</a:t>
            </a:r>
            <a:r>
              <a:rPr lang="en-US" altLang="zh-CN" b="1" dirty="0" err="1">
                <a:solidFill>
                  <a:srgbClr val="AA3731"/>
                </a:solidFill>
                <a:effectLst/>
                <a:latin typeface="+mj-lt"/>
              </a:rPr>
              <a:t>read_csv</a:t>
            </a:r>
            <a:r>
              <a:rPr lang="en-US" altLang="zh-CN" b="0" dirty="0">
                <a:solidFill>
                  <a:srgbClr val="777777"/>
                </a:solidFill>
                <a:effectLst/>
                <a:latin typeface="+mj-lt"/>
              </a:rPr>
              <a:t>('</a:t>
            </a:r>
            <a:r>
              <a:rPr lang="en-US" altLang="zh-CN" b="0" dirty="0">
                <a:solidFill>
                  <a:srgbClr val="448C27"/>
                </a:solidFill>
                <a:effectLst/>
                <a:latin typeface="+mj-lt"/>
              </a:rPr>
              <a:t>score.csv</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7A3E9D"/>
                </a:solidFill>
                <a:effectLst/>
                <a:latin typeface="+mj-lt"/>
              </a:rPr>
              <a:t>encoding</a:t>
            </a:r>
            <a:r>
              <a:rPr lang="en-US" altLang="zh-CN" b="0" dirty="0">
                <a:solidFill>
                  <a:srgbClr val="777777"/>
                </a:solidFill>
                <a:effectLst/>
                <a:latin typeface="+mj-lt"/>
              </a:rPr>
              <a:t>='</a:t>
            </a:r>
            <a:r>
              <a:rPr lang="en-US" altLang="zh-CN" b="0" dirty="0">
                <a:solidFill>
                  <a:srgbClr val="448C27"/>
                </a:solidFill>
                <a:effectLst/>
                <a:latin typeface="+mj-lt"/>
              </a:rPr>
              <a:t>utf-8</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AAAAAA"/>
                </a:solidFill>
                <a:effectLst/>
                <a:latin typeface="+mj-lt"/>
              </a:rPr>
              <a:t># </a:t>
            </a:r>
            <a:r>
              <a:rPr lang="en-US" altLang="zh-CN" b="0" dirty="0" err="1">
                <a:solidFill>
                  <a:srgbClr val="AAAAAA"/>
                </a:solidFill>
                <a:effectLst/>
                <a:latin typeface="+mj-lt"/>
              </a:rPr>
              <a:t>dataframe</a:t>
            </a:r>
            <a:endParaRPr lang="en-US" altLang="zh-CN" b="0" dirty="0">
              <a:solidFill>
                <a:srgbClr val="333333"/>
              </a:solidFill>
              <a:effectLst/>
              <a:latin typeface="+mj-lt"/>
            </a:endParaRPr>
          </a:p>
          <a:p>
            <a:r>
              <a:rPr lang="en-US" altLang="zh-CN" b="1" dirty="0">
                <a:solidFill>
                  <a:srgbClr val="AA3731"/>
                </a:solidFill>
                <a:effectLst/>
                <a:latin typeface="+mj-lt"/>
              </a:rPr>
              <a:t>print</a:t>
            </a:r>
            <a:r>
              <a:rPr lang="en-US" altLang="zh-CN" b="0" dirty="0">
                <a:solidFill>
                  <a:srgbClr val="777777"/>
                </a:solidFill>
                <a:effectLst/>
                <a:latin typeface="+mj-lt"/>
              </a:rPr>
              <a:t>(</a:t>
            </a:r>
            <a:r>
              <a:rPr lang="en-US" altLang="zh-CN" b="0" dirty="0" err="1">
                <a:solidFill>
                  <a:srgbClr val="7A3E9D"/>
                </a:solidFill>
                <a:effectLst/>
                <a:latin typeface="+mj-lt"/>
              </a:rPr>
              <a:t>score_df</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AAAAAA"/>
                </a:solidFill>
                <a:effectLst/>
                <a:latin typeface="+mj-lt"/>
              </a:rPr>
              <a:t># </a:t>
            </a:r>
            <a:r>
              <a:rPr lang="zh-CN" altLang="en-US" b="0" dirty="0">
                <a:solidFill>
                  <a:srgbClr val="AAAAAA"/>
                </a:solidFill>
                <a:effectLst/>
                <a:latin typeface="+mj-lt"/>
              </a:rPr>
              <a:t>查看数据格式</a:t>
            </a:r>
            <a:endParaRPr lang="zh-CN" altLang="en-US" b="0" dirty="0">
              <a:solidFill>
                <a:srgbClr val="333333"/>
              </a:solidFill>
              <a:effectLst/>
              <a:latin typeface="+mj-lt"/>
            </a:endParaRPr>
          </a:p>
          <a:p>
            <a:br>
              <a:rPr lang="zh-CN" altLang="en-US" b="0" dirty="0">
                <a:solidFill>
                  <a:srgbClr val="333333"/>
                </a:solidFill>
                <a:effectLst/>
                <a:latin typeface="+mj-lt"/>
              </a:rPr>
            </a:br>
            <a:r>
              <a:rPr lang="en-US" altLang="zh-CN" b="0" dirty="0" err="1">
                <a:solidFill>
                  <a:srgbClr val="7A3E9D"/>
                </a:solidFill>
                <a:effectLst/>
                <a:latin typeface="+mj-lt"/>
              </a:rPr>
              <a:t>title_ls</a:t>
            </a:r>
            <a:r>
              <a:rPr lang="en-US" altLang="zh-CN" b="0" dirty="0">
                <a:solidFill>
                  <a:srgbClr val="333333"/>
                </a:solidFill>
                <a:effectLst/>
                <a:latin typeface="+mj-lt"/>
              </a:rPr>
              <a:t> </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err="1">
                <a:solidFill>
                  <a:srgbClr val="7A3E9D"/>
                </a:solidFill>
                <a:effectLst/>
                <a:latin typeface="+mj-lt"/>
              </a:rPr>
              <a:t>score_df</a:t>
            </a:r>
            <a:r>
              <a:rPr lang="en-US" altLang="zh-CN" b="0" dirty="0" err="1">
                <a:solidFill>
                  <a:srgbClr val="777777"/>
                </a:solidFill>
                <a:effectLst/>
                <a:latin typeface="+mj-lt"/>
              </a:rPr>
              <a:t>.</a:t>
            </a:r>
            <a:r>
              <a:rPr lang="en-US" altLang="zh-CN" b="0" dirty="0" err="1">
                <a:solidFill>
                  <a:srgbClr val="7A3E9D"/>
                </a:solidFill>
                <a:effectLst/>
                <a:latin typeface="+mj-lt"/>
              </a:rPr>
              <a:t>columns</a:t>
            </a:r>
            <a:r>
              <a:rPr lang="en-US" altLang="zh-CN" b="0" dirty="0" err="1">
                <a:solidFill>
                  <a:srgbClr val="777777"/>
                </a:solidFill>
                <a:effectLst/>
                <a:latin typeface="+mj-lt"/>
              </a:rPr>
              <a:t>.</a:t>
            </a:r>
            <a:r>
              <a:rPr lang="en-US" altLang="zh-CN" b="1" dirty="0" err="1">
                <a:solidFill>
                  <a:srgbClr val="AA3731"/>
                </a:solidFill>
                <a:effectLst/>
                <a:latin typeface="+mj-lt"/>
              </a:rPr>
              <a:t>tolist</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AAAAAA"/>
                </a:solidFill>
                <a:effectLst/>
                <a:latin typeface="+mj-lt"/>
              </a:rPr>
              <a:t># </a:t>
            </a:r>
            <a:r>
              <a:rPr lang="en-US" altLang="zh-CN" b="0" dirty="0" err="1">
                <a:solidFill>
                  <a:srgbClr val="AAAAAA"/>
                </a:solidFill>
                <a:effectLst/>
                <a:latin typeface="+mj-lt"/>
              </a:rPr>
              <a:t>dataframe</a:t>
            </a:r>
            <a:r>
              <a:rPr lang="en-US" altLang="zh-CN" b="0" dirty="0">
                <a:solidFill>
                  <a:srgbClr val="AAAAAA"/>
                </a:solidFill>
                <a:effectLst/>
                <a:latin typeface="+mj-lt"/>
              </a:rPr>
              <a:t> </a:t>
            </a:r>
            <a:r>
              <a:rPr lang="zh-CN" altLang="en-US" b="0" dirty="0">
                <a:solidFill>
                  <a:srgbClr val="AAAAAA"/>
                </a:solidFill>
                <a:effectLst/>
                <a:latin typeface="+mj-lt"/>
              </a:rPr>
              <a:t>列标题转为列表类型</a:t>
            </a:r>
            <a:endParaRPr lang="zh-CN" altLang="en-US" b="0" dirty="0">
              <a:solidFill>
                <a:srgbClr val="333333"/>
              </a:solidFill>
              <a:effectLst/>
              <a:latin typeface="+mj-lt"/>
            </a:endParaRPr>
          </a:p>
          <a:p>
            <a:r>
              <a:rPr lang="en-US" altLang="zh-CN" b="0" dirty="0" err="1">
                <a:solidFill>
                  <a:srgbClr val="7A3E9D"/>
                </a:solidFill>
                <a:effectLst/>
                <a:latin typeface="+mj-lt"/>
              </a:rPr>
              <a:t>data_ls</a:t>
            </a:r>
            <a:r>
              <a:rPr lang="en-US" altLang="zh-CN" b="0" dirty="0">
                <a:solidFill>
                  <a:srgbClr val="333333"/>
                </a:solidFill>
                <a:effectLst/>
                <a:latin typeface="+mj-lt"/>
              </a:rPr>
              <a:t> </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err="1">
                <a:solidFill>
                  <a:srgbClr val="7A3E9D"/>
                </a:solidFill>
                <a:effectLst/>
                <a:latin typeface="+mj-lt"/>
              </a:rPr>
              <a:t>score_df</a:t>
            </a:r>
            <a:r>
              <a:rPr lang="en-US" altLang="zh-CN" b="0" dirty="0" err="1">
                <a:solidFill>
                  <a:srgbClr val="777777"/>
                </a:solidFill>
                <a:effectLst/>
                <a:latin typeface="+mj-lt"/>
              </a:rPr>
              <a:t>.</a:t>
            </a:r>
            <a:r>
              <a:rPr lang="en-US" altLang="zh-CN" b="0" dirty="0" err="1">
                <a:solidFill>
                  <a:srgbClr val="7A3E9D"/>
                </a:solidFill>
                <a:effectLst/>
                <a:latin typeface="+mj-lt"/>
              </a:rPr>
              <a:t>values</a:t>
            </a:r>
            <a:r>
              <a:rPr lang="en-US" altLang="zh-CN" b="0" dirty="0" err="1">
                <a:solidFill>
                  <a:srgbClr val="777777"/>
                </a:solidFill>
                <a:effectLst/>
                <a:latin typeface="+mj-lt"/>
              </a:rPr>
              <a:t>.</a:t>
            </a:r>
            <a:r>
              <a:rPr lang="en-US" altLang="zh-CN" b="1" dirty="0" err="1">
                <a:solidFill>
                  <a:srgbClr val="AA3731"/>
                </a:solidFill>
                <a:effectLst/>
                <a:latin typeface="+mj-lt"/>
              </a:rPr>
              <a:t>tolist</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AAAAAA"/>
                </a:solidFill>
                <a:effectLst/>
                <a:latin typeface="+mj-lt"/>
              </a:rPr>
              <a:t># </a:t>
            </a:r>
            <a:r>
              <a:rPr lang="en-US" altLang="zh-CN" b="0" dirty="0" err="1">
                <a:solidFill>
                  <a:srgbClr val="AAAAAA"/>
                </a:solidFill>
                <a:effectLst/>
                <a:latin typeface="+mj-lt"/>
              </a:rPr>
              <a:t>dataframe</a:t>
            </a:r>
            <a:r>
              <a:rPr lang="en-US" altLang="zh-CN" b="0" dirty="0">
                <a:solidFill>
                  <a:srgbClr val="AAAAAA"/>
                </a:solidFill>
                <a:effectLst/>
                <a:latin typeface="+mj-lt"/>
              </a:rPr>
              <a:t> </a:t>
            </a:r>
            <a:r>
              <a:rPr lang="zh-CN" altLang="en-US" b="0" dirty="0">
                <a:solidFill>
                  <a:srgbClr val="AAAAAA"/>
                </a:solidFill>
                <a:effectLst/>
                <a:latin typeface="+mj-lt"/>
              </a:rPr>
              <a:t>数据转为列表类型</a:t>
            </a:r>
            <a:endParaRPr lang="zh-CN" altLang="en-US" b="0" dirty="0">
              <a:solidFill>
                <a:srgbClr val="333333"/>
              </a:solidFill>
              <a:effectLst/>
              <a:latin typeface="+mj-lt"/>
            </a:endParaRPr>
          </a:p>
          <a:p>
            <a:r>
              <a:rPr lang="en-US" altLang="zh-CN" b="0" dirty="0" err="1">
                <a:solidFill>
                  <a:srgbClr val="7A3E9D"/>
                </a:solidFill>
                <a:effectLst/>
                <a:latin typeface="+mj-lt"/>
              </a:rPr>
              <a:t>score_ls</a:t>
            </a:r>
            <a:r>
              <a:rPr lang="en-US" altLang="zh-CN" b="0" dirty="0">
                <a:solidFill>
                  <a:srgbClr val="333333"/>
                </a:solidFill>
                <a:effectLst/>
                <a:latin typeface="+mj-lt"/>
              </a:rPr>
              <a:t> </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777777"/>
                </a:solidFill>
                <a:effectLst/>
                <a:latin typeface="+mj-lt"/>
              </a:rPr>
              <a:t>[</a:t>
            </a:r>
            <a:r>
              <a:rPr lang="en-US" altLang="zh-CN" b="0" dirty="0" err="1">
                <a:solidFill>
                  <a:srgbClr val="7A3E9D"/>
                </a:solidFill>
                <a:effectLst/>
                <a:latin typeface="+mj-lt"/>
              </a:rPr>
              <a:t>title_ls</a:t>
            </a:r>
            <a:r>
              <a:rPr lang="en-US" altLang="zh-CN" b="0" dirty="0">
                <a:solidFill>
                  <a:srgbClr val="777777"/>
                </a:solidFill>
                <a:effectLst/>
                <a:latin typeface="+mj-lt"/>
              </a:rPr>
              <a:t>]+</a:t>
            </a:r>
            <a:r>
              <a:rPr lang="en-US" altLang="zh-CN" b="0" dirty="0" err="1">
                <a:solidFill>
                  <a:srgbClr val="7A3E9D"/>
                </a:solidFill>
                <a:effectLst/>
                <a:latin typeface="+mj-lt"/>
              </a:rPr>
              <a:t>data_ls</a:t>
            </a:r>
            <a:r>
              <a:rPr lang="en-US" altLang="zh-CN" b="0" dirty="0">
                <a:solidFill>
                  <a:srgbClr val="333333"/>
                </a:solidFill>
                <a:effectLst/>
                <a:latin typeface="+mj-lt"/>
              </a:rPr>
              <a:t>                           		  </a:t>
            </a:r>
            <a:r>
              <a:rPr lang="en-US" altLang="zh-CN" b="0" dirty="0">
                <a:solidFill>
                  <a:srgbClr val="AAAAAA"/>
                </a:solidFill>
                <a:effectLst/>
                <a:latin typeface="+mj-lt"/>
              </a:rPr>
              <a:t># </a:t>
            </a:r>
            <a:r>
              <a:rPr lang="zh-CN" altLang="en-US" b="0" dirty="0">
                <a:solidFill>
                  <a:srgbClr val="AAAAAA"/>
                </a:solidFill>
                <a:effectLst/>
                <a:latin typeface="+mj-lt"/>
              </a:rPr>
              <a:t>标题列表与数据嵌套列表合并</a:t>
            </a:r>
            <a:endParaRPr lang="zh-CN" altLang="en-US" b="0" dirty="0">
              <a:solidFill>
                <a:srgbClr val="333333"/>
              </a:solidFill>
              <a:effectLst/>
              <a:latin typeface="+mj-lt"/>
            </a:endParaRPr>
          </a:p>
          <a:p>
            <a:r>
              <a:rPr lang="en-US" altLang="zh-CN" b="1" dirty="0">
                <a:solidFill>
                  <a:srgbClr val="AA3731"/>
                </a:solidFill>
                <a:effectLst/>
                <a:latin typeface="+mj-lt"/>
              </a:rPr>
              <a:t>print</a:t>
            </a:r>
            <a:r>
              <a:rPr lang="en-US" altLang="zh-CN" b="0" dirty="0">
                <a:solidFill>
                  <a:srgbClr val="777777"/>
                </a:solidFill>
                <a:effectLst/>
                <a:latin typeface="+mj-lt"/>
              </a:rPr>
              <a:t>('</a:t>
            </a:r>
            <a:r>
              <a:rPr lang="zh-CN" altLang="en-US" b="0" dirty="0">
                <a:solidFill>
                  <a:srgbClr val="448C27"/>
                </a:solidFill>
                <a:effectLst/>
                <a:latin typeface="+mj-lt"/>
              </a:rPr>
              <a:t>输出列表类型的数据：</a:t>
            </a:r>
            <a:r>
              <a:rPr lang="en-US" altLang="zh-CN" b="0" dirty="0">
                <a:solidFill>
                  <a:srgbClr val="777777"/>
                </a:solidFill>
                <a:effectLst/>
                <a:latin typeface="+mj-lt"/>
              </a:rPr>
              <a:t>\n',</a:t>
            </a:r>
            <a:r>
              <a:rPr lang="en-US" altLang="zh-CN" b="0" dirty="0">
                <a:solidFill>
                  <a:srgbClr val="333333"/>
                </a:solidFill>
                <a:effectLst/>
                <a:latin typeface="+mj-lt"/>
              </a:rPr>
              <a:t> </a:t>
            </a:r>
            <a:r>
              <a:rPr lang="en-US" altLang="zh-CN" b="0" dirty="0" err="1">
                <a:solidFill>
                  <a:srgbClr val="7A3E9D"/>
                </a:solidFill>
                <a:effectLst/>
                <a:latin typeface="+mj-lt"/>
              </a:rPr>
              <a:t>score_ls</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AAAAAA"/>
                </a:solidFill>
                <a:effectLst/>
                <a:latin typeface="+mj-lt"/>
              </a:rPr>
              <a:t># </a:t>
            </a:r>
            <a:r>
              <a:rPr lang="zh-CN" altLang="en-US" b="0" dirty="0">
                <a:solidFill>
                  <a:srgbClr val="AAAAAA"/>
                </a:solidFill>
                <a:effectLst/>
                <a:latin typeface="+mj-lt"/>
              </a:rPr>
              <a:t>输出列表数据</a:t>
            </a:r>
            <a:endParaRPr lang="zh-CN" altLang="en-US" b="0" dirty="0">
              <a:solidFill>
                <a:srgbClr val="333333"/>
              </a:solidFill>
              <a:effectLst/>
              <a:latin typeface="+mj-lt"/>
            </a:endParaRPr>
          </a:p>
        </p:txBody>
      </p:sp>
      <p:sp>
        <p:nvSpPr>
          <p:cNvPr id="2" name="内容占位符 1"/>
          <p:cNvSpPr txBox="1"/>
          <p:nvPr/>
        </p:nvSpPr>
        <p:spPr>
          <a:xfrm>
            <a:off x="523569" y="5077360"/>
            <a:ext cx="11144864" cy="1667246"/>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25000"/>
              </a:lnSpc>
              <a:buClr>
                <a:sysClr val="windowText" lastClr="000000"/>
              </a:buClr>
            </a:pPr>
            <a:r>
              <a:rPr lang="zh-CN" altLang="en-US" sz="2400" dirty="0">
                <a:solidFill>
                  <a:sysClr val="windowText" lastClr="000000"/>
                </a:solidFill>
                <a:latin typeface="+mj-lt"/>
                <a:ea typeface="微软雅黑" panose="020B0503020204020204" pitchFamily="34" charset="-122"/>
              </a:rPr>
              <a:t>输出列表类型的数据：</a:t>
            </a:r>
            <a:endParaRPr lang="en-US" altLang="zh-CN" sz="2400" dirty="0">
              <a:solidFill>
                <a:sysClr val="windowText" lastClr="000000"/>
              </a:solidFill>
              <a:latin typeface="+mj-lt"/>
              <a:ea typeface="微软雅黑" panose="020B0503020204020204" pitchFamily="34" charset="-122"/>
            </a:endParaRPr>
          </a:p>
          <a:p>
            <a:pPr marL="38100" indent="0" algn="l">
              <a:lnSpc>
                <a:spcPct val="150000"/>
              </a:lnSpc>
              <a:spcBef>
                <a:spcPts val="1200"/>
              </a:spcBef>
              <a:spcAft>
                <a:spcPts val="250"/>
              </a:spcAft>
              <a:buNone/>
            </a:pP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姓名</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'C</a:t>
            </a:r>
            <a:r>
              <a:rPr lang="zh-CN"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语言</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'Java', 'Python', 'C#'], [</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罗明</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95</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96</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85</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63</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91</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朱佳</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75</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93</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66</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85</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88</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李思</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86</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76</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96</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93</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67</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郑君</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88</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98</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76</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90</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89</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王雪</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99</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96</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91</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88</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86</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kern="100" dirty="0">
              <a:effectLst/>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7.6.3</a:t>
            </a:r>
            <a:endParaRPr lang="zh-CN" altLang="en-US" dirty="0"/>
          </a:p>
        </p:txBody>
      </p:sp>
      <p:sp>
        <p:nvSpPr>
          <p:cNvPr id="3" name="标题 2"/>
          <p:cNvSpPr>
            <a:spLocks noGrp="1"/>
          </p:cNvSpPr>
          <p:nvPr>
            <p:ph type="title"/>
          </p:nvPr>
        </p:nvSpPr>
        <p:spPr/>
        <p:txBody>
          <a:bodyPr/>
          <a:lstStyle/>
          <a:p>
            <a:r>
              <a:rPr lang="zh-CN" altLang="en-US" dirty="0"/>
              <a:t>数据库数据</a:t>
            </a:r>
            <a:endParaRPr lang="zh-CN" altLang="en-US" dirty="0"/>
          </a:p>
        </p:txBody>
      </p:sp>
      <p:sp>
        <p:nvSpPr>
          <p:cNvPr id="2" name="内容占位符 1"/>
          <p:cNvSpPr txBox="1"/>
          <p:nvPr/>
        </p:nvSpPr>
        <p:spPr>
          <a:xfrm>
            <a:off x="610564" y="1189239"/>
            <a:ext cx="10031730" cy="701373"/>
          </a:xfrm>
          <a:prstGeom prst="rect">
            <a:avLst/>
          </a:prstGeom>
          <a:noFill/>
          <a:ln>
            <a:noFill/>
          </a:ln>
          <a:effectLst/>
        </p:spPr>
        <p:txBody>
          <a:bodyPr vert="horz" lIns="91440" tIns="45720" rIns="91440" bIns="45720" rtlCol="0">
            <a:norm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defRPr/>
            </a:pPr>
            <a:r>
              <a:rPr kumimoji="0" lang="en-US" altLang="zh-CN" sz="2800" b="1" i="0" u="none" strike="noStrike" kern="1200" cap="none" spc="0" normalizeH="0" baseline="0" noProof="0" dirty="0">
                <a:ln>
                  <a:noFill/>
                </a:ln>
                <a:solidFill>
                  <a:srgbClr val="0070C0"/>
                </a:solidFill>
                <a:effectLst/>
                <a:uLnTx/>
                <a:uFillTx/>
                <a:latin typeface="微软雅黑"/>
                <a:ea typeface="微软雅黑"/>
                <a:cs typeface="+mn-cs"/>
              </a:rPr>
              <a:t>Python </a:t>
            </a:r>
            <a:r>
              <a:rPr kumimoji="0" lang="zh-CN" altLang="en-US" sz="2800" b="1" i="0" u="none" strike="noStrike" kern="1200" cap="none" spc="0" normalizeH="0" baseline="0" noProof="0" dirty="0">
                <a:ln>
                  <a:noFill/>
                </a:ln>
                <a:solidFill>
                  <a:srgbClr val="0070C0"/>
                </a:solidFill>
                <a:effectLst/>
                <a:uLnTx/>
                <a:uFillTx/>
                <a:latin typeface="微软雅黑"/>
                <a:ea typeface="微软雅黑"/>
                <a:cs typeface="+mn-cs"/>
              </a:rPr>
              <a:t>访问数据库的几种方式</a:t>
            </a:r>
            <a:endParaRPr kumimoji="0" lang="zh-CN" altLang="en-US" sz="2800" b="0" i="0" u="none" strike="noStrike" kern="1200" cap="none" spc="0" normalizeH="0" baseline="0" noProof="0" dirty="0">
              <a:ln>
                <a:noFill/>
              </a:ln>
              <a:solidFill>
                <a:srgbClr val="0070C0"/>
              </a:solidFill>
              <a:effectLst/>
              <a:uLnTx/>
              <a:uFillTx/>
              <a:latin typeface="微软雅黑"/>
              <a:ea typeface="微软雅黑"/>
              <a:cs typeface="+mn-cs"/>
            </a:endParaRPr>
          </a:p>
        </p:txBody>
      </p:sp>
      <p:sp>
        <p:nvSpPr>
          <p:cNvPr id="8" name="矩形 7"/>
          <p:cNvSpPr/>
          <p:nvPr/>
        </p:nvSpPr>
        <p:spPr>
          <a:xfrm>
            <a:off x="744078" y="3062047"/>
            <a:ext cx="791110" cy="791110"/>
          </a:xfrm>
          <a:prstGeom prst="rect">
            <a:avLst/>
          </a:prstGeom>
          <a:solidFill>
            <a:srgbClr val="DAE3F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微软雅黑"/>
              <a:cs typeface="+mn-cs"/>
            </a:endParaRPr>
          </a:p>
        </p:txBody>
      </p:sp>
      <p:sp>
        <p:nvSpPr>
          <p:cNvPr id="9" name="矩形 8"/>
          <p:cNvSpPr/>
          <p:nvPr/>
        </p:nvSpPr>
        <p:spPr>
          <a:xfrm>
            <a:off x="744078" y="4096043"/>
            <a:ext cx="791110" cy="791110"/>
          </a:xfrm>
          <a:prstGeom prst="rect">
            <a:avLst/>
          </a:prstGeom>
          <a:solidFill>
            <a:srgbClr val="FFF2C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微软雅黑"/>
              <a:cs typeface="+mn-cs"/>
            </a:endParaRPr>
          </a:p>
        </p:txBody>
      </p:sp>
      <p:sp>
        <p:nvSpPr>
          <p:cNvPr id="10" name="矩形 9"/>
          <p:cNvSpPr/>
          <p:nvPr/>
        </p:nvSpPr>
        <p:spPr>
          <a:xfrm rot="2700000">
            <a:off x="1863278" y="3122247"/>
            <a:ext cx="647902" cy="647902"/>
          </a:xfrm>
          <a:prstGeom prst="rect">
            <a:avLst/>
          </a:prstGeom>
          <a:solidFill>
            <a:srgbClr val="E54C5E">
              <a:lumMod val="20000"/>
              <a:lumOff val="8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微软雅黑"/>
              <a:cs typeface="+mn-cs"/>
            </a:endParaRPr>
          </a:p>
        </p:txBody>
      </p:sp>
      <p:sp>
        <p:nvSpPr>
          <p:cNvPr id="11" name="矩形 10"/>
          <p:cNvSpPr/>
          <p:nvPr/>
        </p:nvSpPr>
        <p:spPr>
          <a:xfrm>
            <a:off x="1777110" y="4096043"/>
            <a:ext cx="791110" cy="791110"/>
          </a:xfrm>
          <a:prstGeom prst="rect">
            <a:avLst/>
          </a:prstGeom>
          <a:solidFill>
            <a:srgbClr val="E3F2D9"/>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微软雅黑"/>
              <a:cs typeface="+mn-cs"/>
            </a:endParaRPr>
          </a:p>
        </p:txBody>
      </p:sp>
      <p:grpSp>
        <p:nvGrpSpPr>
          <p:cNvPr id="12" name="组合 11"/>
          <p:cNvGrpSpPr/>
          <p:nvPr/>
        </p:nvGrpSpPr>
        <p:grpSpPr>
          <a:xfrm>
            <a:off x="3338137" y="2214652"/>
            <a:ext cx="2634869" cy="3767589"/>
            <a:chOff x="3731424" y="2421128"/>
            <a:chExt cx="2634869" cy="3767589"/>
          </a:xfrm>
        </p:grpSpPr>
        <p:grpSp>
          <p:nvGrpSpPr>
            <p:cNvPr id="13" name="组合 12"/>
            <p:cNvGrpSpPr/>
            <p:nvPr/>
          </p:nvGrpSpPr>
          <p:grpSpPr>
            <a:xfrm>
              <a:off x="3731424" y="2421128"/>
              <a:ext cx="2634869" cy="3764275"/>
              <a:chOff x="3731424" y="2421128"/>
              <a:chExt cx="2634869" cy="3764275"/>
            </a:xfrm>
          </p:grpSpPr>
          <p:sp>
            <p:nvSpPr>
              <p:cNvPr id="15" name="任意多边形: 形状 14"/>
              <p:cNvSpPr/>
              <p:nvPr/>
            </p:nvSpPr>
            <p:spPr>
              <a:xfrm>
                <a:off x="3753072" y="2879416"/>
                <a:ext cx="2613221" cy="3305987"/>
              </a:xfrm>
              <a:custGeom>
                <a:avLst/>
                <a:gdLst>
                  <a:gd name="connsiteX0" fmla="*/ 107 w 8920590"/>
                  <a:gd name="connsiteY0" fmla="*/ 80 h 5017831"/>
                  <a:gd name="connsiteX1" fmla="*/ 8920697 w 8920590"/>
                  <a:gd name="connsiteY1" fmla="*/ 80 h 5017831"/>
                  <a:gd name="connsiteX2" fmla="*/ 8920697 w 8920590"/>
                  <a:gd name="connsiteY2" fmla="*/ 5017912 h 5017831"/>
                  <a:gd name="connsiteX3" fmla="*/ 107 w 8920590"/>
                  <a:gd name="connsiteY3" fmla="*/ 5017912 h 5017831"/>
                </a:gdLst>
                <a:ahLst/>
                <a:cxnLst>
                  <a:cxn ang="0">
                    <a:pos x="connsiteX0" y="connsiteY0"/>
                  </a:cxn>
                  <a:cxn ang="0">
                    <a:pos x="connsiteX1" y="connsiteY1"/>
                  </a:cxn>
                  <a:cxn ang="0">
                    <a:pos x="connsiteX2" y="connsiteY2"/>
                  </a:cxn>
                  <a:cxn ang="0">
                    <a:pos x="connsiteX3" y="connsiteY3"/>
                  </a:cxn>
                </a:cxnLst>
                <a:rect l="l" t="t" r="r" b="b"/>
                <a:pathLst>
                  <a:path w="8920590" h="5017831">
                    <a:moveTo>
                      <a:pt x="107" y="80"/>
                    </a:moveTo>
                    <a:lnTo>
                      <a:pt x="8920697" y="80"/>
                    </a:lnTo>
                    <a:lnTo>
                      <a:pt x="8920697" y="5017912"/>
                    </a:lnTo>
                    <a:lnTo>
                      <a:pt x="107" y="5017912"/>
                    </a:lnTo>
                    <a:close/>
                  </a:path>
                </a:pathLst>
              </a:custGeom>
              <a:solidFill>
                <a:srgbClr val="4874CB">
                  <a:lumMod val="20000"/>
                  <a:lumOff val="80000"/>
                </a:srgbClr>
              </a:solidFill>
              <a:ln w="38100" cap="flat" cmpd="sng" algn="ctr">
                <a:noFill/>
                <a:prstDash val="solid"/>
                <a:round/>
              </a:ln>
              <a:effectLst/>
            </p:spPr>
            <p:txBody>
              <a:bodyPr rot="0" spcFirstLastPara="0" vert="horz" wrap="square" lIns="91440" tIns="45720" rIns="91440" bIns="45720" numCol="1" spcCol="0" rtlCol="0" fromWordArt="0" anchor="t"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微软雅黑"/>
                  <a:cs typeface="+mn-cs"/>
                </a:endParaRPr>
              </a:p>
            </p:txBody>
          </p:sp>
          <p:sp>
            <p:nvSpPr>
              <p:cNvPr id="16" name="文本框 15"/>
              <p:cNvSpPr txBox="1"/>
              <p:nvPr/>
            </p:nvSpPr>
            <p:spPr>
              <a:xfrm>
                <a:off x="3731424" y="2421128"/>
                <a:ext cx="2321429" cy="461665"/>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err="1">
                    <a:ln>
                      <a:noFill/>
                    </a:ln>
                    <a:solidFill>
                      <a:srgbClr val="4874CB"/>
                    </a:solidFill>
                    <a:effectLst/>
                    <a:uLnTx/>
                    <a:uFillTx/>
                    <a:latin typeface="微软雅黑"/>
                    <a:ea typeface="微软雅黑"/>
                  </a:rPr>
                  <a:t>SQLAlchemy</a:t>
                </a:r>
                <a:endParaRPr kumimoji="0" lang="en-US" altLang="zh-CN" sz="2400" b="1" i="0" u="none" strike="noStrike" kern="0" cap="none" spc="0" normalizeH="0" baseline="0" noProof="0" dirty="0">
                  <a:ln>
                    <a:noFill/>
                  </a:ln>
                  <a:solidFill>
                    <a:srgbClr val="4874CB"/>
                  </a:solidFill>
                  <a:effectLst/>
                  <a:uLnTx/>
                  <a:uFillTx/>
                  <a:latin typeface="微软雅黑"/>
                  <a:ea typeface="微软雅黑"/>
                </a:endParaRPr>
              </a:p>
            </p:txBody>
          </p:sp>
        </p:grpSp>
        <p:sp>
          <p:nvSpPr>
            <p:cNvPr id="14" name="文本框 13"/>
            <p:cNvSpPr txBox="1"/>
            <p:nvPr/>
          </p:nvSpPr>
          <p:spPr>
            <a:xfrm>
              <a:off x="3753072" y="2883517"/>
              <a:ext cx="2613221" cy="3305200"/>
            </a:xfrm>
            <a:prstGeom prst="rect">
              <a:avLst/>
            </a:prstGeom>
            <a:noFill/>
          </p:spPr>
          <p:txBody>
            <a:bodyPr wrap="square">
              <a:spAutoFit/>
            </a:bodyPr>
            <a:lstStyle/>
            <a:p>
              <a:pPr marL="228600" marR="0" lvl="0" indent="-228600" defTabSz="914400" eaLnBrk="1" fontAlgn="auto" latinLnBrk="0" hangingPunct="1">
                <a:lnSpc>
                  <a:spcPct val="125000"/>
                </a:lnSpc>
                <a:spcBef>
                  <a:spcPts val="500"/>
                </a:spcBef>
                <a:spcAft>
                  <a:spcPts val="0"/>
                </a:spcAft>
                <a:buClrTx/>
                <a:buSzTx/>
                <a:buFont typeface="Arial" panose="020B0604020202090204" pitchFamily="34" charset="0"/>
                <a:buChar char="•"/>
                <a:defRPr/>
              </a:pPr>
              <a:r>
                <a:rPr kumimoji="0" lang="zh-CN" altLang="en-US" b="0" i="0" u="none" strike="noStrike" kern="0" cap="none" spc="0" normalizeH="0" baseline="0" noProof="0" dirty="0">
                  <a:ln>
                    <a:noFill/>
                  </a:ln>
                  <a:solidFill>
                    <a:prstClr val="black"/>
                  </a:solidFill>
                  <a:effectLst/>
                  <a:uLnTx/>
                  <a:uFillTx/>
                  <a:latin typeface="微软雅黑"/>
                  <a:ea typeface="微软雅黑"/>
                </a:rPr>
                <a:t>支持对象</a:t>
              </a:r>
              <a:r>
                <a:rPr kumimoji="0" lang="en-US" altLang="zh-CN" b="0" i="0" u="none" strike="noStrike" kern="0" cap="none" spc="0" normalizeH="0" baseline="0" noProof="0" dirty="0">
                  <a:ln>
                    <a:noFill/>
                  </a:ln>
                  <a:solidFill>
                    <a:prstClr val="black"/>
                  </a:solidFill>
                  <a:effectLst/>
                  <a:uLnTx/>
                  <a:uFillTx/>
                  <a:latin typeface="微软雅黑"/>
                  <a:ea typeface="微软雅黑"/>
                </a:rPr>
                <a:t>-</a:t>
              </a:r>
              <a:r>
                <a:rPr kumimoji="0" lang="zh-CN" altLang="en-US" b="0" i="0" u="none" strike="noStrike" kern="0" cap="none" spc="0" normalizeH="0" baseline="0" noProof="0" dirty="0">
                  <a:ln>
                    <a:noFill/>
                  </a:ln>
                  <a:solidFill>
                    <a:prstClr val="black"/>
                  </a:solidFill>
                  <a:effectLst/>
                  <a:uLnTx/>
                  <a:uFillTx/>
                  <a:latin typeface="微软雅黑"/>
                  <a:ea typeface="微软雅黑"/>
                </a:rPr>
                <a:t>关系映射。</a:t>
              </a:r>
              <a:endParaRPr kumimoji="0" lang="en-US" altLang="zh-CN" b="0" i="0" u="none" strike="noStrike" kern="0" cap="none" spc="0" normalizeH="0" baseline="0" noProof="0" dirty="0">
                <a:ln>
                  <a:noFill/>
                </a:ln>
                <a:solidFill>
                  <a:prstClr val="black"/>
                </a:solidFill>
                <a:effectLst/>
                <a:uLnTx/>
                <a:uFillTx/>
                <a:latin typeface="微软雅黑"/>
                <a:ea typeface="微软雅黑"/>
              </a:endParaRPr>
            </a:p>
            <a:p>
              <a:pPr marL="228600" marR="0" lvl="0" indent="-228600" defTabSz="914400" eaLnBrk="1" fontAlgn="auto" latinLnBrk="0" hangingPunct="1">
                <a:lnSpc>
                  <a:spcPct val="125000"/>
                </a:lnSpc>
                <a:spcBef>
                  <a:spcPts val="500"/>
                </a:spcBef>
                <a:spcAft>
                  <a:spcPts val="0"/>
                </a:spcAft>
                <a:buClrTx/>
                <a:buSzTx/>
                <a:buFont typeface="Arial" panose="020B0604020202090204" pitchFamily="34" charset="0"/>
                <a:buChar char="•"/>
                <a:defRPr/>
              </a:pPr>
              <a:r>
                <a:rPr kumimoji="0" lang="zh-CN" altLang="en-US" b="0" i="0" u="none" strike="noStrike" kern="0" cap="none" spc="0" normalizeH="0" baseline="0" noProof="0" dirty="0">
                  <a:ln>
                    <a:noFill/>
                  </a:ln>
                  <a:solidFill>
                    <a:prstClr val="black"/>
                  </a:solidFill>
                  <a:effectLst/>
                  <a:uLnTx/>
                  <a:uFillTx/>
                  <a:latin typeface="微软雅黑"/>
                  <a:ea typeface="微软雅黑"/>
                </a:rPr>
                <a:t>支持大部分主流数据库，如</a:t>
              </a:r>
              <a:r>
                <a:rPr kumimoji="0" lang="en-US" altLang="zh-CN" b="0" i="0" u="none" strike="noStrike" kern="0" cap="none" spc="0" normalizeH="0" baseline="0" noProof="0" dirty="0">
                  <a:ln>
                    <a:noFill/>
                  </a:ln>
                  <a:solidFill>
                    <a:prstClr val="black"/>
                  </a:solidFill>
                  <a:effectLst/>
                  <a:uLnTx/>
                  <a:uFillTx/>
                  <a:latin typeface="微软雅黑"/>
                  <a:ea typeface="微软雅黑"/>
                </a:rPr>
                <a:t>SQLite</a:t>
              </a:r>
              <a:r>
                <a:rPr kumimoji="0" lang="zh-CN" altLang="en-US" b="0" i="0" u="none" strike="noStrike" kern="0" cap="none" spc="0" normalizeH="0" baseline="0" noProof="0" dirty="0">
                  <a:ln>
                    <a:noFill/>
                  </a:ln>
                  <a:solidFill>
                    <a:prstClr val="black"/>
                  </a:solidFill>
                  <a:effectLst/>
                  <a:uLnTx/>
                  <a:uFillTx/>
                  <a:latin typeface="微软雅黑"/>
                  <a:ea typeface="微软雅黑"/>
                </a:rPr>
                <a:t>、</a:t>
              </a:r>
              <a:r>
                <a:rPr kumimoji="0" lang="en-US" altLang="zh-CN" b="0" i="0" u="none" strike="noStrike" kern="0" cap="none" spc="0" normalizeH="0" baseline="0" noProof="0" dirty="0">
                  <a:ln>
                    <a:noFill/>
                  </a:ln>
                  <a:solidFill>
                    <a:prstClr val="black"/>
                  </a:solidFill>
                  <a:effectLst/>
                  <a:uLnTx/>
                  <a:uFillTx/>
                  <a:latin typeface="微软雅黑"/>
                  <a:ea typeface="微软雅黑"/>
                </a:rPr>
                <a:t>MySQL</a:t>
              </a:r>
              <a:r>
                <a:rPr kumimoji="0" lang="zh-CN" altLang="en-US" b="0" i="0" u="none" strike="noStrike" kern="0" cap="none" spc="0" normalizeH="0" baseline="0" noProof="0" dirty="0">
                  <a:ln>
                    <a:noFill/>
                  </a:ln>
                  <a:solidFill>
                    <a:prstClr val="black"/>
                  </a:solidFill>
                  <a:effectLst/>
                  <a:uLnTx/>
                  <a:uFillTx/>
                  <a:latin typeface="微软雅黑"/>
                  <a:ea typeface="微软雅黑"/>
                </a:rPr>
                <a:t>、</a:t>
              </a:r>
              <a:r>
                <a:rPr kumimoji="0" lang="en-US" altLang="zh-CN" b="0" i="0" u="none" strike="noStrike" kern="0" cap="none" spc="0" normalizeH="0" baseline="0" noProof="0" dirty="0">
                  <a:ln>
                    <a:noFill/>
                  </a:ln>
                  <a:solidFill>
                    <a:prstClr val="black"/>
                  </a:solidFill>
                  <a:effectLst/>
                  <a:uLnTx/>
                  <a:uFillTx/>
                  <a:latin typeface="微软雅黑"/>
                  <a:ea typeface="微软雅黑"/>
                </a:rPr>
                <a:t>Postgres</a:t>
              </a:r>
              <a:r>
                <a:rPr kumimoji="0" lang="zh-CN" altLang="en-US" b="0" i="0" u="none" strike="noStrike" kern="0" cap="none" spc="0" normalizeH="0" baseline="0" noProof="0" dirty="0">
                  <a:ln>
                    <a:noFill/>
                  </a:ln>
                  <a:solidFill>
                    <a:prstClr val="black"/>
                  </a:solidFill>
                  <a:effectLst/>
                  <a:uLnTx/>
                  <a:uFillTx/>
                  <a:latin typeface="微软雅黑"/>
                  <a:ea typeface="微软雅黑"/>
                </a:rPr>
                <a:t>、</a:t>
              </a:r>
              <a:r>
                <a:rPr kumimoji="0" lang="en-US" altLang="zh-CN" b="0" i="0" u="none" strike="noStrike" kern="0" cap="none" spc="0" normalizeH="0" baseline="0" noProof="0" dirty="0">
                  <a:ln>
                    <a:noFill/>
                  </a:ln>
                  <a:solidFill>
                    <a:prstClr val="black"/>
                  </a:solidFill>
                  <a:effectLst/>
                  <a:uLnTx/>
                  <a:uFillTx/>
                  <a:latin typeface="微软雅黑"/>
                  <a:ea typeface="微软雅黑"/>
                </a:rPr>
                <a:t>Oracle</a:t>
              </a:r>
              <a:r>
                <a:rPr kumimoji="0" lang="zh-CN" altLang="en-US" b="0" i="0" u="none" strike="noStrike" kern="0" cap="none" spc="0" normalizeH="0" baseline="0" noProof="0" dirty="0">
                  <a:ln>
                    <a:noFill/>
                  </a:ln>
                  <a:solidFill>
                    <a:prstClr val="black"/>
                  </a:solidFill>
                  <a:effectLst/>
                  <a:uLnTx/>
                  <a:uFillTx/>
                  <a:latin typeface="微软雅黑"/>
                  <a:ea typeface="微软雅黑"/>
                </a:rPr>
                <a:t>、</a:t>
              </a:r>
              <a:r>
                <a:rPr kumimoji="0" lang="en-US" altLang="zh-CN" b="0" i="0" u="none" strike="noStrike" kern="0" cap="none" spc="0" normalizeH="0" baseline="0" noProof="0" dirty="0">
                  <a:ln>
                    <a:noFill/>
                  </a:ln>
                  <a:solidFill>
                    <a:prstClr val="black"/>
                  </a:solidFill>
                  <a:effectLst/>
                  <a:uLnTx/>
                  <a:uFillTx/>
                  <a:latin typeface="微软雅黑"/>
                  <a:ea typeface="微软雅黑"/>
                </a:rPr>
                <a:t>MS </a:t>
              </a:r>
              <a:r>
                <a:rPr kumimoji="0" lang="en-US" altLang="zh-CN" b="0" i="0" u="none" strike="noStrike" kern="0" cap="none" spc="0" normalizeH="0" baseline="0" noProof="0" dirty="0" err="1">
                  <a:ln>
                    <a:noFill/>
                  </a:ln>
                  <a:solidFill>
                    <a:prstClr val="black"/>
                  </a:solidFill>
                  <a:effectLst/>
                  <a:uLnTx/>
                  <a:uFillTx/>
                  <a:latin typeface="微软雅黑"/>
                  <a:ea typeface="微软雅黑"/>
                </a:rPr>
                <a:t>SQLServer</a:t>
              </a:r>
              <a:r>
                <a:rPr kumimoji="0" lang="en-US" altLang="zh-CN" b="0" i="0" u="none" strike="noStrike" kern="0" cap="none" spc="0" normalizeH="0" baseline="0" noProof="0" dirty="0">
                  <a:ln>
                    <a:noFill/>
                  </a:ln>
                  <a:solidFill>
                    <a:prstClr val="black"/>
                  </a:solidFill>
                  <a:effectLst/>
                  <a:uLnTx/>
                  <a:uFillTx/>
                  <a:latin typeface="微软雅黑"/>
                  <a:ea typeface="微软雅黑"/>
                </a:rPr>
                <a:t> </a:t>
              </a:r>
              <a:r>
                <a:rPr kumimoji="0" lang="zh-CN" altLang="en-US" b="0" i="0" u="none" strike="noStrike" kern="0" cap="none" spc="0" normalizeH="0" baseline="0" noProof="0" dirty="0">
                  <a:ln>
                    <a:noFill/>
                  </a:ln>
                  <a:solidFill>
                    <a:prstClr val="black"/>
                  </a:solidFill>
                  <a:effectLst/>
                  <a:uLnTx/>
                  <a:uFillTx/>
                  <a:latin typeface="微软雅黑"/>
                  <a:ea typeface="微软雅黑"/>
                </a:rPr>
                <a:t>和 </a:t>
              </a:r>
              <a:r>
                <a:rPr kumimoji="0" lang="en-US" altLang="zh-CN" b="0" i="0" u="none" strike="noStrike" kern="0" cap="none" spc="0" normalizeH="0" baseline="0" noProof="0" dirty="0">
                  <a:ln>
                    <a:noFill/>
                  </a:ln>
                  <a:solidFill>
                    <a:prstClr val="black"/>
                  </a:solidFill>
                  <a:effectLst/>
                  <a:uLnTx/>
                  <a:uFillTx/>
                  <a:latin typeface="微软雅黑"/>
                  <a:ea typeface="微软雅黑"/>
                </a:rPr>
                <a:t>Firebird</a:t>
              </a:r>
              <a:r>
                <a:rPr kumimoji="0" lang="zh-CN" altLang="en-US" b="0" i="0" u="none" strike="noStrike" kern="0" cap="none" spc="0" normalizeH="0" baseline="0" noProof="0" dirty="0">
                  <a:ln>
                    <a:noFill/>
                  </a:ln>
                  <a:solidFill>
                    <a:prstClr val="black"/>
                  </a:solidFill>
                  <a:effectLst/>
                  <a:uLnTx/>
                  <a:uFillTx/>
                  <a:latin typeface="微软雅黑"/>
                  <a:ea typeface="微软雅黑"/>
                </a:rPr>
                <a:t>等。</a:t>
              </a:r>
              <a:endParaRPr kumimoji="0" lang="en-US" altLang="zh-CN" b="0" i="0" u="none" strike="noStrike" kern="0" cap="none" spc="0" normalizeH="0" baseline="0" noProof="0" dirty="0">
                <a:ln>
                  <a:noFill/>
                </a:ln>
                <a:solidFill>
                  <a:prstClr val="black"/>
                </a:solidFill>
                <a:effectLst/>
                <a:uLnTx/>
                <a:uFillTx/>
                <a:latin typeface="微软雅黑"/>
                <a:ea typeface="微软雅黑"/>
              </a:endParaRPr>
            </a:p>
            <a:p>
              <a:pPr marL="228600" marR="0" lvl="0" indent="-228600" defTabSz="914400" eaLnBrk="1" fontAlgn="auto" latinLnBrk="0" hangingPunct="1">
                <a:lnSpc>
                  <a:spcPct val="125000"/>
                </a:lnSpc>
                <a:spcBef>
                  <a:spcPts val="500"/>
                </a:spcBef>
                <a:spcAft>
                  <a:spcPts val="0"/>
                </a:spcAft>
                <a:buClrTx/>
                <a:buSzTx/>
                <a:buFont typeface="Arial" panose="020B0604020202090204" pitchFamily="34" charset="0"/>
                <a:buChar char="•"/>
                <a:defRPr/>
              </a:pPr>
              <a:r>
                <a:rPr kumimoji="0" lang="zh-CN" altLang="en-US" b="0" i="0" u="none" strike="noStrike" kern="0" cap="none" spc="0" normalizeH="0" baseline="0" noProof="0" dirty="0">
                  <a:ln>
                    <a:noFill/>
                  </a:ln>
                  <a:solidFill>
                    <a:prstClr val="black"/>
                  </a:solidFill>
                  <a:effectLst/>
                  <a:uLnTx/>
                  <a:uFillTx/>
                  <a:latin typeface="微软雅黑"/>
                  <a:ea typeface="微软雅黑"/>
                </a:rPr>
                <a:t>使用前需 </a:t>
              </a:r>
              <a:r>
                <a:rPr kumimoji="0" lang="en-US" altLang="zh-CN" b="0" i="0" u="none" strike="noStrike" kern="0" cap="none" spc="0" normalizeH="0" baseline="0" noProof="0" dirty="0">
                  <a:ln>
                    <a:noFill/>
                  </a:ln>
                  <a:solidFill>
                    <a:prstClr val="black"/>
                  </a:solidFill>
                  <a:effectLst/>
                  <a:uLnTx/>
                  <a:uFillTx/>
                  <a:latin typeface="微软雅黑"/>
                  <a:ea typeface="微软雅黑"/>
                </a:rPr>
                <a:t>pip install </a:t>
              </a:r>
              <a:r>
                <a:rPr kumimoji="0" lang="en-US" altLang="zh-CN" b="0" i="0" u="none" strike="noStrike" kern="0" cap="none" spc="0" normalizeH="0" baseline="0" noProof="0" dirty="0" err="1">
                  <a:ln>
                    <a:noFill/>
                  </a:ln>
                  <a:solidFill>
                    <a:prstClr val="black"/>
                  </a:solidFill>
                  <a:effectLst/>
                  <a:uLnTx/>
                  <a:uFillTx/>
                  <a:latin typeface="微软雅黑"/>
                  <a:ea typeface="微软雅黑"/>
                </a:rPr>
                <a:t>sqlalchemy</a:t>
              </a:r>
              <a:endParaRPr kumimoji="0" lang="en-US" altLang="zh-CN" b="0" i="0" u="none" strike="noStrike" kern="0" cap="none" spc="0" normalizeH="0" baseline="0" noProof="0" dirty="0">
                <a:ln>
                  <a:noFill/>
                </a:ln>
                <a:solidFill>
                  <a:prstClr val="black"/>
                </a:solidFill>
                <a:effectLst/>
                <a:uLnTx/>
                <a:uFillTx/>
                <a:latin typeface="微软雅黑"/>
                <a:ea typeface="微软雅黑"/>
              </a:endParaRPr>
            </a:p>
          </p:txBody>
        </p:sp>
      </p:grpSp>
      <p:grpSp>
        <p:nvGrpSpPr>
          <p:cNvPr id="17" name="组合 16"/>
          <p:cNvGrpSpPr/>
          <p:nvPr/>
        </p:nvGrpSpPr>
        <p:grpSpPr>
          <a:xfrm>
            <a:off x="6129975" y="2215376"/>
            <a:ext cx="2613600" cy="3813409"/>
            <a:chOff x="6523262" y="2421852"/>
            <a:chExt cx="2613600" cy="3813409"/>
          </a:xfrm>
        </p:grpSpPr>
        <p:grpSp>
          <p:nvGrpSpPr>
            <p:cNvPr id="18" name="组合 17"/>
            <p:cNvGrpSpPr/>
            <p:nvPr/>
          </p:nvGrpSpPr>
          <p:grpSpPr>
            <a:xfrm>
              <a:off x="6523262" y="2421852"/>
              <a:ext cx="2613600" cy="3763551"/>
              <a:chOff x="6796721" y="2421852"/>
              <a:chExt cx="2613600" cy="3763551"/>
            </a:xfrm>
          </p:grpSpPr>
          <p:sp>
            <p:nvSpPr>
              <p:cNvPr id="20" name="任意多边形: 形状 19"/>
              <p:cNvSpPr/>
              <p:nvPr/>
            </p:nvSpPr>
            <p:spPr>
              <a:xfrm>
                <a:off x="6796721" y="2905513"/>
                <a:ext cx="2613600" cy="3279890"/>
              </a:xfrm>
              <a:custGeom>
                <a:avLst/>
                <a:gdLst>
                  <a:gd name="connsiteX0" fmla="*/ 107 w 8920590"/>
                  <a:gd name="connsiteY0" fmla="*/ 80 h 5017831"/>
                  <a:gd name="connsiteX1" fmla="*/ 8920697 w 8920590"/>
                  <a:gd name="connsiteY1" fmla="*/ 80 h 5017831"/>
                  <a:gd name="connsiteX2" fmla="*/ 8920697 w 8920590"/>
                  <a:gd name="connsiteY2" fmla="*/ 5017912 h 5017831"/>
                  <a:gd name="connsiteX3" fmla="*/ 107 w 8920590"/>
                  <a:gd name="connsiteY3" fmla="*/ 5017912 h 5017831"/>
                </a:gdLst>
                <a:ahLst/>
                <a:cxnLst>
                  <a:cxn ang="0">
                    <a:pos x="connsiteX0" y="connsiteY0"/>
                  </a:cxn>
                  <a:cxn ang="0">
                    <a:pos x="connsiteX1" y="connsiteY1"/>
                  </a:cxn>
                  <a:cxn ang="0">
                    <a:pos x="connsiteX2" y="connsiteY2"/>
                  </a:cxn>
                  <a:cxn ang="0">
                    <a:pos x="connsiteX3" y="connsiteY3"/>
                  </a:cxn>
                </a:cxnLst>
                <a:rect l="l" t="t" r="r" b="b"/>
                <a:pathLst>
                  <a:path w="8920590" h="5017831">
                    <a:moveTo>
                      <a:pt x="107" y="80"/>
                    </a:moveTo>
                    <a:lnTo>
                      <a:pt x="8920697" y="80"/>
                    </a:lnTo>
                    <a:lnTo>
                      <a:pt x="8920697" y="5017912"/>
                    </a:lnTo>
                    <a:lnTo>
                      <a:pt x="107" y="5017912"/>
                    </a:lnTo>
                    <a:close/>
                  </a:path>
                </a:pathLst>
              </a:custGeom>
              <a:solidFill>
                <a:srgbClr val="F2BA02">
                  <a:lumMod val="20000"/>
                  <a:lumOff val="80000"/>
                </a:srgbClr>
              </a:solidFill>
              <a:ln w="38100" cap="flat" cmpd="sng" algn="ctr">
                <a:noFill/>
                <a:prstDash val="solid"/>
                <a:round/>
              </a:ln>
              <a:effectLst/>
            </p:spPr>
            <p:txBody>
              <a:bodyPr rot="0" spcFirstLastPara="0" vert="horz" wrap="square" lIns="91440" tIns="45720" rIns="91440" bIns="45720" numCol="1" spcCol="0" rtlCol="0" fromWordArt="0" anchor="t"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微软雅黑"/>
                  <a:cs typeface="+mn-cs"/>
                </a:endParaRPr>
              </a:p>
            </p:txBody>
          </p:sp>
          <p:sp>
            <p:nvSpPr>
              <p:cNvPr id="21" name="文本框 20"/>
              <p:cNvSpPr txBox="1"/>
              <p:nvPr/>
            </p:nvSpPr>
            <p:spPr>
              <a:xfrm>
                <a:off x="6796721" y="2421852"/>
                <a:ext cx="1799206" cy="461665"/>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srgbClr val="F2BA02">
                        <a:lumMod val="75000"/>
                      </a:srgbClr>
                    </a:solidFill>
                    <a:effectLst/>
                    <a:uLnTx/>
                    <a:uFillTx/>
                    <a:latin typeface="微软雅黑"/>
                    <a:ea typeface="微软雅黑"/>
                  </a:rPr>
                  <a:t>SQLite</a:t>
                </a:r>
                <a:endParaRPr kumimoji="0" lang="en-US" altLang="zh-CN" sz="2400" b="1" i="0" u="none" strike="noStrike" kern="0" cap="none" spc="0" normalizeH="0" baseline="0" noProof="0" dirty="0">
                  <a:ln>
                    <a:noFill/>
                  </a:ln>
                  <a:solidFill>
                    <a:srgbClr val="F2BA02">
                      <a:lumMod val="75000"/>
                    </a:srgbClr>
                  </a:solidFill>
                  <a:effectLst/>
                  <a:uLnTx/>
                  <a:uFillTx/>
                  <a:latin typeface="微软雅黑"/>
                  <a:ea typeface="微软雅黑"/>
                </a:endParaRPr>
              </a:p>
            </p:txBody>
          </p:sp>
        </p:grpSp>
        <p:sp>
          <p:nvSpPr>
            <p:cNvPr id="19" name="文本框 18"/>
            <p:cNvSpPr txBox="1"/>
            <p:nvPr/>
          </p:nvSpPr>
          <p:spPr>
            <a:xfrm>
              <a:off x="6523262" y="2930061"/>
              <a:ext cx="2613600" cy="3305200"/>
            </a:xfrm>
            <a:prstGeom prst="rect">
              <a:avLst/>
            </a:prstGeom>
            <a:noFill/>
          </p:spPr>
          <p:txBody>
            <a:bodyPr wrap="square">
              <a:spAutoFit/>
            </a:bodyPr>
            <a:lstStyle/>
            <a:p>
              <a:pPr marL="285750" marR="0" lvl="0" indent="-285750" defTabSz="914400" eaLnBrk="1" fontAlgn="auto" latinLnBrk="0" hangingPunct="1">
                <a:lnSpc>
                  <a:spcPct val="125000"/>
                </a:lnSpc>
                <a:spcBef>
                  <a:spcPts val="500"/>
                </a:spcBef>
                <a:spcAft>
                  <a:spcPts val="0"/>
                </a:spcAft>
                <a:buClrTx/>
                <a:buSzTx/>
                <a:buFont typeface="Arial" panose="020B0604020202090204" pitchFamily="34" charset="0"/>
                <a:buChar char="•"/>
                <a:defRPr/>
              </a:pPr>
              <a:r>
                <a:rPr kumimoji="0" lang="en-US" altLang="zh-CN" sz="1800" b="0" i="0" u="none" strike="noStrike" kern="0" cap="none" spc="0" normalizeH="0" baseline="0" noProof="0" dirty="0">
                  <a:ln>
                    <a:noFill/>
                  </a:ln>
                  <a:solidFill>
                    <a:prstClr val="black"/>
                  </a:solidFill>
                  <a:effectLst/>
                  <a:uLnTx/>
                  <a:uFillTx/>
                  <a:latin typeface="微软雅黑"/>
                  <a:ea typeface="微软雅黑"/>
                </a:rPr>
                <a:t>Python </a:t>
              </a:r>
              <a:r>
                <a:rPr kumimoji="0" lang="zh-CN" altLang="en-US" sz="1800" b="0" i="0" u="none" strike="noStrike" kern="0" cap="none" spc="0" normalizeH="0" baseline="0" noProof="0" dirty="0">
                  <a:ln>
                    <a:noFill/>
                  </a:ln>
                  <a:solidFill>
                    <a:prstClr val="black"/>
                  </a:solidFill>
                  <a:effectLst/>
                  <a:uLnTx/>
                  <a:uFillTx/>
                  <a:latin typeface="微软雅黑"/>
                  <a:ea typeface="微软雅黑"/>
                </a:rPr>
                <a:t>内置的一个轻量级数据库。</a:t>
              </a:r>
              <a:endParaRPr kumimoji="0" lang="en-US" altLang="zh-CN" sz="1800" b="0" i="0" u="none" strike="noStrike" kern="0" cap="none" spc="0" normalizeH="0" baseline="0" noProof="0" dirty="0">
                <a:ln>
                  <a:noFill/>
                </a:ln>
                <a:solidFill>
                  <a:prstClr val="black"/>
                </a:solidFill>
                <a:effectLst/>
                <a:uLnTx/>
                <a:uFillTx/>
                <a:latin typeface="微软雅黑"/>
                <a:ea typeface="微软雅黑"/>
              </a:endParaRPr>
            </a:p>
            <a:p>
              <a:pPr marL="285750" marR="0" lvl="0" indent="-285750" defTabSz="914400" eaLnBrk="1" fontAlgn="auto" latinLnBrk="0" hangingPunct="1">
                <a:lnSpc>
                  <a:spcPct val="125000"/>
                </a:lnSpc>
                <a:spcBef>
                  <a:spcPts val="500"/>
                </a:spcBef>
                <a:spcAft>
                  <a:spcPts val="0"/>
                </a:spcAft>
                <a:buClrTx/>
                <a:buSzTx/>
                <a:buFont typeface="Arial" panose="020B0604020202090204" pitchFamily="34" charset="0"/>
                <a:buChar char="•"/>
                <a:defRPr/>
              </a:pPr>
              <a:r>
                <a:rPr kumimoji="0" lang="zh-CN" altLang="en-US" sz="1800" b="0" i="0" u="none" strike="noStrike" kern="0" cap="none" spc="0" normalizeH="0" baseline="0" noProof="0" dirty="0">
                  <a:ln>
                    <a:noFill/>
                  </a:ln>
                  <a:solidFill>
                    <a:prstClr val="black"/>
                  </a:solidFill>
                  <a:effectLst/>
                  <a:uLnTx/>
                  <a:uFillTx/>
                  <a:latin typeface="微软雅黑"/>
                  <a:ea typeface="微软雅黑"/>
                </a:rPr>
                <a:t>可以直接使用。</a:t>
              </a:r>
              <a:endParaRPr kumimoji="0" lang="en-US" altLang="zh-CN" sz="1800" b="0" i="0" u="none" strike="noStrike" kern="0" cap="none" spc="0" normalizeH="0" baseline="0" noProof="0" dirty="0">
                <a:ln>
                  <a:noFill/>
                </a:ln>
                <a:solidFill>
                  <a:prstClr val="black"/>
                </a:solidFill>
                <a:effectLst/>
                <a:uLnTx/>
                <a:uFillTx/>
                <a:latin typeface="微软雅黑"/>
                <a:ea typeface="微软雅黑"/>
              </a:endParaRPr>
            </a:p>
            <a:p>
              <a:pPr marL="285750" marR="0" lvl="0" indent="-285750" defTabSz="914400" eaLnBrk="1" fontAlgn="auto" latinLnBrk="0" hangingPunct="1">
                <a:lnSpc>
                  <a:spcPct val="125000"/>
                </a:lnSpc>
                <a:spcBef>
                  <a:spcPts val="500"/>
                </a:spcBef>
                <a:spcAft>
                  <a:spcPts val="0"/>
                </a:spcAft>
                <a:buClrTx/>
                <a:buSzTx/>
                <a:buFont typeface="Arial" panose="020B0604020202090204" pitchFamily="34" charset="0"/>
                <a:buChar char="•"/>
                <a:defRPr/>
              </a:pPr>
              <a:r>
                <a:rPr kumimoji="0" lang="zh-CN" altLang="en-US" sz="1800" b="0" i="0" u="none" strike="noStrike" kern="0" cap="none" spc="0" normalizeH="0" baseline="0" noProof="0" dirty="0">
                  <a:ln>
                    <a:noFill/>
                  </a:ln>
                  <a:solidFill>
                    <a:prstClr val="black"/>
                  </a:solidFill>
                  <a:effectLst/>
                  <a:uLnTx/>
                  <a:uFillTx/>
                  <a:latin typeface="微软雅黑"/>
                  <a:ea typeface="微软雅黑"/>
                </a:rPr>
                <a:t>使用其它数据库时，需要 </a:t>
              </a:r>
              <a:r>
                <a:rPr kumimoji="0" lang="en-US" altLang="zh-CN" sz="1800" b="0" i="0" u="none" strike="noStrike" kern="0" cap="none" spc="0" normalizeH="0" baseline="0" noProof="0" dirty="0">
                  <a:ln>
                    <a:noFill/>
                  </a:ln>
                  <a:solidFill>
                    <a:prstClr val="black"/>
                  </a:solidFill>
                  <a:effectLst/>
                  <a:uLnTx/>
                  <a:uFillTx/>
                  <a:latin typeface="微软雅黑"/>
                  <a:ea typeface="微软雅黑"/>
                </a:rPr>
                <a:t>pip </a:t>
              </a:r>
              <a:r>
                <a:rPr kumimoji="0" lang="zh-CN" altLang="en-US" sz="1800" b="0" i="0" u="none" strike="noStrike" kern="0" cap="none" spc="0" normalizeH="0" baseline="0" noProof="0" dirty="0">
                  <a:ln>
                    <a:noFill/>
                  </a:ln>
                  <a:solidFill>
                    <a:prstClr val="black"/>
                  </a:solidFill>
                  <a:effectLst/>
                  <a:uLnTx/>
                  <a:uFillTx/>
                  <a:latin typeface="微软雅黑"/>
                  <a:ea typeface="微软雅黑"/>
                </a:rPr>
                <a:t>安装与数据库匹配的驱动，例如</a:t>
              </a:r>
              <a:r>
                <a:rPr kumimoji="0" lang="en-US" altLang="zh-CN" sz="1800" b="0" i="0" u="none" strike="noStrike" kern="0" cap="none" spc="0" normalizeH="0" baseline="0" noProof="0" dirty="0" err="1">
                  <a:ln>
                    <a:noFill/>
                  </a:ln>
                  <a:solidFill>
                    <a:prstClr val="black"/>
                  </a:solidFill>
                  <a:effectLst/>
                  <a:uLnTx/>
                  <a:uFillTx/>
                  <a:latin typeface="微软雅黑"/>
                  <a:ea typeface="微软雅黑"/>
                </a:rPr>
                <a:t>mysqlclient</a:t>
              </a:r>
              <a:r>
                <a:rPr kumimoji="0" lang="zh-CN" altLang="en-US" sz="1800" b="0" i="0" u="none" strike="noStrike" kern="0" cap="none" spc="0" normalizeH="0" baseline="0" noProof="0" dirty="0">
                  <a:ln>
                    <a:noFill/>
                  </a:ln>
                  <a:solidFill>
                    <a:prstClr val="black"/>
                  </a:solidFill>
                  <a:effectLst/>
                  <a:uLnTx/>
                  <a:uFillTx/>
                  <a:latin typeface="微软雅黑"/>
                  <a:ea typeface="微软雅黑"/>
                </a:rPr>
                <a:t>、 </a:t>
              </a:r>
              <a:r>
                <a:rPr kumimoji="0" lang="en-US" altLang="zh-CN" sz="1800" b="0" i="0" u="none" strike="noStrike" kern="0" cap="none" spc="0" normalizeH="0" baseline="0" noProof="0" dirty="0" err="1">
                  <a:ln>
                    <a:noFill/>
                  </a:ln>
                  <a:solidFill>
                    <a:prstClr val="black"/>
                  </a:solidFill>
                  <a:effectLst/>
                  <a:uLnTx/>
                  <a:uFillTx/>
                  <a:latin typeface="微软雅黑"/>
                  <a:ea typeface="微软雅黑"/>
                </a:rPr>
                <a:t>pymssql</a:t>
              </a:r>
              <a:r>
                <a:rPr kumimoji="0" lang="zh-CN" altLang="en-US" sz="1800" b="0" i="0" u="none" strike="noStrike" kern="0" cap="none" spc="0" normalizeH="0" baseline="0" noProof="0" dirty="0">
                  <a:ln>
                    <a:noFill/>
                  </a:ln>
                  <a:solidFill>
                    <a:prstClr val="black"/>
                  </a:solidFill>
                  <a:effectLst/>
                  <a:uLnTx/>
                  <a:uFillTx/>
                  <a:latin typeface="微软雅黑"/>
                  <a:ea typeface="微软雅黑"/>
                </a:rPr>
                <a:t>、</a:t>
              </a:r>
              <a:r>
                <a:rPr kumimoji="0" lang="en-US" altLang="zh-CN" sz="1800" b="0" i="0" u="none" strike="noStrike" kern="0" cap="none" spc="0" normalizeH="0" baseline="0" noProof="0" dirty="0">
                  <a:ln>
                    <a:noFill/>
                  </a:ln>
                  <a:solidFill>
                    <a:prstClr val="black"/>
                  </a:solidFill>
                  <a:effectLst/>
                  <a:uLnTx/>
                  <a:uFillTx/>
                  <a:latin typeface="微软雅黑"/>
                  <a:ea typeface="微软雅黑"/>
                </a:rPr>
                <a:t>psycopg2</a:t>
              </a:r>
              <a:r>
                <a:rPr kumimoji="0" lang="zh-CN" altLang="en-US" sz="1800" b="0" i="0" u="none" strike="noStrike" kern="0" cap="none" spc="0" normalizeH="0" baseline="0" noProof="0" dirty="0">
                  <a:ln>
                    <a:noFill/>
                  </a:ln>
                  <a:solidFill>
                    <a:prstClr val="black"/>
                  </a:solidFill>
                  <a:effectLst/>
                  <a:uLnTx/>
                  <a:uFillTx/>
                  <a:latin typeface="微软雅黑"/>
                  <a:ea typeface="微软雅黑"/>
                </a:rPr>
                <a:t>、 </a:t>
              </a:r>
              <a:r>
                <a:rPr kumimoji="0" lang="en-US" altLang="zh-CN" sz="1800" b="0" i="0" u="none" strike="noStrike" kern="0" cap="none" spc="0" normalizeH="0" baseline="0" noProof="0" dirty="0">
                  <a:ln>
                    <a:noFill/>
                  </a:ln>
                  <a:solidFill>
                    <a:prstClr val="black"/>
                  </a:solidFill>
                  <a:effectLst/>
                  <a:uLnTx/>
                  <a:uFillTx/>
                  <a:latin typeface="微软雅黑"/>
                  <a:ea typeface="微软雅黑"/>
                </a:rPr>
                <a:t>cx-Oracle </a:t>
              </a:r>
              <a:r>
                <a:rPr kumimoji="0" lang="zh-CN" altLang="en-US" sz="1800" b="0" i="0" u="none" strike="noStrike" kern="0" cap="none" spc="0" normalizeH="0" baseline="0" noProof="0" dirty="0">
                  <a:ln>
                    <a:noFill/>
                  </a:ln>
                  <a:solidFill>
                    <a:prstClr val="black"/>
                  </a:solidFill>
                  <a:effectLst/>
                  <a:uLnTx/>
                  <a:uFillTx/>
                  <a:latin typeface="微软雅黑"/>
                  <a:ea typeface="微软雅黑"/>
                </a:rPr>
                <a:t>或 </a:t>
              </a:r>
              <a:r>
                <a:rPr kumimoji="0" lang="en-US" altLang="zh-CN" sz="1800" b="0" i="0" u="none" strike="noStrike" kern="0" cap="none" spc="0" normalizeH="0" baseline="0" noProof="0" dirty="0" err="1">
                  <a:ln>
                    <a:noFill/>
                  </a:ln>
                  <a:solidFill>
                    <a:prstClr val="black"/>
                  </a:solidFill>
                  <a:effectLst/>
                  <a:uLnTx/>
                  <a:uFillTx/>
                  <a:latin typeface="微软雅黑"/>
                  <a:ea typeface="微软雅黑"/>
                </a:rPr>
                <a:t>fdb</a:t>
              </a:r>
              <a:r>
                <a:rPr kumimoji="0" lang="zh-CN" altLang="en-US" sz="1800" b="0" i="0" u="none" strike="noStrike" kern="0" cap="none" spc="0" normalizeH="0" baseline="0" noProof="0" dirty="0">
                  <a:ln>
                    <a:noFill/>
                  </a:ln>
                  <a:solidFill>
                    <a:prstClr val="black"/>
                  </a:solidFill>
                  <a:effectLst/>
                  <a:uLnTx/>
                  <a:uFillTx/>
                  <a:latin typeface="微软雅黑"/>
                  <a:ea typeface="微软雅黑"/>
                </a:rPr>
                <a:t>等。</a:t>
              </a:r>
              <a:endParaRPr kumimoji="0" lang="en-US" altLang="zh-CN" sz="1800" b="0" i="0" u="none" strike="noStrike" kern="0" cap="none" spc="0" normalizeH="0" baseline="0" noProof="0" dirty="0">
                <a:ln>
                  <a:noFill/>
                </a:ln>
                <a:solidFill>
                  <a:prstClr val="black"/>
                </a:solidFill>
                <a:effectLst/>
                <a:uLnTx/>
                <a:uFillTx/>
                <a:latin typeface="微软雅黑"/>
                <a:ea typeface="微软雅黑"/>
              </a:endParaRPr>
            </a:p>
          </p:txBody>
        </p:sp>
      </p:grpSp>
      <p:grpSp>
        <p:nvGrpSpPr>
          <p:cNvPr id="22" name="组合 21"/>
          <p:cNvGrpSpPr/>
          <p:nvPr/>
        </p:nvGrpSpPr>
        <p:grpSpPr>
          <a:xfrm>
            <a:off x="8900544" y="2208504"/>
            <a:ext cx="2661524" cy="3770423"/>
            <a:chOff x="9293831" y="2414980"/>
            <a:chExt cx="2661524" cy="3770423"/>
          </a:xfrm>
        </p:grpSpPr>
        <p:grpSp>
          <p:nvGrpSpPr>
            <p:cNvPr id="23" name="组合 22"/>
            <p:cNvGrpSpPr/>
            <p:nvPr/>
          </p:nvGrpSpPr>
          <p:grpSpPr>
            <a:xfrm>
              <a:off x="9293831" y="2414980"/>
              <a:ext cx="2613600" cy="3770423"/>
              <a:chOff x="9840748" y="2414980"/>
              <a:chExt cx="2613600" cy="3770423"/>
            </a:xfrm>
          </p:grpSpPr>
          <p:sp>
            <p:nvSpPr>
              <p:cNvPr id="25" name="任意多边形: 形状 24"/>
              <p:cNvSpPr/>
              <p:nvPr/>
            </p:nvSpPr>
            <p:spPr>
              <a:xfrm>
                <a:off x="9840748" y="2920948"/>
                <a:ext cx="2613600" cy="3264455"/>
              </a:xfrm>
              <a:custGeom>
                <a:avLst/>
                <a:gdLst>
                  <a:gd name="connsiteX0" fmla="*/ 107 w 8920590"/>
                  <a:gd name="connsiteY0" fmla="*/ 80 h 5017831"/>
                  <a:gd name="connsiteX1" fmla="*/ 8920697 w 8920590"/>
                  <a:gd name="connsiteY1" fmla="*/ 80 h 5017831"/>
                  <a:gd name="connsiteX2" fmla="*/ 8920697 w 8920590"/>
                  <a:gd name="connsiteY2" fmla="*/ 5017912 h 5017831"/>
                  <a:gd name="connsiteX3" fmla="*/ 107 w 8920590"/>
                  <a:gd name="connsiteY3" fmla="*/ 5017912 h 5017831"/>
                </a:gdLst>
                <a:ahLst/>
                <a:cxnLst>
                  <a:cxn ang="0">
                    <a:pos x="connsiteX0" y="connsiteY0"/>
                  </a:cxn>
                  <a:cxn ang="0">
                    <a:pos x="connsiteX1" y="connsiteY1"/>
                  </a:cxn>
                  <a:cxn ang="0">
                    <a:pos x="connsiteX2" y="connsiteY2"/>
                  </a:cxn>
                  <a:cxn ang="0">
                    <a:pos x="connsiteX3" y="connsiteY3"/>
                  </a:cxn>
                </a:cxnLst>
                <a:rect l="l" t="t" r="r" b="b"/>
                <a:pathLst>
                  <a:path w="8920590" h="5017831">
                    <a:moveTo>
                      <a:pt x="107" y="80"/>
                    </a:moveTo>
                    <a:lnTo>
                      <a:pt x="8920697" y="80"/>
                    </a:lnTo>
                    <a:lnTo>
                      <a:pt x="8920697" y="5017912"/>
                    </a:lnTo>
                    <a:lnTo>
                      <a:pt x="107" y="5017912"/>
                    </a:lnTo>
                    <a:close/>
                  </a:path>
                </a:pathLst>
              </a:custGeom>
              <a:solidFill>
                <a:srgbClr val="75BD42">
                  <a:lumMod val="20000"/>
                  <a:lumOff val="80000"/>
                </a:srgbClr>
              </a:solidFill>
              <a:ln w="38100" cap="flat" cmpd="sng" algn="ctr">
                <a:noFill/>
                <a:prstDash val="solid"/>
                <a:round/>
              </a:ln>
              <a:effectLst/>
            </p:spPr>
            <p:txBody>
              <a:bodyPr rot="0" spcFirstLastPara="0" vert="horz" wrap="square" lIns="91440" tIns="45720" rIns="91440" bIns="45720" numCol="1" spcCol="0" rtlCol="0" fromWordArt="0" anchor="t"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微软雅黑"/>
                  <a:cs typeface="+mn-cs"/>
                </a:endParaRPr>
              </a:p>
            </p:txBody>
          </p:sp>
          <p:sp>
            <p:nvSpPr>
              <p:cNvPr id="26" name="文本框 25"/>
              <p:cNvSpPr txBox="1"/>
              <p:nvPr/>
            </p:nvSpPr>
            <p:spPr>
              <a:xfrm>
                <a:off x="9840748" y="2414980"/>
                <a:ext cx="1799206" cy="461665"/>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srgbClr val="30C0B4">
                        <a:lumMod val="75000"/>
                      </a:srgbClr>
                    </a:solidFill>
                    <a:effectLst/>
                    <a:uLnTx/>
                    <a:uFillTx/>
                    <a:latin typeface="微软雅黑"/>
                    <a:ea typeface="微软雅黑"/>
                  </a:rPr>
                  <a:t>Pandas</a:t>
                </a:r>
                <a:endParaRPr kumimoji="0" lang="en-US" altLang="zh-CN" sz="2400" b="1" i="0" u="none" strike="noStrike" kern="0" cap="none" spc="0" normalizeH="0" baseline="0" noProof="0" dirty="0">
                  <a:ln>
                    <a:noFill/>
                  </a:ln>
                  <a:solidFill>
                    <a:srgbClr val="30C0B4">
                      <a:lumMod val="75000"/>
                    </a:srgbClr>
                  </a:solidFill>
                  <a:effectLst/>
                  <a:uLnTx/>
                  <a:uFillTx/>
                  <a:latin typeface="微软雅黑"/>
                  <a:ea typeface="微软雅黑"/>
                </a:endParaRPr>
              </a:p>
            </p:txBody>
          </p:sp>
        </p:grpSp>
        <p:sp>
          <p:nvSpPr>
            <p:cNvPr id="24" name="文本框 23"/>
            <p:cNvSpPr txBox="1"/>
            <p:nvPr/>
          </p:nvSpPr>
          <p:spPr>
            <a:xfrm>
              <a:off x="9293831" y="2920948"/>
              <a:ext cx="2661524" cy="2484463"/>
            </a:xfrm>
            <a:prstGeom prst="rect">
              <a:avLst/>
            </a:prstGeom>
            <a:noFill/>
          </p:spPr>
          <p:txBody>
            <a:bodyPr wrap="square">
              <a:spAutoFit/>
            </a:bodyPr>
            <a:lstStyle>
              <a:defPPr>
                <a:defRPr lang="zh-CN"/>
              </a:defPPr>
              <a:lvl1pPr marL="285750" indent="-285750">
                <a:lnSpc>
                  <a:spcPct val="130000"/>
                </a:lnSpc>
                <a:buFont typeface="Arial" panose="020B0604020202090204" pitchFamily="34" charset="0"/>
                <a:buChar char="•"/>
              </a:lvl1pPr>
            </a:lstStyle>
            <a:p>
              <a:pPr marL="285750" marR="0" lvl="0" indent="-285750" defTabSz="914400" eaLnBrk="1" fontAlgn="auto" latinLnBrk="0" hangingPunct="1">
                <a:lnSpc>
                  <a:spcPct val="125000"/>
                </a:lnSpc>
                <a:spcBef>
                  <a:spcPts val="1000"/>
                </a:spcBef>
                <a:spcAft>
                  <a:spcPts val="0"/>
                </a:spcAft>
                <a:buClrTx/>
                <a:buSzTx/>
                <a:buFont typeface="Arial" panose="020B0604020202090204" pitchFamily="34" charset="0"/>
                <a:buChar char="•"/>
                <a:defRPr/>
              </a:pPr>
              <a:r>
                <a:rPr kumimoji="0" lang="en-US" altLang="zh-CN" sz="1800" b="0" i="0" u="none" strike="noStrike" kern="0" cap="none" spc="0" normalizeH="0" baseline="0" noProof="0" dirty="0">
                  <a:ln>
                    <a:noFill/>
                  </a:ln>
                  <a:solidFill>
                    <a:prstClr val="black"/>
                  </a:solidFill>
                  <a:effectLst/>
                  <a:uLnTx/>
                  <a:uFillTx/>
                  <a:latin typeface="微软雅黑"/>
                  <a:ea typeface="微软雅黑"/>
                </a:rPr>
                <a:t>Pandas</a:t>
              </a:r>
              <a:r>
                <a:rPr kumimoji="0" lang="zh-CN" altLang="en-US" sz="1800" b="0" i="0" u="none" strike="noStrike" kern="0" cap="none" spc="0" normalizeH="0" baseline="0" noProof="0" dirty="0">
                  <a:ln>
                    <a:noFill/>
                  </a:ln>
                  <a:solidFill>
                    <a:prstClr val="black"/>
                  </a:solidFill>
                  <a:effectLst/>
                  <a:uLnTx/>
                  <a:uFillTx/>
                  <a:latin typeface="微软雅黑"/>
                  <a:ea typeface="微软雅黑"/>
                </a:rPr>
                <a:t>中的</a:t>
              </a:r>
              <a:r>
                <a:rPr kumimoji="0" lang="en-US" altLang="zh-CN" sz="1800" b="0" i="0" u="none" strike="noStrike" kern="0" cap="none" spc="0" normalizeH="0" baseline="0" noProof="0" dirty="0" err="1">
                  <a:ln>
                    <a:noFill/>
                  </a:ln>
                  <a:solidFill>
                    <a:prstClr val="black"/>
                  </a:solidFill>
                  <a:effectLst/>
                  <a:uLnTx/>
                  <a:uFillTx/>
                  <a:latin typeface="微软雅黑"/>
                  <a:ea typeface="微软雅黑"/>
                </a:rPr>
                <a:t>read_sql</a:t>
              </a:r>
              <a:r>
                <a:rPr kumimoji="0" lang="en-US" altLang="zh-CN" sz="1800" b="0" i="0" u="none" strike="noStrike" kern="0" cap="none" spc="0" normalizeH="0" baseline="0" noProof="0" dirty="0">
                  <a:ln>
                    <a:noFill/>
                  </a:ln>
                  <a:solidFill>
                    <a:prstClr val="black"/>
                  </a:solidFill>
                  <a:effectLst/>
                  <a:uLnTx/>
                  <a:uFillTx/>
                  <a:latin typeface="微软雅黑"/>
                  <a:ea typeface="微软雅黑"/>
                </a:rPr>
                <a:t>() </a:t>
              </a:r>
              <a:r>
                <a:rPr kumimoji="0" lang="zh-CN" altLang="en-US" sz="1800" b="0" i="0" u="none" strike="noStrike" kern="0" cap="none" spc="0" normalizeH="0" baseline="0" noProof="0" dirty="0">
                  <a:ln>
                    <a:noFill/>
                  </a:ln>
                  <a:solidFill>
                    <a:prstClr val="black"/>
                  </a:solidFill>
                  <a:effectLst/>
                  <a:uLnTx/>
                  <a:uFillTx/>
                  <a:latin typeface="微软雅黑"/>
                  <a:ea typeface="微软雅黑"/>
                </a:rPr>
                <a:t>方法可以查询数据库中的数据并直接返回</a:t>
              </a:r>
              <a:r>
                <a:rPr kumimoji="0" lang="en-US" altLang="zh-CN" sz="1800" b="0" i="0" u="none" strike="noStrike" kern="0" cap="none" spc="0" normalizeH="0" baseline="0" noProof="0" dirty="0" err="1">
                  <a:ln>
                    <a:noFill/>
                  </a:ln>
                  <a:solidFill>
                    <a:prstClr val="black"/>
                  </a:solidFill>
                  <a:effectLst/>
                  <a:uLnTx/>
                  <a:uFillTx/>
                  <a:latin typeface="微软雅黑"/>
                  <a:ea typeface="微软雅黑"/>
                </a:rPr>
                <a:t>DateFrame</a:t>
              </a:r>
              <a:r>
                <a:rPr kumimoji="0" lang="zh-CN" altLang="en-US" sz="1800" b="0" i="0" u="none" strike="noStrike" kern="0" cap="none" spc="0" normalizeH="0" baseline="0" noProof="0" dirty="0">
                  <a:ln>
                    <a:noFill/>
                  </a:ln>
                  <a:solidFill>
                    <a:prstClr val="black"/>
                  </a:solidFill>
                  <a:effectLst/>
                  <a:uLnTx/>
                  <a:uFillTx/>
                  <a:latin typeface="微软雅黑"/>
                  <a:ea typeface="微软雅黑"/>
                </a:rPr>
                <a:t>，在方法的参数中可以传入</a:t>
              </a:r>
              <a:r>
                <a:rPr kumimoji="0" lang="en-US" altLang="zh-CN" sz="1800" b="0" i="0" u="none" strike="noStrike" kern="0" cap="none" spc="0" normalizeH="0" baseline="0" noProof="0" dirty="0">
                  <a:ln>
                    <a:noFill/>
                  </a:ln>
                  <a:solidFill>
                    <a:prstClr val="black"/>
                  </a:solidFill>
                  <a:effectLst/>
                  <a:uLnTx/>
                  <a:uFillTx/>
                  <a:latin typeface="微软雅黑"/>
                  <a:ea typeface="微软雅黑"/>
                </a:rPr>
                <a:t>SQL </a:t>
              </a:r>
              <a:r>
                <a:rPr kumimoji="0" lang="zh-CN" altLang="en-US" sz="1800" b="0" i="0" u="none" strike="noStrike" kern="0" cap="none" spc="0" normalizeH="0" baseline="0" noProof="0" dirty="0">
                  <a:ln>
                    <a:noFill/>
                  </a:ln>
                  <a:solidFill>
                    <a:prstClr val="black"/>
                  </a:solidFill>
                  <a:effectLst/>
                  <a:uLnTx/>
                  <a:uFillTx/>
                  <a:latin typeface="微软雅黑"/>
                  <a:ea typeface="微软雅黑"/>
                </a:rPr>
                <a:t>语句。</a:t>
              </a:r>
              <a:endParaRPr kumimoji="0" lang="zh-CN" altLang="en-US" sz="1800" b="0" i="0" u="none" strike="noStrike" kern="0" cap="none" spc="0" normalizeH="0" baseline="0" noProof="0" dirty="0">
                <a:ln>
                  <a:noFill/>
                </a:ln>
                <a:solidFill>
                  <a:prstClr val="black"/>
                </a:solidFill>
                <a:effectLst/>
                <a:uLnTx/>
                <a:uFillTx/>
                <a:latin typeface="微软雅黑"/>
                <a:ea typeface="微软雅黑"/>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500"/>
                                        <p:tgtEl>
                                          <p:spTgt spid="17"/>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7.6.3</a:t>
            </a:r>
            <a:endParaRPr lang="zh-CN" altLang="en-US" dirty="0"/>
          </a:p>
        </p:txBody>
      </p:sp>
      <p:sp>
        <p:nvSpPr>
          <p:cNvPr id="3" name="标题 2"/>
          <p:cNvSpPr>
            <a:spLocks noGrp="1"/>
          </p:cNvSpPr>
          <p:nvPr>
            <p:ph type="title"/>
          </p:nvPr>
        </p:nvSpPr>
        <p:spPr/>
        <p:txBody>
          <a:bodyPr/>
          <a:lstStyle/>
          <a:p>
            <a:r>
              <a:rPr lang="zh-CN" altLang="en-US" dirty="0"/>
              <a:t>数据库数据</a:t>
            </a:r>
            <a:endParaRPr lang="zh-CN" altLang="en-US" dirty="0"/>
          </a:p>
        </p:txBody>
      </p:sp>
      <p:sp>
        <p:nvSpPr>
          <p:cNvPr id="6" name="内容占位符 1"/>
          <p:cNvSpPr txBox="1"/>
          <p:nvPr/>
        </p:nvSpPr>
        <p:spPr>
          <a:xfrm>
            <a:off x="925195" y="1051587"/>
            <a:ext cx="10031730" cy="1557244"/>
          </a:xfrm>
          <a:prstGeom prst="rect">
            <a:avLst/>
          </a:prstGeom>
          <a:noFill/>
          <a:ln>
            <a:noFill/>
          </a:ln>
          <a:effectLst/>
        </p:spPr>
        <p:txBody>
          <a:bodyPr vert="horz" lIns="91440" tIns="45720" rIns="91440" bIns="45720" rtlCol="0">
            <a:norm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1000"/>
              </a:spcBef>
              <a:spcAft>
                <a:spcPts val="0"/>
              </a:spcAft>
              <a:buClrTx/>
              <a:buSzTx/>
              <a:buFont typeface="Arial" panose="020B0604020202090204" pitchFamily="34" charset="0"/>
              <a:buNone/>
              <a:defRPr/>
            </a:pPr>
            <a:r>
              <a:rPr kumimoji="0" lang="en-US" altLang="zh-CN" sz="2800" b="1" i="0" u="none" strike="noStrike" kern="1200" cap="none" spc="0" normalizeH="0" baseline="0" noProof="0" dirty="0">
                <a:ln>
                  <a:noFill/>
                </a:ln>
                <a:solidFill>
                  <a:srgbClr val="0070C0"/>
                </a:solidFill>
                <a:effectLst/>
                <a:uLnTx/>
                <a:uFillTx/>
                <a:latin typeface="微软雅黑"/>
                <a:ea typeface="微软雅黑"/>
                <a:cs typeface="+mn-cs"/>
              </a:rPr>
              <a:t>SQLite </a:t>
            </a:r>
            <a:r>
              <a:rPr kumimoji="0" lang="zh-CN" altLang="en-US" sz="2800" b="1" i="0" u="none" strike="noStrike" kern="1200" cap="none" spc="0" normalizeH="0" baseline="0" noProof="0" dirty="0">
                <a:ln>
                  <a:noFill/>
                </a:ln>
                <a:solidFill>
                  <a:srgbClr val="0070C0"/>
                </a:solidFill>
                <a:effectLst/>
                <a:uLnTx/>
                <a:uFillTx/>
                <a:latin typeface="微软雅黑"/>
                <a:ea typeface="微软雅黑"/>
                <a:cs typeface="+mn-cs"/>
              </a:rPr>
              <a:t>数据的读写方法</a:t>
            </a:r>
            <a:endParaRPr kumimoji="0" lang="zh-CN" altLang="en-US" sz="2800" b="1" i="0" u="none" strike="noStrike" kern="1200" cap="none" spc="0" normalizeH="0" baseline="0" noProof="0" dirty="0">
              <a:ln>
                <a:noFill/>
              </a:ln>
              <a:solidFill>
                <a:srgbClr val="0070C0"/>
              </a:solidFill>
              <a:effectLst/>
              <a:uLnTx/>
              <a:uFillTx/>
              <a:latin typeface="微软雅黑"/>
              <a:ea typeface="微软雅黑"/>
              <a:cs typeface="+mn-cs"/>
            </a:endParaRPr>
          </a:p>
          <a:p>
            <a:pPr marL="0" marR="0" lvl="0" indent="457200" algn="l" defTabSz="914400" rtl="0" eaLnBrk="1" fontAlgn="auto" latinLnBrk="0" hangingPunct="1">
              <a:lnSpc>
                <a:spcPct val="150000"/>
              </a:lnSpc>
              <a:spcBef>
                <a:spcPts val="1000"/>
              </a:spcBef>
              <a:spcAft>
                <a:spcPts val="0"/>
              </a:spcAft>
              <a:buClrTx/>
              <a:buSzTx/>
              <a:buFont typeface="Arial" panose="020B0604020202090204" pitchFamily="34" charset="0"/>
              <a:buNone/>
              <a:defRPr/>
            </a:pPr>
            <a:r>
              <a:rPr kumimoji="0" lang="zh-CN" altLang="en-US" sz="2400" b="0" i="0" u="none" strike="noStrike" kern="1200" cap="none" spc="0" normalizeH="0" baseline="0" noProof="0" dirty="0">
                <a:ln>
                  <a:noFill/>
                </a:ln>
                <a:solidFill>
                  <a:sysClr val="windowText" lastClr="000000"/>
                </a:solidFill>
                <a:effectLst/>
                <a:uLnTx/>
                <a:uFillTx/>
                <a:latin typeface="微软雅黑"/>
                <a:ea typeface="微软雅黑"/>
                <a:cs typeface="+mn-cs"/>
              </a:rPr>
              <a:t>创建数据库引擎，数据库位置可用本地路径，也可用网络 </a:t>
            </a:r>
            <a:r>
              <a:rPr kumimoji="0" lang="en-US" altLang="zh-CN" sz="2400" b="0" i="0" u="none" strike="noStrike" kern="1200" cap="none" spc="0" normalizeH="0" baseline="0" noProof="0" dirty="0">
                <a:ln>
                  <a:noFill/>
                </a:ln>
                <a:solidFill>
                  <a:sysClr val="windowText" lastClr="000000"/>
                </a:solidFill>
                <a:effectLst/>
                <a:uLnTx/>
                <a:uFillTx/>
                <a:latin typeface="微软雅黑"/>
                <a:ea typeface="微软雅黑"/>
                <a:cs typeface="+mn-cs"/>
              </a:rPr>
              <a:t>URL</a:t>
            </a:r>
            <a:r>
              <a:rPr kumimoji="0" lang="zh-CN" altLang="en-US" sz="2400" b="0" i="0" u="none" strike="noStrike" kern="1200" cap="none" spc="0" normalizeH="0" baseline="0" noProof="0" dirty="0">
                <a:ln>
                  <a:noFill/>
                </a:ln>
                <a:solidFill>
                  <a:sysClr val="windowText" lastClr="000000"/>
                </a:solidFill>
                <a:effectLst/>
                <a:uLnTx/>
                <a:uFillTx/>
                <a:latin typeface="微软雅黑"/>
                <a:ea typeface="微软雅黑"/>
                <a:cs typeface="+mn-cs"/>
              </a:rPr>
              <a:t>。</a:t>
            </a:r>
            <a:endParaRPr kumimoji="0" lang="zh-CN" altLang="en-US" sz="2400" b="0" i="0" u="none" strike="noStrike" kern="1200" cap="none" spc="0" normalizeH="0" baseline="0" noProof="0" dirty="0">
              <a:ln>
                <a:noFill/>
              </a:ln>
              <a:solidFill>
                <a:sysClr val="windowText" lastClr="000000"/>
              </a:solidFill>
              <a:effectLst/>
              <a:uLnTx/>
              <a:uFillTx/>
              <a:latin typeface="微软雅黑"/>
              <a:ea typeface="微软雅黑"/>
              <a:cs typeface="+mn-cs"/>
            </a:endParaRPr>
          </a:p>
        </p:txBody>
      </p:sp>
      <p:sp>
        <p:nvSpPr>
          <p:cNvPr id="8" name="内容占位符 5"/>
          <p:cNvSpPr txBox="1"/>
          <p:nvPr/>
        </p:nvSpPr>
        <p:spPr>
          <a:xfrm>
            <a:off x="780061" y="2660546"/>
            <a:ext cx="10631877" cy="848651"/>
          </a:xfrm>
          <a:prstGeom prst="roundRect">
            <a:avLst>
              <a:gd name="adj" fmla="val 18448"/>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0" algn="ctr" eaLnBrk="0" fontAlgn="base" hangingPunct="0">
              <a:lnSpc>
                <a:spcPct val="100000"/>
              </a:lnSpc>
              <a:spcBef>
                <a:spcPct val="0"/>
              </a:spcBef>
              <a:spcAft>
                <a:spcPct val="0"/>
              </a:spcAft>
              <a:defRPr/>
            </a:pPr>
            <a:r>
              <a:rPr lang="zh-CN" altLang="zh-CN" sz="2400" b="1" kern="0" dirty="0">
                <a:solidFill>
                  <a:srgbClr val="080808"/>
                </a:solidFill>
                <a:latin typeface="微软雅黑"/>
                <a:ea typeface="微软雅黑"/>
              </a:rPr>
              <a:t>sqlalchemy.</a:t>
            </a:r>
            <a:r>
              <a:rPr lang="zh-CN" altLang="zh-CN" sz="2400" b="1" kern="0" dirty="0">
                <a:solidFill>
                  <a:srgbClr val="FF6A02"/>
                </a:solidFill>
                <a:latin typeface="微软雅黑"/>
                <a:ea typeface="微软雅黑"/>
              </a:rPr>
              <a:t>create_engine</a:t>
            </a:r>
            <a:r>
              <a:rPr lang="zh-CN" altLang="zh-CN" sz="2400" b="1" kern="0" dirty="0">
                <a:solidFill>
                  <a:srgbClr val="7102FF"/>
                </a:solidFill>
                <a:latin typeface="微软雅黑"/>
                <a:ea typeface="微软雅黑"/>
              </a:rPr>
              <a:t>(</a:t>
            </a:r>
            <a:r>
              <a:rPr lang="zh-CN" altLang="zh-CN" sz="2400" b="1" kern="0" dirty="0">
                <a:solidFill>
                  <a:srgbClr val="025DFF"/>
                </a:solidFill>
                <a:latin typeface="微软雅黑"/>
                <a:ea typeface="微软雅黑"/>
              </a:rPr>
              <a:t>*</a:t>
            </a:r>
            <a:r>
              <a:rPr lang="zh-CN" altLang="zh-CN" sz="2400" b="1" kern="0" dirty="0">
                <a:solidFill>
                  <a:srgbClr val="080808"/>
                </a:solidFill>
                <a:latin typeface="微软雅黑"/>
                <a:ea typeface="微软雅黑"/>
              </a:rPr>
              <a:t>args, </a:t>
            </a:r>
            <a:r>
              <a:rPr lang="zh-CN" altLang="zh-CN" sz="2400" b="1" kern="0" dirty="0">
                <a:solidFill>
                  <a:srgbClr val="025DFF"/>
                </a:solidFill>
                <a:latin typeface="微软雅黑"/>
                <a:ea typeface="微软雅黑"/>
              </a:rPr>
              <a:t>**</a:t>
            </a:r>
            <a:r>
              <a:rPr lang="zh-CN" altLang="zh-CN" sz="2400" b="1" kern="0" dirty="0">
                <a:solidFill>
                  <a:srgbClr val="080808"/>
                </a:solidFill>
                <a:latin typeface="微软雅黑"/>
                <a:ea typeface="微软雅黑"/>
              </a:rPr>
              <a:t>kwargs</a:t>
            </a:r>
            <a:r>
              <a:rPr lang="zh-CN" altLang="zh-CN" sz="2400" b="1" kern="0" dirty="0">
                <a:solidFill>
                  <a:srgbClr val="7102FF"/>
                </a:solidFill>
                <a:latin typeface="微软雅黑"/>
                <a:ea typeface="微软雅黑"/>
              </a:rPr>
              <a:t>)</a:t>
            </a:r>
            <a:endParaRPr lang="zh-CN" altLang="zh-CN" sz="2400" b="1" kern="0" dirty="0">
              <a:solidFill>
                <a:prstClr val="black"/>
              </a:solidFill>
              <a:latin typeface="微软雅黑"/>
              <a:ea typeface="微软雅黑"/>
            </a:endParaRPr>
          </a:p>
        </p:txBody>
      </p:sp>
      <p:sp>
        <p:nvSpPr>
          <p:cNvPr id="10" name="内容占位符 5"/>
          <p:cNvSpPr txBox="1"/>
          <p:nvPr/>
        </p:nvSpPr>
        <p:spPr>
          <a:xfrm>
            <a:off x="780061" y="3657600"/>
            <a:ext cx="10631877" cy="2931142"/>
          </a:xfrm>
          <a:prstGeom prst="roundRect">
            <a:avLst>
              <a:gd name="adj" fmla="val 17724"/>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dirty="0">
                <a:solidFill>
                  <a:srgbClr val="4B69C6"/>
                </a:solidFill>
                <a:latin typeface="+mj-lt"/>
              </a:rPr>
              <a:t>from</a:t>
            </a:r>
            <a:r>
              <a:rPr lang="en-US" altLang="zh-CN" dirty="0">
                <a:solidFill>
                  <a:srgbClr val="333333"/>
                </a:solidFill>
                <a:latin typeface="+mj-lt"/>
              </a:rPr>
              <a:t> </a:t>
            </a:r>
            <a:r>
              <a:rPr lang="en-US" altLang="zh-CN" b="1" dirty="0" err="1">
                <a:solidFill>
                  <a:srgbClr val="7A3E9D"/>
                </a:solidFill>
                <a:latin typeface="+mj-lt"/>
              </a:rPr>
              <a:t>sqlalchemy</a:t>
            </a:r>
            <a:r>
              <a:rPr lang="en-US" altLang="zh-CN" dirty="0">
                <a:solidFill>
                  <a:srgbClr val="333333"/>
                </a:solidFill>
                <a:latin typeface="+mj-lt"/>
              </a:rPr>
              <a:t> </a:t>
            </a:r>
            <a:r>
              <a:rPr lang="en-US" altLang="zh-CN" dirty="0">
                <a:solidFill>
                  <a:srgbClr val="4B69C6"/>
                </a:solidFill>
                <a:latin typeface="+mj-lt"/>
              </a:rPr>
              <a:t>import</a:t>
            </a:r>
            <a:r>
              <a:rPr lang="en-US" altLang="zh-CN" dirty="0">
                <a:solidFill>
                  <a:srgbClr val="333333"/>
                </a:solidFill>
                <a:latin typeface="+mj-lt"/>
              </a:rPr>
              <a:t> </a:t>
            </a:r>
            <a:r>
              <a:rPr lang="en-US" altLang="zh-CN" dirty="0">
                <a:solidFill>
                  <a:srgbClr val="777777"/>
                </a:solidFill>
                <a:latin typeface="+mj-lt"/>
              </a:rPr>
              <a:t>*</a:t>
            </a:r>
            <a:endParaRPr lang="en-US" altLang="zh-CN" dirty="0">
              <a:solidFill>
                <a:srgbClr val="333333"/>
              </a:solidFill>
              <a:latin typeface="+mj-lt"/>
            </a:endParaRPr>
          </a:p>
          <a:p>
            <a:r>
              <a:rPr lang="en-US" altLang="zh-CN" dirty="0">
                <a:solidFill>
                  <a:srgbClr val="4B69C6"/>
                </a:solidFill>
                <a:latin typeface="+mj-lt"/>
              </a:rPr>
              <a:t>import</a:t>
            </a:r>
            <a:r>
              <a:rPr lang="en-US" altLang="zh-CN" dirty="0">
                <a:solidFill>
                  <a:srgbClr val="333333"/>
                </a:solidFill>
                <a:latin typeface="+mj-lt"/>
              </a:rPr>
              <a:t> </a:t>
            </a:r>
            <a:r>
              <a:rPr lang="en-US" altLang="zh-CN" b="1" dirty="0">
                <a:solidFill>
                  <a:srgbClr val="7A3E9D"/>
                </a:solidFill>
                <a:latin typeface="+mj-lt"/>
              </a:rPr>
              <a:t>pandas</a:t>
            </a:r>
            <a:r>
              <a:rPr lang="en-US" altLang="zh-CN" dirty="0">
                <a:solidFill>
                  <a:srgbClr val="333333"/>
                </a:solidFill>
                <a:latin typeface="+mj-lt"/>
              </a:rPr>
              <a:t> </a:t>
            </a:r>
            <a:r>
              <a:rPr lang="en-US" altLang="zh-CN" dirty="0">
                <a:solidFill>
                  <a:srgbClr val="4B69C6"/>
                </a:solidFill>
                <a:latin typeface="+mj-lt"/>
              </a:rPr>
              <a:t>as</a:t>
            </a:r>
            <a:r>
              <a:rPr lang="en-US" altLang="zh-CN" dirty="0">
                <a:solidFill>
                  <a:srgbClr val="333333"/>
                </a:solidFill>
                <a:latin typeface="+mj-lt"/>
              </a:rPr>
              <a:t> </a:t>
            </a:r>
            <a:r>
              <a:rPr lang="en-US" altLang="zh-CN" b="1" dirty="0">
                <a:solidFill>
                  <a:srgbClr val="7A3E9D"/>
                </a:solidFill>
                <a:latin typeface="+mj-lt"/>
              </a:rPr>
              <a:t>pd</a:t>
            </a:r>
            <a:endParaRPr lang="en-US" altLang="zh-CN" dirty="0">
              <a:solidFill>
                <a:srgbClr val="333333"/>
              </a:solidFill>
              <a:latin typeface="+mj-lt"/>
            </a:endParaRPr>
          </a:p>
          <a:p>
            <a:r>
              <a:rPr lang="en-US" altLang="zh-CN" dirty="0">
                <a:solidFill>
                  <a:srgbClr val="333333"/>
                </a:solidFill>
                <a:latin typeface="+mj-lt"/>
              </a:rPr>
              <a:t> </a:t>
            </a:r>
            <a:endParaRPr lang="en-US" altLang="zh-CN" dirty="0">
              <a:solidFill>
                <a:srgbClr val="333333"/>
              </a:solidFill>
              <a:latin typeface="+mj-lt"/>
            </a:endParaRPr>
          </a:p>
          <a:p>
            <a:r>
              <a:rPr lang="en-US" altLang="zh-CN" dirty="0">
                <a:solidFill>
                  <a:srgbClr val="AAAAAA"/>
                </a:solidFill>
                <a:latin typeface="+mj-lt"/>
              </a:rPr>
              <a:t># </a:t>
            </a:r>
            <a:r>
              <a:rPr lang="zh-CN" altLang="en-US" dirty="0">
                <a:solidFill>
                  <a:srgbClr val="AAAAAA"/>
                </a:solidFill>
                <a:latin typeface="+mj-lt"/>
              </a:rPr>
              <a:t>定义元信息，绑定到引擎，</a:t>
            </a:r>
            <a:r>
              <a:rPr lang="en-US" altLang="zh-CN" dirty="0" err="1">
                <a:solidFill>
                  <a:srgbClr val="AAAAAA"/>
                </a:solidFill>
                <a:latin typeface="+mj-lt"/>
              </a:rPr>
              <a:t>test.db</a:t>
            </a:r>
            <a:r>
              <a:rPr lang="zh-CN" altLang="en-US" dirty="0">
                <a:solidFill>
                  <a:srgbClr val="AAAAAA"/>
                </a:solidFill>
                <a:latin typeface="+mj-lt"/>
              </a:rPr>
              <a:t>为数据库名，</a:t>
            </a:r>
            <a:r>
              <a:rPr lang="en-US" altLang="zh-CN" dirty="0">
                <a:solidFill>
                  <a:srgbClr val="AAAAAA"/>
                </a:solidFill>
                <a:latin typeface="+mj-lt"/>
              </a:rPr>
              <a:t>./</a:t>
            </a:r>
            <a:r>
              <a:rPr lang="zh-CN" altLang="en-US" dirty="0">
                <a:solidFill>
                  <a:srgbClr val="AAAAAA"/>
                </a:solidFill>
                <a:latin typeface="+mj-lt"/>
              </a:rPr>
              <a:t>表示当前路径。</a:t>
            </a:r>
            <a:endParaRPr lang="zh-CN" altLang="en-US" dirty="0">
              <a:solidFill>
                <a:srgbClr val="333333"/>
              </a:solidFill>
              <a:latin typeface="+mj-lt"/>
            </a:endParaRPr>
          </a:p>
          <a:p>
            <a:r>
              <a:rPr lang="en-US" altLang="zh-CN" b="1" dirty="0">
                <a:solidFill>
                  <a:srgbClr val="7A3E9D"/>
                </a:solidFill>
                <a:latin typeface="+mj-lt"/>
              </a:rPr>
              <a:t>engine</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b="1" dirty="0" err="1">
                <a:solidFill>
                  <a:srgbClr val="AA3731"/>
                </a:solidFill>
                <a:latin typeface="+mj-lt"/>
              </a:rPr>
              <a:t>create_engine</a:t>
            </a:r>
            <a:r>
              <a:rPr lang="en-US" altLang="zh-CN" dirty="0">
                <a:solidFill>
                  <a:srgbClr val="777777"/>
                </a:solidFill>
                <a:latin typeface="+mj-lt"/>
              </a:rPr>
              <a:t>('</a:t>
            </a:r>
            <a:r>
              <a:rPr lang="en-US" altLang="zh-CN" dirty="0" err="1">
                <a:solidFill>
                  <a:srgbClr val="448C27"/>
                </a:solidFill>
                <a:latin typeface="+mj-lt"/>
              </a:rPr>
              <a:t>sqlite</a:t>
            </a:r>
            <a:r>
              <a:rPr lang="en-US" altLang="zh-CN" dirty="0">
                <a:solidFill>
                  <a:srgbClr val="448C27"/>
                </a:solidFill>
                <a:latin typeface="+mj-lt"/>
              </a:rPr>
              <a:t>:///./</a:t>
            </a:r>
            <a:r>
              <a:rPr lang="en-US" altLang="zh-CN" dirty="0" err="1">
                <a:solidFill>
                  <a:srgbClr val="448C27"/>
                </a:solidFill>
                <a:latin typeface="+mj-lt"/>
              </a:rPr>
              <a:t>test.db</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echo</a:t>
            </a:r>
            <a:r>
              <a:rPr lang="en-US" altLang="zh-CN" dirty="0">
                <a:solidFill>
                  <a:srgbClr val="777777"/>
                </a:solidFill>
                <a:latin typeface="+mj-lt"/>
              </a:rPr>
              <a:t>=</a:t>
            </a:r>
            <a:r>
              <a:rPr lang="en-US" altLang="zh-CN" dirty="0">
                <a:solidFill>
                  <a:srgbClr val="9C5D27"/>
                </a:solidFill>
                <a:latin typeface="+mj-lt"/>
              </a:rPr>
              <a:t>True</a:t>
            </a:r>
            <a:r>
              <a:rPr lang="en-US" altLang="zh-CN" dirty="0">
                <a:solidFill>
                  <a:srgbClr val="777777"/>
                </a:solidFill>
                <a:latin typeface="+mj-lt"/>
              </a:rPr>
              <a:t>)</a:t>
            </a:r>
            <a:endParaRPr lang="en-US" altLang="zh-CN" dirty="0">
              <a:solidFill>
                <a:srgbClr val="333333"/>
              </a:solidFill>
              <a:latin typeface="+mj-lt"/>
            </a:endParaRPr>
          </a:p>
          <a:p>
            <a:r>
              <a:rPr lang="en-US" altLang="zh-CN" dirty="0">
                <a:solidFill>
                  <a:srgbClr val="7A3E9D"/>
                </a:solidFill>
                <a:latin typeface="+mj-lt"/>
              </a:rPr>
              <a:t>metadata</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b="1" dirty="0" err="1">
                <a:solidFill>
                  <a:srgbClr val="7A3E9D"/>
                </a:solidFill>
                <a:latin typeface="+mj-lt"/>
              </a:rPr>
              <a:t>MetaData</a:t>
            </a:r>
            <a:r>
              <a:rPr lang="en-US" altLang="zh-CN" dirty="0">
                <a:solidFill>
                  <a:srgbClr val="777777"/>
                </a:solidFill>
                <a:latin typeface="+mj-lt"/>
              </a:rPr>
              <a:t>(</a:t>
            </a:r>
            <a:r>
              <a:rPr lang="en-US" altLang="zh-CN" b="1" dirty="0">
                <a:solidFill>
                  <a:srgbClr val="7A3E9D"/>
                </a:solidFill>
                <a:latin typeface="+mj-lt"/>
              </a:rPr>
              <a:t>engine</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绑定元信息</a:t>
            </a:r>
            <a:endParaRPr lang="zh-CN" altLang="en-US" dirty="0">
              <a:solidFill>
                <a:srgbClr val="333333"/>
              </a:solidFill>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7.6.3</a:t>
            </a:r>
            <a:endParaRPr lang="zh-CN" altLang="en-US" dirty="0"/>
          </a:p>
        </p:txBody>
      </p:sp>
      <p:sp>
        <p:nvSpPr>
          <p:cNvPr id="3" name="标题 2"/>
          <p:cNvSpPr>
            <a:spLocks noGrp="1"/>
          </p:cNvSpPr>
          <p:nvPr>
            <p:ph type="title"/>
          </p:nvPr>
        </p:nvSpPr>
        <p:spPr/>
        <p:txBody>
          <a:bodyPr/>
          <a:lstStyle/>
          <a:p>
            <a:r>
              <a:rPr lang="zh-CN" altLang="en-US" dirty="0"/>
              <a:t>数据库数据</a:t>
            </a:r>
            <a:endParaRPr lang="zh-CN" altLang="en-US" dirty="0"/>
          </a:p>
        </p:txBody>
      </p:sp>
      <p:sp>
        <p:nvSpPr>
          <p:cNvPr id="2" name="内容占位符 1"/>
          <p:cNvSpPr txBox="1"/>
          <p:nvPr/>
        </p:nvSpPr>
        <p:spPr>
          <a:xfrm>
            <a:off x="925195" y="1110580"/>
            <a:ext cx="10031730" cy="1449717"/>
          </a:xfrm>
          <a:prstGeom prst="rect">
            <a:avLst/>
          </a:prstGeom>
          <a:noFill/>
          <a:ln>
            <a:noFill/>
          </a:ln>
          <a:effectLst/>
        </p:spPr>
        <p:txBody>
          <a:bodyPr vert="horz" lIns="91440" tIns="45720" rIns="91440" bIns="45720" rtlCol="0">
            <a:norm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1000"/>
              </a:spcBef>
              <a:spcAft>
                <a:spcPts val="0"/>
              </a:spcAft>
              <a:buClrTx/>
              <a:buSzTx/>
              <a:buFont typeface="Arial" panose="020B0604020202090204" pitchFamily="34" charset="0"/>
              <a:buNone/>
              <a:defRPr/>
            </a:pPr>
            <a:r>
              <a:rPr kumimoji="0" lang="en-US" altLang="zh-CN" sz="2800" b="1" i="0" u="none" strike="noStrike" kern="1200" cap="none" spc="0" normalizeH="0" baseline="0" noProof="0" dirty="0">
                <a:ln>
                  <a:noFill/>
                </a:ln>
                <a:solidFill>
                  <a:srgbClr val="0070C0"/>
                </a:solidFill>
                <a:effectLst/>
                <a:uLnTx/>
                <a:uFillTx/>
                <a:latin typeface="微软雅黑"/>
                <a:ea typeface="微软雅黑"/>
                <a:cs typeface="+mn-cs"/>
              </a:rPr>
              <a:t>pandas </a:t>
            </a:r>
            <a:r>
              <a:rPr kumimoji="0" lang="zh-CN" altLang="en-US" sz="2800" b="1" i="0" u="none" strike="noStrike" kern="1200" cap="none" spc="0" normalizeH="0" baseline="0" noProof="0" dirty="0">
                <a:ln>
                  <a:noFill/>
                </a:ln>
                <a:solidFill>
                  <a:srgbClr val="0070C0"/>
                </a:solidFill>
                <a:effectLst/>
                <a:uLnTx/>
                <a:uFillTx/>
                <a:latin typeface="微软雅黑"/>
                <a:ea typeface="微软雅黑"/>
                <a:cs typeface="+mn-cs"/>
              </a:rPr>
              <a:t>的 </a:t>
            </a:r>
            <a:r>
              <a:rPr kumimoji="0" lang="en-US" altLang="zh-CN" sz="2800" b="1" i="0" u="none" strike="noStrike" kern="1200" cap="none" spc="0" normalizeH="0" baseline="0" noProof="0" dirty="0" err="1">
                <a:ln>
                  <a:noFill/>
                </a:ln>
                <a:solidFill>
                  <a:srgbClr val="0070C0"/>
                </a:solidFill>
                <a:effectLst/>
                <a:uLnTx/>
                <a:uFillTx/>
                <a:latin typeface="微软雅黑"/>
                <a:ea typeface="微软雅黑"/>
                <a:cs typeface="+mn-cs"/>
              </a:rPr>
              <a:t>read_sql</a:t>
            </a:r>
            <a:r>
              <a:rPr kumimoji="0" lang="en-US" altLang="zh-CN" sz="2800" b="1" i="0" u="none" strike="noStrike" kern="1200" cap="none" spc="0" normalizeH="0" baseline="0" noProof="0" dirty="0">
                <a:ln>
                  <a:noFill/>
                </a:ln>
                <a:solidFill>
                  <a:srgbClr val="0070C0"/>
                </a:solidFill>
                <a:effectLst/>
                <a:uLnTx/>
                <a:uFillTx/>
                <a:latin typeface="微软雅黑"/>
                <a:ea typeface="微软雅黑"/>
                <a:cs typeface="+mn-cs"/>
              </a:rPr>
              <a:t>() </a:t>
            </a:r>
            <a:r>
              <a:rPr kumimoji="0" lang="zh-CN" altLang="en-US" sz="2800" b="1" i="0" u="none" strike="noStrike" kern="1200" cap="none" spc="0" normalizeH="0" baseline="0" noProof="0" dirty="0">
                <a:ln>
                  <a:noFill/>
                </a:ln>
                <a:solidFill>
                  <a:srgbClr val="0070C0"/>
                </a:solidFill>
                <a:effectLst/>
                <a:uLnTx/>
                <a:uFillTx/>
                <a:latin typeface="微软雅黑"/>
                <a:ea typeface="微软雅黑"/>
                <a:cs typeface="+mn-cs"/>
              </a:rPr>
              <a:t>方法</a:t>
            </a:r>
            <a:endParaRPr kumimoji="0" lang="zh-CN" altLang="en-US" sz="2800" b="1" i="0" u="none" strike="noStrike" kern="1200" cap="none" spc="0" normalizeH="0" baseline="0" noProof="0" dirty="0">
              <a:ln>
                <a:noFill/>
              </a:ln>
              <a:solidFill>
                <a:srgbClr val="0070C0"/>
              </a:solidFill>
              <a:effectLst/>
              <a:uLnTx/>
              <a:uFillTx/>
              <a:latin typeface="微软雅黑"/>
              <a:ea typeface="微软雅黑"/>
              <a:cs typeface="+mn-cs"/>
            </a:endParaRPr>
          </a:p>
          <a:p>
            <a:pPr marL="0" marR="0" lvl="0" indent="457200" algn="l" defTabSz="914400" rtl="0" eaLnBrk="1" fontAlgn="auto" latinLnBrk="0" hangingPunct="1">
              <a:lnSpc>
                <a:spcPct val="150000"/>
              </a:lnSpc>
              <a:spcBef>
                <a:spcPts val="1000"/>
              </a:spcBef>
              <a:spcAft>
                <a:spcPts val="0"/>
              </a:spcAft>
              <a:buClrTx/>
              <a:buSzTx/>
              <a:buFont typeface="Arial" panose="020B0604020202090204" pitchFamily="34" charset="0"/>
              <a:buNone/>
              <a:defRPr/>
            </a:pPr>
            <a:r>
              <a:rPr kumimoji="0" lang="zh-CN" altLang="en-US" sz="2400" b="0" i="0" u="none" strike="noStrike" kern="1200" cap="none" spc="0" normalizeH="0" baseline="0" noProof="0" dirty="0">
                <a:ln>
                  <a:noFill/>
                </a:ln>
                <a:solidFill>
                  <a:sysClr val="windowText" lastClr="000000"/>
                </a:solidFill>
                <a:effectLst/>
                <a:uLnTx/>
                <a:uFillTx/>
                <a:latin typeface="微软雅黑"/>
                <a:ea typeface="微软雅黑"/>
                <a:cs typeface="+mn-cs"/>
              </a:rPr>
              <a:t>查询数据库中的数据并直接返回 </a:t>
            </a:r>
            <a:r>
              <a:rPr kumimoji="0" lang="en-US" altLang="zh-CN" sz="2400" b="0" i="0" u="none" strike="noStrike" kern="1200" cap="none" spc="0" normalizeH="0" baseline="0" noProof="0" dirty="0" err="1">
                <a:ln>
                  <a:noFill/>
                </a:ln>
                <a:solidFill>
                  <a:sysClr val="windowText" lastClr="000000"/>
                </a:solidFill>
                <a:effectLst/>
                <a:uLnTx/>
                <a:uFillTx/>
                <a:latin typeface="微软雅黑"/>
                <a:ea typeface="微软雅黑"/>
                <a:cs typeface="+mn-cs"/>
              </a:rPr>
              <a:t>DateFrame</a:t>
            </a:r>
            <a:r>
              <a:rPr kumimoji="0" lang="en-US" altLang="en-US" sz="2400" b="0" i="0" u="none" strike="noStrike" kern="1200" cap="none" spc="0" normalizeH="0" baseline="0" noProof="0" dirty="0">
                <a:ln>
                  <a:noFill/>
                </a:ln>
                <a:solidFill>
                  <a:sysClr val="windowText" lastClr="000000"/>
                </a:solidFill>
                <a:effectLst/>
                <a:uLnTx/>
                <a:uFillTx/>
                <a:latin typeface="微软雅黑"/>
                <a:ea typeface="微软雅黑"/>
                <a:cs typeface="+mn-cs"/>
              </a:rPr>
              <a:t>。</a:t>
            </a:r>
            <a:endParaRPr kumimoji="0" lang="en-US" altLang="zh-CN" sz="2400" b="0" i="0" u="none" strike="noStrike" kern="1200" cap="none" spc="0" normalizeH="0" baseline="0" noProof="0" dirty="0">
              <a:ln>
                <a:noFill/>
              </a:ln>
              <a:solidFill>
                <a:sysClr val="windowText" lastClr="000000"/>
              </a:solidFill>
              <a:effectLst/>
              <a:uLnTx/>
              <a:uFillTx/>
              <a:latin typeface="微软雅黑"/>
              <a:ea typeface="微软雅黑"/>
              <a:cs typeface="+mn-cs"/>
            </a:endParaRPr>
          </a:p>
        </p:txBody>
      </p:sp>
      <p:sp>
        <p:nvSpPr>
          <p:cNvPr id="8" name="内容占位符 5"/>
          <p:cNvSpPr txBox="1"/>
          <p:nvPr/>
        </p:nvSpPr>
        <p:spPr>
          <a:xfrm>
            <a:off x="780061" y="2589793"/>
            <a:ext cx="10631877" cy="1938084"/>
          </a:xfrm>
          <a:prstGeom prst="roundRect">
            <a:avLst>
              <a:gd name="adj" fmla="val 18448"/>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0" eaLnBrk="0" fontAlgn="base" hangingPunct="0">
              <a:lnSpc>
                <a:spcPct val="100000"/>
              </a:lnSpc>
              <a:spcBef>
                <a:spcPct val="0"/>
              </a:spcBef>
              <a:spcAft>
                <a:spcPct val="0"/>
              </a:spcAft>
              <a:defRPr/>
            </a:pPr>
            <a:r>
              <a:rPr lang="zh-CN" altLang="zh-CN" sz="2400" b="1" kern="0" dirty="0">
                <a:solidFill>
                  <a:srgbClr val="080808"/>
                </a:solidFill>
                <a:latin typeface="微软雅黑"/>
                <a:ea typeface="微软雅黑"/>
              </a:rPr>
              <a:t>pandas.</a:t>
            </a:r>
            <a:r>
              <a:rPr lang="zh-CN" altLang="zh-CN" sz="2400" b="1" kern="0" dirty="0">
                <a:solidFill>
                  <a:srgbClr val="FF6A02"/>
                </a:solidFill>
                <a:latin typeface="微软雅黑"/>
                <a:ea typeface="微软雅黑"/>
              </a:rPr>
              <a:t>read_sql</a:t>
            </a:r>
            <a:r>
              <a:rPr lang="zh-CN" altLang="zh-CN" sz="2400" b="1" kern="0" dirty="0">
                <a:solidFill>
                  <a:srgbClr val="7102FF"/>
                </a:solidFill>
                <a:latin typeface="微软雅黑"/>
                <a:ea typeface="微软雅黑"/>
              </a:rPr>
              <a:t>(</a:t>
            </a:r>
            <a:r>
              <a:rPr lang="zh-CN" altLang="zh-CN" sz="2400" b="1" kern="0" dirty="0">
                <a:solidFill>
                  <a:srgbClr val="080808"/>
                </a:solidFill>
                <a:latin typeface="微软雅黑"/>
                <a:ea typeface="微软雅黑"/>
              </a:rPr>
              <a:t>sql, con, </a:t>
            </a:r>
            <a:r>
              <a:rPr lang="zh-CN" altLang="zh-CN" sz="2400" b="1" kern="0" dirty="0">
                <a:solidFill>
                  <a:srgbClr val="660099"/>
                </a:solidFill>
                <a:latin typeface="微软雅黑"/>
                <a:ea typeface="微软雅黑"/>
              </a:rPr>
              <a:t>index_col</a:t>
            </a:r>
            <a:r>
              <a:rPr lang="zh-CN" altLang="zh-CN" sz="2400" b="1" kern="0" dirty="0">
                <a:solidFill>
                  <a:srgbClr val="025DFF"/>
                </a:solidFill>
                <a:latin typeface="微软雅黑"/>
                <a:ea typeface="微软雅黑"/>
              </a:rPr>
              <a:t>=</a:t>
            </a:r>
            <a:r>
              <a:rPr lang="zh-CN" altLang="zh-CN" sz="2400" b="1" kern="0" dirty="0">
                <a:solidFill>
                  <a:srgbClr val="F80505"/>
                </a:solidFill>
                <a:latin typeface="微软雅黑"/>
                <a:ea typeface="微软雅黑"/>
              </a:rPr>
              <a:t>None</a:t>
            </a:r>
            <a:r>
              <a:rPr lang="zh-CN" altLang="zh-CN" sz="2400" b="1" kern="0" dirty="0">
                <a:solidFill>
                  <a:srgbClr val="080808"/>
                </a:solidFill>
                <a:latin typeface="微软雅黑"/>
                <a:ea typeface="微软雅黑"/>
              </a:rPr>
              <a:t>, </a:t>
            </a:r>
            <a:r>
              <a:rPr lang="zh-CN" altLang="zh-CN" sz="2400" b="1" kern="0" dirty="0">
                <a:solidFill>
                  <a:srgbClr val="660099"/>
                </a:solidFill>
                <a:latin typeface="微软雅黑"/>
                <a:ea typeface="微软雅黑"/>
              </a:rPr>
              <a:t>coerce_float</a:t>
            </a:r>
            <a:r>
              <a:rPr lang="zh-CN" altLang="zh-CN" sz="2400" b="1" kern="0" dirty="0">
                <a:solidFill>
                  <a:srgbClr val="025DFF"/>
                </a:solidFill>
                <a:latin typeface="微软雅黑"/>
                <a:ea typeface="微软雅黑"/>
              </a:rPr>
              <a:t>=</a:t>
            </a:r>
            <a:r>
              <a:rPr lang="zh-CN" altLang="zh-CN" sz="2400" b="1" kern="0" dirty="0">
                <a:solidFill>
                  <a:srgbClr val="F80505"/>
                </a:solidFill>
                <a:latin typeface="微软雅黑"/>
                <a:ea typeface="微软雅黑"/>
              </a:rPr>
              <a:t>True</a:t>
            </a:r>
            <a:r>
              <a:rPr lang="zh-CN" altLang="zh-CN" sz="2400" b="1" kern="0" dirty="0">
                <a:solidFill>
                  <a:srgbClr val="080808"/>
                </a:solidFill>
                <a:latin typeface="微软雅黑"/>
                <a:ea typeface="微软雅黑"/>
              </a:rPr>
              <a:t>, </a:t>
            </a:r>
            <a:r>
              <a:rPr lang="zh-CN" altLang="zh-CN" sz="2400" b="1" kern="0" dirty="0">
                <a:solidFill>
                  <a:srgbClr val="660099"/>
                </a:solidFill>
                <a:latin typeface="微软雅黑"/>
                <a:ea typeface="微软雅黑"/>
              </a:rPr>
              <a:t>params</a:t>
            </a:r>
            <a:r>
              <a:rPr lang="zh-CN" altLang="zh-CN" sz="2400" b="1" kern="0" dirty="0">
                <a:solidFill>
                  <a:srgbClr val="025DFF"/>
                </a:solidFill>
                <a:latin typeface="微软雅黑"/>
                <a:ea typeface="微软雅黑"/>
              </a:rPr>
              <a:t>=</a:t>
            </a:r>
            <a:r>
              <a:rPr lang="zh-CN" altLang="zh-CN" sz="2400" b="1" kern="0" dirty="0">
                <a:solidFill>
                  <a:srgbClr val="F80505"/>
                </a:solidFill>
                <a:latin typeface="微软雅黑"/>
                <a:ea typeface="微软雅黑"/>
              </a:rPr>
              <a:t>None</a:t>
            </a:r>
            <a:r>
              <a:rPr lang="zh-CN" altLang="zh-CN" sz="2400" b="1" kern="0" dirty="0">
                <a:solidFill>
                  <a:srgbClr val="080808"/>
                </a:solidFill>
                <a:latin typeface="微软雅黑"/>
                <a:ea typeface="微软雅黑"/>
              </a:rPr>
              <a:t>, </a:t>
            </a:r>
            <a:r>
              <a:rPr lang="zh-CN" altLang="zh-CN" sz="2400" b="1" kern="0" dirty="0">
                <a:solidFill>
                  <a:srgbClr val="660099"/>
                </a:solidFill>
                <a:latin typeface="微软雅黑"/>
                <a:ea typeface="微软雅黑"/>
              </a:rPr>
              <a:t>parse_dates</a:t>
            </a:r>
            <a:r>
              <a:rPr lang="zh-CN" altLang="zh-CN" sz="2400" b="1" kern="0" dirty="0">
                <a:solidFill>
                  <a:srgbClr val="025DFF"/>
                </a:solidFill>
                <a:latin typeface="微软雅黑"/>
                <a:ea typeface="微软雅黑"/>
              </a:rPr>
              <a:t>=</a:t>
            </a:r>
            <a:r>
              <a:rPr lang="zh-CN" altLang="zh-CN" sz="2400" b="1" kern="0" dirty="0">
                <a:solidFill>
                  <a:srgbClr val="F80505"/>
                </a:solidFill>
                <a:latin typeface="微软雅黑"/>
                <a:ea typeface="微软雅黑"/>
              </a:rPr>
              <a:t>None</a:t>
            </a:r>
            <a:r>
              <a:rPr lang="zh-CN" altLang="zh-CN" sz="2400" b="1" kern="0" dirty="0">
                <a:solidFill>
                  <a:srgbClr val="080808"/>
                </a:solidFill>
                <a:latin typeface="微软雅黑"/>
                <a:ea typeface="微软雅黑"/>
              </a:rPr>
              <a:t>, </a:t>
            </a:r>
            <a:r>
              <a:rPr lang="zh-CN" altLang="zh-CN" sz="2400" b="1" kern="0" dirty="0">
                <a:solidFill>
                  <a:srgbClr val="660099"/>
                </a:solidFill>
                <a:latin typeface="微软雅黑"/>
                <a:ea typeface="微软雅黑"/>
              </a:rPr>
              <a:t>columns</a:t>
            </a:r>
            <a:r>
              <a:rPr lang="zh-CN" altLang="zh-CN" sz="2400" b="1" kern="0" dirty="0">
                <a:solidFill>
                  <a:srgbClr val="025DFF"/>
                </a:solidFill>
                <a:latin typeface="微软雅黑"/>
                <a:ea typeface="微软雅黑"/>
              </a:rPr>
              <a:t>=</a:t>
            </a:r>
            <a:r>
              <a:rPr lang="zh-CN" altLang="zh-CN" sz="2400" b="1" kern="0" dirty="0">
                <a:solidFill>
                  <a:srgbClr val="F80505"/>
                </a:solidFill>
                <a:latin typeface="微软雅黑"/>
                <a:ea typeface="微软雅黑"/>
              </a:rPr>
              <a:t>None</a:t>
            </a:r>
            <a:r>
              <a:rPr lang="zh-CN" altLang="zh-CN" sz="2400" b="1" kern="0" dirty="0">
                <a:solidFill>
                  <a:srgbClr val="080808"/>
                </a:solidFill>
                <a:latin typeface="微软雅黑"/>
                <a:ea typeface="微软雅黑"/>
              </a:rPr>
              <a:t>, </a:t>
            </a:r>
            <a:r>
              <a:rPr lang="zh-CN" altLang="zh-CN" sz="2400" b="1" kern="0" dirty="0">
                <a:solidFill>
                  <a:srgbClr val="660099"/>
                </a:solidFill>
                <a:latin typeface="微软雅黑"/>
                <a:ea typeface="微软雅黑"/>
              </a:rPr>
              <a:t>chunksize</a:t>
            </a:r>
            <a:r>
              <a:rPr lang="zh-CN" altLang="zh-CN" sz="2400" b="1" kern="0" dirty="0">
                <a:solidFill>
                  <a:srgbClr val="025DFF"/>
                </a:solidFill>
                <a:latin typeface="微软雅黑"/>
                <a:ea typeface="微软雅黑"/>
              </a:rPr>
              <a:t>=</a:t>
            </a:r>
            <a:r>
              <a:rPr lang="zh-CN" altLang="zh-CN" sz="2400" b="1" kern="0" dirty="0">
                <a:solidFill>
                  <a:srgbClr val="F80505"/>
                </a:solidFill>
                <a:latin typeface="微软雅黑"/>
                <a:ea typeface="微软雅黑"/>
              </a:rPr>
              <a:t>None </a:t>
            </a:r>
            <a:r>
              <a:rPr lang="zh-CN" altLang="zh-CN" sz="2400" b="1" kern="0" dirty="0">
                <a:solidFill>
                  <a:srgbClr val="080808"/>
                </a:solidFill>
                <a:latin typeface="微软雅黑"/>
                <a:ea typeface="微软雅黑"/>
              </a:rPr>
              <a:t>, </a:t>
            </a:r>
            <a:r>
              <a:rPr lang="zh-CN" altLang="zh-CN" sz="2400" b="1" kern="0" dirty="0">
                <a:solidFill>
                  <a:srgbClr val="660099"/>
                </a:solidFill>
                <a:latin typeface="微软雅黑"/>
                <a:ea typeface="微软雅黑"/>
              </a:rPr>
              <a:t>dtype_backend</a:t>
            </a:r>
            <a:r>
              <a:rPr lang="zh-CN" altLang="zh-CN" sz="2400" b="1" kern="0" dirty="0">
                <a:solidFill>
                  <a:srgbClr val="025DFF"/>
                </a:solidFill>
                <a:latin typeface="微软雅黑"/>
                <a:ea typeface="微软雅黑"/>
              </a:rPr>
              <a:t>=</a:t>
            </a:r>
            <a:r>
              <a:rPr lang="zh-CN" altLang="zh-CN" sz="2400" b="1" kern="0" dirty="0">
                <a:solidFill>
                  <a:srgbClr val="080808"/>
                </a:solidFill>
                <a:latin typeface="微软雅黑"/>
                <a:ea typeface="微软雅黑"/>
              </a:rPr>
              <a:t>_NoDefault.no_default, </a:t>
            </a:r>
            <a:r>
              <a:rPr lang="zh-CN" altLang="zh-CN" sz="2400" b="1" kern="0" dirty="0">
                <a:solidFill>
                  <a:srgbClr val="660099"/>
                </a:solidFill>
                <a:latin typeface="微软雅黑"/>
                <a:ea typeface="微软雅黑"/>
              </a:rPr>
              <a:t>dtype</a:t>
            </a:r>
            <a:r>
              <a:rPr lang="zh-CN" altLang="zh-CN" sz="2400" b="1" kern="0" dirty="0">
                <a:solidFill>
                  <a:srgbClr val="025DFF"/>
                </a:solidFill>
                <a:latin typeface="微软雅黑"/>
                <a:ea typeface="微软雅黑"/>
              </a:rPr>
              <a:t>=</a:t>
            </a:r>
            <a:r>
              <a:rPr lang="zh-CN" altLang="zh-CN" sz="2400" b="1" kern="0" dirty="0">
                <a:solidFill>
                  <a:srgbClr val="F80505"/>
                </a:solidFill>
                <a:latin typeface="微软雅黑"/>
                <a:ea typeface="微软雅黑"/>
              </a:rPr>
              <a:t>None</a:t>
            </a:r>
            <a:endParaRPr lang="zh-CN" altLang="zh-CN" sz="2400" b="1" kern="0" dirty="0">
              <a:solidFill>
                <a:prstClr val="black"/>
              </a:solidFill>
              <a:latin typeface="微软雅黑"/>
              <a:ea typeface="微软雅黑"/>
            </a:endParaRPr>
          </a:p>
        </p:txBody>
      </p:sp>
      <p:sp>
        <p:nvSpPr>
          <p:cNvPr id="9" name="内容占位符 4"/>
          <p:cNvSpPr txBox="1"/>
          <p:nvPr/>
        </p:nvSpPr>
        <p:spPr>
          <a:xfrm>
            <a:off x="838200" y="4640828"/>
            <a:ext cx="10515600" cy="1849594"/>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457200" indent="-457200">
              <a:lnSpc>
                <a:spcPct val="150000"/>
              </a:lnSpc>
              <a:buFont typeface="+mj-lt"/>
              <a:buAutoNum type="arabicPeriod"/>
            </a:pPr>
            <a:r>
              <a:rPr lang="en-US" altLang="zh-CN" sz="2000" b="1" dirty="0">
                <a:solidFill>
                  <a:schemeClr val="accent2"/>
                </a:solidFill>
                <a:latin typeface="微软雅黑" panose="020B0503020204020204" pitchFamily="34" charset="-122"/>
                <a:ea typeface="微软雅黑" panose="020B0503020204020204" pitchFamily="34" charset="-122"/>
              </a:rPr>
              <a:t>sql </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表名或查询语句</a:t>
            </a:r>
            <a:endPar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endParaRPr>
          </a:p>
          <a:p>
            <a:pPr marL="457200" indent="-457200">
              <a:lnSpc>
                <a:spcPct val="150000"/>
              </a:lnSpc>
              <a:buFont typeface="+mj-lt"/>
              <a:buAutoNum type="arabicPeriod"/>
            </a:pPr>
            <a:r>
              <a:rPr lang="en-US" altLang="zh-CN" sz="2000" b="1" dirty="0">
                <a:solidFill>
                  <a:schemeClr val="accent2"/>
                </a:solidFill>
                <a:latin typeface="微软雅黑" panose="020B0503020204020204" pitchFamily="34" charset="-122"/>
                <a:ea typeface="微软雅黑" panose="020B0503020204020204" pitchFamily="34" charset="-122"/>
              </a:rPr>
              <a:t>con</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 :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连接数据库的引擎，一般可以用 </a:t>
            </a:r>
            <a:r>
              <a:rPr lang="en-US" altLang="zh-CN" sz="2000" dirty="0" err="1">
                <a:solidFill>
                  <a:sysClr val="windowText" lastClr="000000">
                    <a:lumMod val="85000"/>
                    <a:lumOff val="15000"/>
                  </a:sysClr>
                </a:solidFill>
                <a:latin typeface="微软雅黑" panose="020B0503020204020204" pitchFamily="34" charset="-122"/>
                <a:ea typeface="微软雅黑" panose="020B0503020204020204" pitchFamily="34" charset="-122"/>
              </a:rPr>
              <a:t>SQLAlchemy</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之类的模块创建</a:t>
            </a:r>
            <a:endPar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endParaRPr>
          </a:p>
          <a:p>
            <a:pPr marL="457200" indent="-457200">
              <a:lnSpc>
                <a:spcPct val="150000"/>
              </a:lnSpc>
              <a:buFont typeface="+mj-lt"/>
              <a:buAutoNum type="arabicPeriod"/>
            </a:pPr>
            <a:r>
              <a:rPr lang="en-US" altLang="zh-CN" sz="2000" b="1" dirty="0">
                <a:solidFill>
                  <a:schemeClr val="accent2"/>
                </a:solidFill>
                <a:latin typeface="微软雅黑" panose="020B0503020204020204" pitchFamily="34" charset="-122"/>
                <a:ea typeface="微软雅黑" panose="020B0503020204020204" pitchFamily="34" charset="-122"/>
              </a:rPr>
              <a:t>columns </a:t>
            </a:r>
            <a:r>
              <a:rPr lang="en-US" altLang="zh-CN" sz="2000" dirty="0">
                <a:solidFill>
                  <a:sysClr val="windowText" lastClr="000000">
                    <a:lumMod val="85000"/>
                    <a:lumOff val="15000"/>
                  </a:sysClr>
                </a:solidFill>
                <a:latin typeface="微软雅黑" panose="020B0503020204020204" pitchFamily="34" charset="-122"/>
                <a:ea typeface="微软雅黑" panose="020B0503020204020204" pitchFamily="34" charset="-122"/>
              </a:rPr>
              <a:t>: </a:t>
            </a:r>
            <a:r>
              <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rPr>
              <a:t>需要从表中查询的列名的列表</a:t>
            </a:r>
            <a:endParaRPr lang="zh-CN" altLang="en-US" sz="2000" dirty="0">
              <a:solidFill>
                <a:sysClr val="windowText" lastClr="000000">
                  <a:lumMod val="85000"/>
                  <a:lumOff val="15000"/>
                </a:sysClr>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2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7.10 </a:t>
            </a:r>
            <a:r>
              <a:rPr lang="zh-CN" altLang="en-US" dirty="0"/>
              <a:t>读取 </a:t>
            </a:r>
            <a:r>
              <a:rPr lang="en-US" altLang="zh-CN" dirty="0"/>
              <a:t>SQLite </a:t>
            </a:r>
            <a:r>
              <a:rPr lang="zh-CN" altLang="en-US" dirty="0"/>
              <a:t>数据库中的数据</a:t>
            </a:r>
            <a:endParaRPr lang="zh-CN" altLang="en-US" dirty="0"/>
          </a:p>
        </p:txBody>
      </p:sp>
      <p:sp>
        <p:nvSpPr>
          <p:cNvPr id="7" name="内容占位符 6"/>
          <p:cNvSpPr>
            <a:spLocks noGrp="1"/>
          </p:cNvSpPr>
          <p:nvPr>
            <p:ph sz="quarter" idx="15"/>
          </p:nvPr>
        </p:nvSpPr>
        <p:spPr/>
        <p:txBody>
          <a:bodyPr>
            <a:normAutofit/>
          </a:bodyPr>
          <a:lstStyle/>
          <a:p>
            <a:pPr>
              <a:lnSpc>
                <a:spcPct val="125000"/>
              </a:lnSpc>
              <a:spcBef>
                <a:spcPts val="500"/>
              </a:spcBef>
            </a:pPr>
            <a:r>
              <a:rPr lang="zh-CN" altLang="en-US" sz="2800" b="1" dirty="0">
                <a:solidFill>
                  <a:srgbClr val="0070C0"/>
                </a:solidFill>
                <a:latin typeface="+mj-lt"/>
              </a:rPr>
              <a:t>实例说明：</a:t>
            </a:r>
            <a:endParaRPr lang="en-US" altLang="zh-CN" sz="2800" b="1" dirty="0">
              <a:solidFill>
                <a:srgbClr val="0070C0"/>
              </a:solidFill>
              <a:latin typeface="+mj-lt"/>
            </a:endParaRPr>
          </a:p>
          <a:p>
            <a:pPr marL="342900" indent="-342900">
              <a:lnSpc>
                <a:spcPct val="150000"/>
              </a:lnSpc>
              <a:spcBef>
                <a:spcPts val="500"/>
              </a:spcBef>
              <a:buFont typeface="Arial" panose="020B0604020202090204" pitchFamily="34" charset="0"/>
              <a:buChar char="•"/>
            </a:pPr>
            <a:r>
              <a:rPr lang="en-US" altLang="zh-CN" dirty="0">
                <a:latin typeface="+mj-lt"/>
              </a:rPr>
              <a:t>SQLite </a:t>
            </a:r>
            <a:r>
              <a:rPr lang="zh-CN" altLang="en-US" dirty="0">
                <a:latin typeface="+mj-lt"/>
              </a:rPr>
              <a:t>数据库中文件“</a:t>
            </a:r>
            <a:r>
              <a:rPr lang="en-US" altLang="zh-CN" dirty="0" err="1">
                <a:latin typeface="+mj-lt"/>
              </a:rPr>
              <a:t>test.db</a:t>
            </a:r>
            <a:r>
              <a:rPr lang="en-US" altLang="zh-CN" dirty="0">
                <a:latin typeface="+mj-lt"/>
              </a:rPr>
              <a:t>”</a:t>
            </a:r>
            <a:r>
              <a:rPr lang="zh-CN" altLang="en-US" dirty="0">
                <a:latin typeface="+mj-lt"/>
              </a:rPr>
              <a:t>的 </a:t>
            </a:r>
            <a:r>
              <a:rPr lang="en-US" altLang="zh-CN" dirty="0">
                <a:latin typeface="+mj-lt"/>
              </a:rPr>
              <a:t>score </a:t>
            </a:r>
            <a:r>
              <a:rPr lang="zh-CN" altLang="en-US" dirty="0">
                <a:latin typeface="+mj-lt"/>
              </a:rPr>
              <a:t>表中存储了学生的成绩数据，请将数据库中的数据</a:t>
            </a:r>
            <a:r>
              <a:rPr lang="zh-CN" altLang="en-US" b="1" dirty="0">
                <a:solidFill>
                  <a:schemeClr val="accent2"/>
                </a:solidFill>
                <a:latin typeface="+mj-lt"/>
              </a:rPr>
              <a:t>读入到列表</a:t>
            </a:r>
            <a:r>
              <a:rPr lang="zh-CN" altLang="en-US" dirty="0">
                <a:latin typeface="+mj-lt"/>
              </a:rPr>
              <a:t>中。</a:t>
            </a:r>
            <a:endParaRPr lang="zh-CN" altLang="en-US" dirty="0">
              <a:latin typeface="+mj-lt"/>
            </a:endParaRPr>
          </a:p>
        </p:txBody>
      </p:sp>
      <p:sp>
        <p:nvSpPr>
          <p:cNvPr id="6" name="内容占位符 5"/>
          <p:cNvSpPr>
            <a:spLocks noGrp="1"/>
          </p:cNvSpPr>
          <p:nvPr>
            <p:ph sz="quarter" idx="13"/>
          </p:nvPr>
        </p:nvSpPr>
        <p:spPr/>
        <p:txBody>
          <a:bodyPr/>
          <a:lstStyle/>
          <a:p>
            <a:r>
              <a:rPr lang="zh-CN" altLang="en-US" dirty="0"/>
              <a:t>实例</a:t>
            </a:r>
            <a:endParaRPr lang="zh-CN" altLang="en-US" dirty="0"/>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7.10 </a:t>
            </a:r>
            <a:r>
              <a:rPr lang="zh-CN" altLang="en-US" dirty="0"/>
              <a:t>读取 </a:t>
            </a:r>
            <a:r>
              <a:rPr lang="en-US" altLang="zh-CN" dirty="0"/>
              <a:t>SQLite </a:t>
            </a:r>
            <a:r>
              <a:rPr lang="zh-CN" altLang="en-US" dirty="0"/>
              <a:t>数据库中的数据</a:t>
            </a:r>
            <a:endParaRPr lang="zh-CN" altLang="en-US" dirty="0"/>
          </a:p>
        </p:txBody>
      </p:sp>
      <p:sp>
        <p:nvSpPr>
          <p:cNvPr id="7" name="内容占位符 6"/>
          <p:cNvSpPr>
            <a:spLocks noGrp="1"/>
          </p:cNvSpPr>
          <p:nvPr>
            <p:ph sz="quarter" idx="14"/>
          </p:nvPr>
        </p:nvSpPr>
        <p:spPr/>
        <p:txBody>
          <a:bodyPr/>
          <a:lstStyle/>
          <a:p>
            <a:r>
              <a:rPr lang="zh-CN" altLang="en-US" dirty="0"/>
              <a:t>实例 </a:t>
            </a:r>
            <a:endParaRPr lang="zh-CN" altLang="en-US" dirty="0"/>
          </a:p>
        </p:txBody>
      </p:sp>
      <p:sp>
        <p:nvSpPr>
          <p:cNvPr id="4" name="内容占位符 3"/>
          <p:cNvSpPr>
            <a:spLocks noGrp="1"/>
          </p:cNvSpPr>
          <p:nvPr>
            <p:ph sz="quarter" idx="13"/>
          </p:nvPr>
        </p:nvSpPr>
        <p:spPr>
          <a:xfrm>
            <a:off x="661219" y="1297857"/>
            <a:ext cx="10869561" cy="4975123"/>
          </a:xfrm>
          <a:prstGeom prst="roundRect">
            <a:avLst>
              <a:gd name="adj" fmla="val 13086"/>
            </a:avLst>
          </a:prstGeom>
        </p:spPr>
        <p:txBody>
          <a:bodyPr>
            <a:noAutofit/>
          </a:bodyPr>
          <a:lstStyle/>
          <a:p>
            <a:r>
              <a:rPr lang="en-US" altLang="zh-CN" b="0" dirty="0">
                <a:solidFill>
                  <a:srgbClr val="4B69C6"/>
                </a:solidFill>
                <a:effectLst/>
                <a:latin typeface="+mj-lt"/>
              </a:rPr>
              <a:t>from</a:t>
            </a:r>
            <a:r>
              <a:rPr lang="en-US" altLang="zh-CN" b="0" dirty="0">
                <a:solidFill>
                  <a:srgbClr val="333333"/>
                </a:solidFill>
                <a:effectLst/>
                <a:latin typeface="+mj-lt"/>
              </a:rPr>
              <a:t> </a:t>
            </a:r>
            <a:r>
              <a:rPr lang="en-US" altLang="zh-CN" b="1" dirty="0" err="1">
                <a:solidFill>
                  <a:srgbClr val="7A3E9D"/>
                </a:solidFill>
                <a:effectLst/>
                <a:latin typeface="+mj-lt"/>
              </a:rPr>
              <a:t>sqlalchemy</a:t>
            </a:r>
            <a:r>
              <a:rPr lang="en-US" altLang="zh-CN" b="0" dirty="0">
                <a:solidFill>
                  <a:srgbClr val="333333"/>
                </a:solidFill>
                <a:effectLst/>
                <a:latin typeface="+mj-lt"/>
              </a:rPr>
              <a:t> </a:t>
            </a:r>
            <a:r>
              <a:rPr lang="en-US" altLang="zh-CN" b="0" dirty="0">
                <a:solidFill>
                  <a:srgbClr val="4B69C6"/>
                </a:solidFill>
                <a:effectLst/>
                <a:latin typeface="+mj-lt"/>
              </a:rPr>
              <a:t>import</a:t>
            </a:r>
            <a:r>
              <a:rPr lang="en-US" altLang="zh-CN" b="0" dirty="0">
                <a:solidFill>
                  <a:srgbClr val="333333"/>
                </a:solidFill>
                <a:effectLst/>
                <a:latin typeface="+mj-lt"/>
              </a:rPr>
              <a:t> </a:t>
            </a:r>
            <a:r>
              <a:rPr lang="en-US" altLang="zh-CN" b="0" dirty="0">
                <a:solidFill>
                  <a:srgbClr val="777777"/>
                </a:solidFill>
                <a:effectLst/>
                <a:latin typeface="+mj-lt"/>
              </a:rPr>
              <a:t>*</a:t>
            </a:r>
            <a:endParaRPr lang="en-US" altLang="zh-CN" b="0" dirty="0">
              <a:solidFill>
                <a:srgbClr val="333333"/>
              </a:solidFill>
              <a:effectLst/>
              <a:latin typeface="+mj-lt"/>
            </a:endParaRPr>
          </a:p>
          <a:p>
            <a:r>
              <a:rPr lang="en-US" altLang="zh-CN" b="0" dirty="0">
                <a:solidFill>
                  <a:srgbClr val="4B69C6"/>
                </a:solidFill>
                <a:effectLst/>
                <a:latin typeface="+mj-lt"/>
              </a:rPr>
              <a:t>import</a:t>
            </a:r>
            <a:r>
              <a:rPr lang="en-US" altLang="zh-CN" b="0" dirty="0">
                <a:solidFill>
                  <a:srgbClr val="333333"/>
                </a:solidFill>
                <a:effectLst/>
                <a:latin typeface="+mj-lt"/>
              </a:rPr>
              <a:t> </a:t>
            </a:r>
            <a:r>
              <a:rPr lang="en-US" altLang="zh-CN" b="1" dirty="0">
                <a:solidFill>
                  <a:srgbClr val="7A3E9D"/>
                </a:solidFill>
                <a:effectLst/>
                <a:latin typeface="+mj-lt"/>
              </a:rPr>
              <a:t>pandas</a:t>
            </a:r>
            <a:r>
              <a:rPr lang="en-US" altLang="zh-CN" b="0" dirty="0">
                <a:solidFill>
                  <a:srgbClr val="333333"/>
                </a:solidFill>
                <a:effectLst/>
                <a:latin typeface="+mj-lt"/>
              </a:rPr>
              <a:t> </a:t>
            </a:r>
            <a:r>
              <a:rPr lang="en-US" altLang="zh-CN" b="0" dirty="0">
                <a:solidFill>
                  <a:srgbClr val="4B69C6"/>
                </a:solidFill>
                <a:effectLst/>
                <a:latin typeface="+mj-lt"/>
              </a:rPr>
              <a:t>as</a:t>
            </a:r>
            <a:r>
              <a:rPr lang="en-US" altLang="zh-CN" b="0" dirty="0">
                <a:solidFill>
                  <a:srgbClr val="333333"/>
                </a:solidFill>
                <a:effectLst/>
                <a:latin typeface="+mj-lt"/>
              </a:rPr>
              <a:t> </a:t>
            </a:r>
            <a:r>
              <a:rPr lang="en-US" altLang="zh-CN" b="1" dirty="0">
                <a:solidFill>
                  <a:srgbClr val="7A3E9D"/>
                </a:solidFill>
                <a:effectLst/>
                <a:latin typeface="+mj-lt"/>
              </a:rPr>
              <a:t>pd</a:t>
            </a:r>
            <a:endParaRPr lang="en-US" altLang="zh-CN" b="0" dirty="0">
              <a:solidFill>
                <a:srgbClr val="333333"/>
              </a:solidFill>
              <a:effectLst/>
              <a:latin typeface="+mj-lt"/>
            </a:endParaRPr>
          </a:p>
          <a:p>
            <a:r>
              <a:rPr lang="en-US" altLang="zh-CN" b="0" dirty="0">
                <a:solidFill>
                  <a:srgbClr val="333333"/>
                </a:solidFill>
                <a:effectLst/>
                <a:latin typeface="+mj-lt"/>
              </a:rPr>
              <a:t> </a:t>
            </a:r>
            <a:endParaRPr lang="en-US" altLang="zh-CN" b="0" dirty="0">
              <a:solidFill>
                <a:srgbClr val="333333"/>
              </a:solidFill>
              <a:effectLst/>
              <a:latin typeface="+mj-lt"/>
            </a:endParaRPr>
          </a:p>
          <a:p>
            <a:r>
              <a:rPr lang="en-US" altLang="zh-CN" b="0" dirty="0">
                <a:solidFill>
                  <a:srgbClr val="AAAAAA"/>
                </a:solidFill>
                <a:effectLst/>
                <a:latin typeface="+mj-lt"/>
              </a:rPr>
              <a:t># </a:t>
            </a:r>
            <a:r>
              <a:rPr lang="zh-CN" altLang="en-US" b="0" dirty="0">
                <a:solidFill>
                  <a:srgbClr val="AAAAAA"/>
                </a:solidFill>
                <a:effectLst/>
                <a:latin typeface="+mj-lt"/>
              </a:rPr>
              <a:t>定义引擎，</a:t>
            </a:r>
            <a:r>
              <a:rPr lang="en-US" altLang="zh-CN" b="0" dirty="0" err="1">
                <a:solidFill>
                  <a:srgbClr val="AAAAAA"/>
                </a:solidFill>
                <a:effectLst/>
                <a:latin typeface="+mj-lt"/>
              </a:rPr>
              <a:t>test.db</a:t>
            </a:r>
            <a:r>
              <a:rPr lang="zh-CN" altLang="en-US" b="0" dirty="0">
                <a:solidFill>
                  <a:srgbClr val="AAAAAA"/>
                </a:solidFill>
                <a:effectLst/>
                <a:latin typeface="+mj-lt"/>
              </a:rPr>
              <a:t>为数据库名，</a:t>
            </a:r>
            <a:r>
              <a:rPr lang="en-US" altLang="zh-CN" b="0" dirty="0">
                <a:solidFill>
                  <a:srgbClr val="AAAAAA"/>
                </a:solidFill>
                <a:effectLst/>
                <a:latin typeface="+mj-lt"/>
              </a:rPr>
              <a:t>./</a:t>
            </a:r>
            <a:r>
              <a:rPr lang="zh-CN" altLang="en-US" b="0" dirty="0">
                <a:solidFill>
                  <a:srgbClr val="AAAAAA"/>
                </a:solidFill>
                <a:effectLst/>
                <a:latin typeface="+mj-lt"/>
              </a:rPr>
              <a:t>表示当前路径</a:t>
            </a:r>
            <a:endParaRPr lang="zh-CN" altLang="en-US" b="0" dirty="0">
              <a:solidFill>
                <a:srgbClr val="333333"/>
              </a:solidFill>
              <a:effectLst/>
              <a:latin typeface="+mj-lt"/>
            </a:endParaRPr>
          </a:p>
          <a:p>
            <a:r>
              <a:rPr lang="en-US" altLang="zh-CN" b="1" dirty="0">
                <a:solidFill>
                  <a:srgbClr val="7A3E9D"/>
                </a:solidFill>
                <a:effectLst/>
                <a:latin typeface="+mj-lt"/>
              </a:rPr>
              <a:t>engine</a:t>
            </a:r>
            <a:r>
              <a:rPr lang="en-US" altLang="zh-CN" b="0" dirty="0">
                <a:solidFill>
                  <a:srgbClr val="333333"/>
                </a:solidFill>
                <a:effectLst/>
                <a:latin typeface="+mj-lt"/>
              </a:rPr>
              <a:t> </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1" dirty="0" err="1">
                <a:solidFill>
                  <a:srgbClr val="AA3731"/>
                </a:solidFill>
                <a:effectLst/>
                <a:latin typeface="+mj-lt"/>
              </a:rPr>
              <a:t>create_engine</a:t>
            </a:r>
            <a:r>
              <a:rPr lang="en-US" altLang="zh-CN" b="0" dirty="0">
                <a:solidFill>
                  <a:srgbClr val="777777"/>
                </a:solidFill>
                <a:effectLst/>
                <a:latin typeface="+mj-lt"/>
              </a:rPr>
              <a:t>('</a:t>
            </a:r>
            <a:r>
              <a:rPr lang="en-US" altLang="zh-CN" b="0" dirty="0" err="1">
                <a:solidFill>
                  <a:srgbClr val="448C27"/>
                </a:solidFill>
                <a:effectLst/>
                <a:latin typeface="+mj-lt"/>
              </a:rPr>
              <a:t>sqlite</a:t>
            </a:r>
            <a:r>
              <a:rPr lang="en-US" altLang="zh-CN" b="0" dirty="0">
                <a:solidFill>
                  <a:srgbClr val="448C27"/>
                </a:solidFill>
                <a:effectLst/>
                <a:latin typeface="+mj-lt"/>
              </a:rPr>
              <a:t>:///./</a:t>
            </a:r>
            <a:r>
              <a:rPr lang="en-US" altLang="zh-CN" b="0" dirty="0" err="1">
                <a:solidFill>
                  <a:srgbClr val="448C27"/>
                </a:solidFill>
                <a:effectLst/>
                <a:latin typeface="+mj-lt"/>
              </a:rPr>
              <a:t>test.db</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7A3E9D"/>
                </a:solidFill>
                <a:effectLst/>
                <a:latin typeface="+mj-lt"/>
              </a:rPr>
              <a:t>echo</a:t>
            </a:r>
            <a:r>
              <a:rPr lang="en-US" altLang="zh-CN" b="0" dirty="0">
                <a:solidFill>
                  <a:srgbClr val="777777"/>
                </a:solidFill>
                <a:effectLst/>
                <a:latin typeface="+mj-lt"/>
              </a:rPr>
              <a:t>=</a:t>
            </a:r>
            <a:r>
              <a:rPr lang="en-US" altLang="zh-CN" b="0" dirty="0">
                <a:solidFill>
                  <a:srgbClr val="9C5D27"/>
                </a:solidFill>
                <a:effectLst/>
                <a:latin typeface="+mj-lt"/>
              </a:rPr>
              <a:t>True</a:t>
            </a:r>
            <a:r>
              <a:rPr lang="en-US" altLang="zh-CN" b="0" dirty="0">
                <a:solidFill>
                  <a:srgbClr val="777777"/>
                </a:solidFill>
                <a:effectLst/>
                <a:latin typeface="+mj-lt"/>
              </a:rPr>
              <a:t>)</a:t>
            </a:r>
            <a:endParaRPr lang="en-US" altLang="zh-CN" b="0" dirty="0">
              <a:solidFill>
                <a:srgbClr val="333333"/>
              </a:solidFill>
              <a:effectLst/>
              <a:latin typeface="+mj-lt"/>
            </a:endParaRPr>
          </a:p>
          <a:p>
            <a:r>
              <a:rPr lang="en-US" altLang="zh-CN" b="0" dirty="0" err="1">
                <a:solidFill>
                  <a:srgbClr val="7A3E9D"/>
                </a:solidFill>
                <a:effectLst/>
                <a:latin typeface="+mj-lt"/>
              </a:rPr>
              <a:t>score_df</a:t>
            </a:r>
            <a:r>
              <a:rPr lang="en-US" altLang="zh-CN" b="0" dirty="0">
                <a:solidFill>
                  <a:srgbClr val="333333"/>
                </a:solidFill>
                <a:effectLst/>
                <a:latin typeface="+mj-lt"/>
              </a:rPr>
              <a:t> </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1" dirty="0" err="1">
                <a:solidFill>
                  <a:srgbClr val="7A3E9D"/>
                </a:solidFill>
                <a:effectLst/>
                <a:latin typeface="+mj-lt"/>
              </a:rPr>
              <a:t>pd</a:t>
            </a:r>
            <a:r>
              <a:rPr lang="en-US" altLang="zh-CN" b="0" dirty="0" err="1">
                <a:solidFill>
                  <a:srgbClr val="777777"/>
                </a:solidFill>
                <a:effectLst/>
                <a:latin typeface="+mj-lt"/>
              </a:rPr>
              <a:t>.</a:t>
            </a:r>
            <a:r>
              <a:rPr lang="en-US" altLang="zh-CN" b="1" dirty="0" err="1">
                <a:solidFill>
                  <a:srgbClr val="AA3731"/>
                </a:solidFill>
                <a:effectLst/>
                <a:latin typeface="+mj-lt"/>
              </a:rPr>
              <a:t>read_sql</a:t>
            </a:r>
            <a:r>
              <a:rPr lang="en-US" altLang="zh-CN" b="0" dirty="0">
                <a:solidFill>
                  <a:srgbClr val="777777"/>
                </a:solidFill>
                <a:effectLst/>
                <a:latin typeface="+mj-lt"/>
              </a:rPr>
              <a:t>('</a:t>
            </a:r>
            <a:r>
              <a:rPr lang="en-US" altLang="zh-CN" b="0" dirty="0">
                <a:solidFill>
                  <a:srgbClr val="448C27"/>
                </a:solidFill>
                <a:effectLst/>
                <a:latin typeface="+mj-lt"/>
              </a:rPr>
              <a:t>score</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1" dirty="0">
                <a:solidFill>
                  <a:srgbClr val="7A3E9D"/>
                </a:solidFill>
                <a:effectLst/>
                <a:latin typeface="+mj-lt"/>
              </a:rPr>
              <a:t>engine</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AAAAAA"/>
                </a:solidFill>
                <a:effectLst/>
                <a:latin typeface="+mj-lt"/>
              </a:rPr>
              <a:t># </a:t>
            </a:r>
            <a:r>
              <a:rPr lang="zh-CN" altLang="en-US" b="0" dirty="0">
                <a:solidFill>
                  <a:srgbClr val="AAAAAA"/>
                </a:solidFill>
                <a:effectLst/>
                <a:latin typeface="+mj-lt"/>
              </a:rPr>
              <a:t>从 </a:t>
            </a:r>
            <a:r>
              <a:rPr lang="en-US" altLang="zh-CN" b="0" dirty="0">
                <a:solidFill>
                  <a:srgbClr val="AAAAAA"/>
                </a:solidFill>
                <a:effectLst/>
                <a:latin typeface="+mj-lt"/>
              </a:rPr>
              <a:t>score </a:t>
            </a:r>
            <a:r>
              <a:rPr lang="zh-CN" altLang="en-US" b="0" dirty="0">
                <a:solidFill>
                  <a:srgbClr val="AAAAAA"/>
                </a:solidFill>
                <a:effectLst/>
                <a:latin typeface="+mj-lt"/>
              </a:rPr>
              <a:t>表读数据 </a:t>
            </a:r>
            <a:r>
              <a:rPr lang="en-US" altLang="zh-CN" b="0" dirty="0" err="1">
                <a:solidFill>
                  <a:srgbClr val="AAAAAA"/>
                </a:solidFill>
                <a:effectLst/>
                <a:latin typeface="+mj-lt"/>
              </a:rPr>
              <a:t>dataframe</a:t>
            </a:r>
            <a:endParaRPr lang="en-US" altLang="zh-CN" b="0" dirty="0">
              <a:solidFill>
                <a:srgbClr val="333333"/>
              </a:solidFill>
              <a:effectLst/>
              <a:latin typeface="+mj-lt"/>
            </a:endParaRPr>
          </a:p>
          <a:p>
            <a:r>
              <a:rPr lang="en-US" altLang="zh-CN" b="1" dirty="0">
                <a:solidFill>
                  <a:srgbClr val="AA3731"/>
                </a:solidFill>
                <a:effectLst/>
                <a:latin typeface="+mj-lt"/>
              </a:rPr>
              <a:t>print</a:t>
            </a:r>
            <a:r>
              <a:rPr lang="en-US" altLang="zh-CN" b="0" dirty="0">
                <a:solidFill>
                  <a:srgbClr val="777777"/>
                </a:solidFill>
                <a:effectLst/>
                <a:latin typeface="+mj-lt"/>
              </a:rPr>
              <a:t>(</a:t>
            </a:r>
            <a:r>
              <a:rPr lang="en-US" altLang="zh-CN" b="0" dirty="0" err="1">
                <a:solidFill>
                  <a:srgbClr val="7A3E9D"/>
                </a:solidFill>
                <a:effectLst/>
                <a:latin typeface="+mj-lt"/>
              </a:rPr>
              <a:t>score_df</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AAAAAA"/>
                </a:solidFill>
                <a:effectLst/>
                <a:latin typeface="+mj-lt"/>
              </a:rPr>
              <a:t># </a:t>
            </a:r>
            <a:r>
              <a:rPr lang="zh-CN" altLang="en-US" b="0" dirty="0">
                <a:solidFill>
                  <a:srgbClr val="AAAAAA"/>
                </a:solidFill>
                <a:effectLst/>
                <a:latin typeface="+mj-lt"/>
              </a:rPr>
              <a:t>查看输出 </a:t>
            </a:r>
            <a:r>
              <a:rPr lang="en-US" altLang="zh-CN" b="0" dirty="0" err="1">
                <a:solidFill>
                  <a:srgbClr val="AAAAAA"/>
                </a:solidFill>
                <a:effectLst/>
                <a:latin typeface="+mj-lt"/>
              </a:rPr>
              <a:t>dataframe</a:t>
            </a:r>
            <a:r>
              <a:rPr lang="en-US" altLang="zh-CN" b="0" dirty="0">
                <a:solidFill>
                  <a:srgbClr val="AAAAAA"/>
                </a:solidFill>
                <a:effectLst/>
                <a:latin typeface="+mj-lt"/>
              </a:rPr>
              <a:t> </a:t>
            </a:r>
            <a:r>
              <a:rPr lang="zh-CN" altLang="en-US" b="0" dirty="0">
                <a:solidFill>
                  <a:srgbClr val="AAAAAA"/>
                </a:solidFill>
                <a:effectLst/>
                <a:latin typeface="+mj-lt"/>
              </a:rPr>
              <a:t>格式数据</a:t>
            </a:r>
            <a:endParaRPr lang="zh-CN" altLang="en-US" b="0" dirty="0">
              <a:solidFill>
                <a:srgbClr val="333333"/>
              </a:solidFill>
              <a:effectLst/>
              <a:latin typeface="+mj-lt"/>
            </a:endParaRPr>
          </a:p>
          <a:p>
            <a:r>
              <a:rPr lang="en-US" altLang="zh-CN" b="0" dirty="0" err="1">
                <a:solidFill>
                  <a:srgbClr val="7A3E9D"/>
                </a:solidFill>
                <a:effectLst/>
                <a:latin typeface="+mj-lt"/>
              </a:rPr>
              <a:t>title_ls</a:t>
            </a:r>
            <a:r>
              <a:rPr lang="en-US" altLang="zh-CN" b="0" dirty="0">
                <a:solidFill>
                  <a:srgbClr val="333333"/>
                </a:solidFill>
                <a:effectLst/>
                <a:latin typeface="+mj-lt"/>
              </a:rPr>
              <a:t> </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err="1">
                <a:solidFill>
                  <a:srgbClr val="7A3E9D"/>
                </a:solidFill>
                <a:effectLst/>
                <a:latin typeface="+mj-lt"/>
              </a:rPr>
              <a:t>score_df</a:t>
            </a:r>
            <a:r>
              <a:rPr lang="en-US" altLang="zh-CN" b="0" dirty="0" err="1">
                <a:solidFill>
                  <a:srgbClr val="777777"/>
                </a:solidFill>
                <a:effectLst/>
                <a:latin typeface="+mj-lt"/>
              </a:rPr>
              <a:t>.</a:t>
            </a:r>
            <a:r>
              <a:rPr lang="en-US" altLang="zh-CN" b="0" dirty="0" err="1">
                <a:solidFill>
                  <a:srgbClr val="7A3E9D"/>
                </a:solidFill>
                <a:effectLst/>
                <a:latin typeface="+mj-lt"/>
              </a:rPr>
              <a:t>columns</a:t>
            </a:r>
            <a:r>
              <a:rPr lang="en-US" altLang="zh-CN" b="0" dirty="0" err="1">
                <a:solidFill>
                  <a:srgbClr val="777777"/>
                </a:solidFill>
                <a:effectLst/>
                <a:latin typeface="+mj-lt"/>
              </a:rPr>
              <a:t>.</a:t>
            </a:r>
            <a:r>
              <a:rPr lang="en-US" altLang="zh-CN" b="1" dirty="0" err="1">
                <a:solidFill>
                  <a:srgbClr val="AA3731"/>
                </a:solidFill>
                <a:effectLst/>
                <a:latin typeface="+mj-lt"/>
              </a:rPr>
              <a:t>tolist</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AAAAAA"/>
                </a:solidFill>
                <a:effectLst/>
                <a:latin typeface="+mj-lt"/>
              </a:rPr>
              <a:t># </a:t>
            </a:r>
            <a:r>
              <a:rPr lang="en-US" altLang="zh-CN" b="0" dirty="0" err="1">
                <a:solidFill>
                  <a:srgbClr val="AAAAAA"/>
                </a:solidFill>
                <a:effectLst/>
                <a:latin typeface="+mj-lt"/>
              </a:rPr>
              <a:t>dataframe</a:t>
            </a:r>
            <a:r>
              <a:rPr lang="en-US" altLang="zh-CN" b="0" dirty="0">
                <a:solidFill>
                  <a:srgbClr val="AAAAAA"/>
                </a:solidFill>
                <a:effectLst/>
                <a:latin typeface="+mj-lt"/>
              </a:rPr>
              <a:t> </a:t>
            </a:r>
            <a:r>
              <a:rPr lang="zh-CN" altLang="en-US" b="0" dirty="0">
                <a:solidFill>
                  <a:srgbClr val="AAAAAA"/>
                </a:solidFill>
                <a:effectLst/>
                <a:latin typeface="+mj-lt"/>
              </a:rPr>
              <a:t>的列名转为列表类型</a:t>
            </a:r>
            <a:endParaRPr lang="zh-CN" altLang="en-US" b="0" dirty="0">
              <a:solidFill>
                <a:srgbClr val="333333"/>
              </a:solidFill>
              <a:effectLst/>
              <a:latin typeface="+mj-lt"/>
            </a:endParaRPr>
          </a:p>
          <a:p>
            <a:r>
              <a:rPr lang="en-US" altLang="zh-CN" b="0" dirty="0" err="1">
                <a:solidFill>
                  <a:srgbClr val="7A3E9D"/>
                </a:solidFill>
                <a:effectLst/>
                <a:latin typeface="+mj-lt"/>
              </a:rPr>
              <a:t>score_ls</a:t>
            </a:r>
            <a:r>
              <a:rPr lang="en-US" altLang="zh-CN" b="0" dirty="0">
                <a:solidFill>
                  <a:srgbClr val="333333"/>
                </a:solidFill>
                <a:effectLst/>
                <a:latin typeface="+mj-lt"/>
              </a:rPr>
              <a:t> </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err="1">
                <a:solidFill>
                  <a:srgbClr val="7A3E9D"/>
                </a:solidFill>
                <a:effectLst/>
                <a:latin typeface="+mj-lt"/>
              </a:rPr>
              <a:t>score_df</a:t>
            </a:r>
            <a:r>
              <a:rPr lang="en-US" altLang="zh-CN" b="0" dirty="0" err="1">
                <a:solidFill>
                  <a:srgbClr val="777777"/>
                </a:solidFill>
                <a:effectLst/>
                <a:latin typeface="+mj-lt"/>
              </a:rPr>
              <a:t>.</a:t>
            </a:r>
            <a:r>
              <a:rPr lang="en-US" altLang="zh-CN" b="0" dirty="0" err="1">
                <a:solidFill>
                  <a:srgbClr val="7A3E9D"/>
                </a:solidFill>
                <a:effectLst/>
                <a:latin typeface="+mj-lt"/>
              </a:rPr>
              <a:t>values</a:t>
            </a:r>
            <a:r>
              <a:rPr lang="en-US" altLang="zh-CN" b="0" dirty="0" err="1">
                <a:solidFill>
                  <a:srgbClr val="777777"/>
                </a:solidFill>
                <a:effectLst/>
                <a:latin typeface="+mj-lt"/>
              </a:rPr>
              <a:t>.</a:t>
            </a:r>
            <a:r>
              <a:rPr lang="en-US" altLang="zh-CN" b="1" dirty="0" err="1">
                <a:solidFill>
                  <a:srgbClr val="AA3731"/>
                </a:solidFill>
                <a:effectLst/>
                <a:latin typeface="+mj-lt"/>
              </a:rPr>
              <a:t>tolist</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AAAAAA"/>
                </a:solidFill>
                <a:effectLst/>
                <a:latin typeface="+mj-lt"/>
              </a:rPr>
              <a:t># </a:t>
            </a:r>
            <a:r>
              <a:rPr lang="en-US" altLang="zh-CN" b="0" dirty="0" err="1">
                <a:solidFill>
                  <a:srgbClr val="AAAAAA"/>
                </a:solidFill>
                <a:effectLst/>
                <a:latin typeface="+mj-lt"/>
              </a:rPr>
              <a:t>dataframe</a:t>
            </a:r>
            <a:r>
              <a:rPr lang="en-US" altLang="zh-CN" b="0" dirty="0">
                <a:solidFill>
                  <a:srgbClr val="AAAAAA"/>
                </a:solidFill>
                <a:effectLst/>
                <a:latin typeface="+mj-lt"/>
              </a:rPr>
              <a:t> </a:t>
            </a:r>
            <a:r>
              <a:rPr lang="zh-CN" altLang="en-US" b="0" dirty="0">
                <a:solidFill>
                  <a:srgbClr val="AAAAAA"/>
                </a:solidFill>
                <a:effectLst/>
                <a:latin typeface="+mj-lt"/>
              </a:rPr>
              <a:t>数据转为列表类型</a:t>
            </a:r>
            <a:endParaRPr lang="zh-CN" altLang="en-US" b="0" dirty="0">
              <a:solidFill>
                <a:srgbClr val="333333"/>
              </a:solidFill>
              <a:effectLst/>
              <a:latin typeface="+mj-lt"/>
            </a:endParaRPr>
          </a:p>
          <a:p>
            <a:r>
              <a:rPr lang="en-US" altLang="zh-CN" b="1" dirty="0">
                <a:solidFill>
                  <a:srgbClr val="AA3731"/>
                </a:solidFill>
                <a:effectLst/>
                <a:latin typeface="+mj-lt"/>
              </a:rPr>
              <a:t>print</a:t>
            </a:r>
            <a:r>
              <a:rPr lang="en-US" altLang="zh-CN" b="0" dirty="0">
                <a:solidFill>
                  <a:srgbClr val="777777"/>
                </a:solidFill>
                <a:effectLst/>
                <a:latin typeface="+mj-lt"/>
              </a:rPr>
              <a:t>('</a:t>
            </a:r>
            <a:r>
              <a:rPr lang="zh-CN" altLang="en-US" b="0" dirty="0">
                <a:solidFill>
                  <a:srgbClr val="448C27"/>
                </a:solidFill>
                <a:effectLst/>
                <a:latin typeface="+mj-lt"/>
              </a:rPr>
              <a:t>输出列表类型的数据</a:t>
            </a:r>
            <a:r>
              <a:rPr lang="en-US" altLang="zh-CN" b="0" dirty="0">
                <a:solidFill>
                  <a:srgbClr val="448C27"/>
                </a:solidFill>
                <a:effectLst/>
                <a:latin typeface="+mj-lt"/>
              </a:rPr>
              <a:t>:</a:t>
            </a:r>
            <a:r>
              <a:rPr lang="en-US" altLang="zh-CN" b="0" dirty="0">
                <a:solidFill>
                  <a:srgbClr val="777777"/>
                </a:solidFill>
                <a:effectLst/>
                <a:latin typeface="+mj-lt"/>
              </a:rPr>
              <a:t>\n',</a:t>
            </a:r>
            <a:r>
              <a:rPr lang="en-US" altLang="zh-CN" b="0" dirty="0">
                <a:solidFill>
                  <a:srgbClr val="333333"/>
                </a:solidFill>
                <a:effectLst/>
                <a:latin typeface="+mj-lt"/>
              </a:rPr>
              <a:t> </a:t>
            </a:r>
            <a:r>
              <a:rPr lang="en-US" altLang="zh-CN" b="0" dirty="0">
                <a:solidFill>
                  <a:srgbClr val="777777"/>
                </a:solidFill>
                <a:effectLst/>
                <a:latin typeface="+mj-lt"/>
              </a:rPr>
              <a:t>[</a:t>
            </a:r>
            <a:r>
              <a:rPr lang="en-US" altLang="zh-CN" b="0" dirty="0" err="1">
                <a:solidFill>
                  <a:srgbClr val="7A3E9D"/>
                </a:solidFill>
                <a:effectLst/>
                <a:latin typeface="+mj-lt"/>
              </a:rPr>
              <a:t>title_ls</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err="1">
                <a:solidFill>
                  <a:srgbClr val="7A3E9D"/>
                </a:solidFill>
                <a:effectLst/>
                <a:latin typeface="+mj-lt"/>
              </a:rPr>
              <a:t>score_ls</a:t>
            </a:r>
            <a:r>
              <a:rPr lang="en-US" altLang="zh-CN" b="0" dirty="0">
                <a:solidFill>
                  <a:srgbClr val="777777"/>
                </a:solidFill>
                <a:effectLst/>
                <a:latin typeface="+mj-lt"/>
              </a:rPr>
              <a:t>)</a:t>
            </a:r>
            <a:r>
              <a:rPr lang="en-US" altLang="zh-CN" b="0" dirty="0">
                <a:solidFill>
                  <a:srgbClr val="333333"/>
                </a:solidFill>
                <a:effectLst/>
                <a:latin typeface="+mj-lt"/>
              </a:rPr>
              <a:t>       </a:t>
            </a:r>
            <a:r>
              <a:rPr lang="en-US" altLang="zh-CN" b="0" dirty="0">
                <a:solidFill>
                  <a:srgbClr val="AAAAAA"/>
                </a:solidFill>
                <a:effectLst/>
                <a:latin typeface="+mj-lt"/>
              </a:rPr>
              <a:t># </a:t>
            </a:r>
            <a:r>
              <a:rPr lang="zh-CN" altLang="en-US" b="0" dirty="0">
                <a:solidFill>
                  <a:srgbClr val="AAAAAA"/>
                </a:solidFill>
                <a:effectLst/>
                <a:latin typeface="+mj-lt"/>
              </a:rPr>
              <a:t>输出转为列表的数据</a:t>
            </a:r>
            <a:endParaRPr lang="zh-CN" altLang="en-US" b="0" dirty="0">
              <a:solidFill>
                <a:srgbClr val="333333"/>
              </a:solidFill>
              <a:effectLst/>
              <a:latin typeface="+mj-lt"/>
            </a:endParaRP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7.10 </a:t>
            </a:r>
            <a:r>
              <a:rPr lang="zh-CN" altLang="en-US" dirty="0"/>
              <a:t>读取 </a:t>
            </a:r>
            <a:r>
              <a:rPr lang="en-US" altLang="zh-CN" dirty="0"/>
              <a:t>SQLite </a:t>
            </a:r>
            <a:r>
              <a:rPr lang="zh-CN" altLang="en-US" dirty="0"/>
              <a:t>数据库中的数据</a:t>
            </a:r>
            <a:endParaRPr lang="zh-CN" altLang="en-US" dirty="0"/>
          </a:p>
        </p:txBody>
      </p:sp>
      <p:sp>
        <p:nvSpPr>
          <p:cNvPr id="7" name="内容占位符 6"/>
          <p:cNvSpPr>
            <a:spLocks noGrp="1"/>
          </p:cNvSpPr>
          <p:nvPr>
            <p:ph sz="quarter" idx="14"/>
          </p:nvPr>
        </p:nvSpPr>
        <p:spPr/>
        <p:txBody>
          <a:bodyPr/>
          <a:lstStyle/>
          <a:p>
            <a:r>
              <a:rPr lang="zh-CN" altLang="en-US" dirty="0"/>
              <a:t>实例 </a:t>
            </a:r>
            <a:endParaRPr lang="zh-CN" altLang="en-US" dirty="0"/>
          </a:p>
        </p:txBody>
      </p:sp>
      <p:sp>
        <p:nvSpPr>
          <p:cNvPr id="6" name="内容占位符 1"/>
          <p:cNvSpPr txBox="1"/>
          <p:nvPr/>
        </p:nvSpPr>
        <p:spPr>
          <a:xfrm>
            <a:off x="591165" y="1181923"/>
            <a:ext cx="5347519" cy="3409741"/>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25000"/>
              </a:lnSpc>
              <a:buClr>
                <a:sysClr val="windowText" lastClr="000000"/>
              </a:buClr>
            </a:pPr>
            <a:r>
              <a:rPr lang="zh-CN" altLang="en-US" sz="2400" dirty="0">
                <a:solidFill>
                  <a:sysClr val="windowText" lastClr="000000"/>
                </a:solidFill>
                <a:latin typeface="微软雅黑" panose="020B0503020204020204" pitchFamily="34" charset="-122"/>
                <a:ea typeface="微软雅黑" panose="020B0503020204020204" pitchFamily="34" charset="-122"/>
              </a:rPr>
              <a:t>输出列表类型的数据：</a:t>
            </a:r>
            <a:endParaRPr lang="en-US" altLang="zh-CN" sz="2400" dirty="0">
              <a:solidFill>
                <a:sysClr val="windowText" lastClr="000000"/>
              </a:solidFill>
              <a:latin typeface="微软雅黑" panose="020B0503020204020204" pitchFamily="34" charset="-122"/>
              <a:ea typeface="微软雅黑" panose="020B0503020204020204" pitchFamily="34" charset="-122"/>
            </a:endParaRPr>
          </a:p>
          <a:p>
            <a:pPr marL="495300" lvl="1" indent="0">
              <a:lnSpc>
                <a:spcPct val="150000"/>
              </a:lnSpc>
              <a:spcBef>
                <a:spcPts val="1200"/>
              </a:spcBef>
              <a:spcAft>
                <a:spcPts val="250"/>
              </a:spcAft>
              <a:buNone/>
            </a:pP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姓名</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C</a:t>
            </a:r>
            <a:r>
              <a:rPr lang="zh-CN"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语言</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Java  Python C</a:t>
            </a:r>
            <a:r>
              <a:rPr lang="en-US" altLang="zh-CN" sz="2000" kern="0" dirty="0">
                <a:solidFill>
                  <a:srgbClr val="6A737D"/>
                </a:solidFill>
                <a:effectLst/>
                <a:latin typeface="微软雅黑" panose="020B0503020204020204" pitchFamily="34" charset="-122"/>
                <a:ea typeface="微软雅黑" panose="020B0503020204020204" pitchFamily="34" charset="-122"/>
                <a:cs typeface="Times New Roman" panose="02020603050405020304" pitchFamily="18" charset="0"/>
              </a:rPr>
              <a:t>#  C++</a:t>
            </a:r>
            <a:br>
              <a:rPr lang="en-US" altLang="zh-CN" sz="2000" kern="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b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0</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罗明</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95</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96</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85</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63</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91</a:t>
            </a:r>
            <a:br>
              <a:rPr lang="en-US" altLang="zh-CN" sz="2000" kern="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b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1</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朱佳</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75</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93</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66</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85</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88</a:t>
            </a:r>
            <a:br>
              <a:rPr lang="en-US" altLang="zh-CN" sz="2000" kern="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b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2</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李思</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86</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76</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96</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93</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67</a:t>
            </a:r>
            <a:br>
              <a:rPr lang="en-US" altLang="zh-CN" sz="2000" kern="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b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3</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郑君</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88</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98</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76</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90</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89</a:t>
            </a:r>
            <a:br>
              <a:rPr lang="en-US" altLang="zh-CN" sz="2000" kern="0" dirty="0">
                <a:solidFill>
                  <a:srgbClr val="000000"/>
                </a:solidFill>
                <a:effectLst/>
                <a:latin typeface="微软雅黑" panose="020B0503020204020204" pitchFamily="34" charset="-122"/>
                <a:ea typeface="微软雅黑" panose="020B0503020204020204" pitchFamily="34" charset="-122"/>
                <a:cs typeface="Times New Roman" panose="02020603050405020304" pitchFamily="18" charset="0"/>
              </a:rPr>
            </a:b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4</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王雪</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99</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96</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91</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88</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86</a:t>
            </a:r>
            <a:endParaRPr lang="zh-CN" alt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 name="内容占位符 1"/>
          <p:cNvSpPr txBox="1"/>
          <p:nvPr/>
        </p:nvSpPr>
        <p:spPr>
          <a:xfrm>
            <a:off x="591165" y="4811890"/>
            <a:ext cx="11009670" cy="1667246"/>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25000"/>
              </a:lnSpc>
              <a:buClr>
                <a:sysClr val="windowText" lastClr="000000"/>
              </a:buClr>
            </a:pPr>
            <a:r>
              <a:rPr lang="zh-CN" altLang="en-US" sz="2400" dirty="0">
                <a:solidFill>
                  <a:sysClr val="windowText" lastClr="000000"/>
                </a:solidFill>
                <a:latin typeface="+mj-lt"/>
                <a:ea typeface="微软雅黑" panose="020B0503020204020204" pitchFamily="34" charset="-122"/>
              </a:rPr>
              <a:t>转为列表类型后的输出为：</a:t>
            </a:r>
            <a:endParaRPr lang="en-US" altLang="zh-CN" sz="2400" dirty="0">
              <a:solidFill>
                <a:sysClr val="windowText" lastClr="000000"/>
              </a:solidFill>
              <a:latin typeface="+mj-lt"/>
              <a:ea typeface="微软雅黑" panose="020B0503020204020204" pitchFamily="34" charset="-122"/>
            </a:endParaRPr>
          </a:p>
          <a:p>
            <a:pPr marL="38100" indent="0" algn="l">
              <a:lnSpc>
                <a:spcPct val="150000"/>
              </a:lnSpc>
              <a:spcBef>
                <a:spcPts val="1200"/>
              </a:spcBef>
              <a:spcAft>
                <a:spcPts val="250"/>
              </a:spcAft>
              <a:buNone/>
            </a:pP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姓名</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'C</a:t>
            </a:r>
            <a:r>
              <a:rPr lang="zh-CN"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语言</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'Java', 'Python', 'C#'], [</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罗明</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95</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96</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85</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63</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91</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朱佳</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75</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93</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66</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85</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88</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李思</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86</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76</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96</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93</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67</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郑君</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88</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98</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76</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90</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89</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王雪</a:t>
            </a:r>
            <a:r>
              <a:rPr lang="en-US" altLang="zh-CN" sz="2000" kern="0" dirty="0">
                <a:solidFill>
                  <a:srgbClr val="6699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99</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96</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91</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88</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kern="0" dirty="0">
                <a:solidFill>
                  <a:srgbClr val="005CC5"/>
                </a:solidFill>
                <a:effectLst/>
                <a:latin typeface="微软雅黑" panose="020B0503020204020204" pitchFamily="34" charset="-122"/>
                <a:ea typeface="微软雅黑" panose="020B0503020204020204" pitchFamily="34" charset="-122"/>
                <a:cs typeface="Times New Roman" panose="02020603050405020304" pitchFamily="18" charset="0"/>
              </a:rPr>
              <a:t>86</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kern="100" dirty="0">
              <a:effectLst/>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7.6.4</a:t>
            </a:r>
            <a:endParaRPr lang="zh-CN" altLang="en-US" dirty="0"/>
          </a:p>
        </p:txBody>
      </p:sp>
      <p:sp>
        <p:nvSpPr>
          <p:cNvPr id="3" name="标题 2"/>
          <p:cNvSpPr>
            <a:spLocks noGrp="1"/>
          </p:cNvSpPr>
          <p:nvPr>
            <p:ph type="title"/>
          </p:nvPr>
        </p:nvSpPr>
        <p:spPr/>
        <p:txBody>
          <a:bodyPr/>
          <a:lstStyle/>
          <a:p>
            <a:r>
              <a:rPr lang="en-US" altLang="zh-CN" dirty="0"/>
              <a:t>JSON </a:t>
            </a:r>
            <a:r>
              <a:rPr lang="zh-CN" altLang="en-US" dirty="0"/>
              <a:t>数据</a:t>
            </a:r>
            <a:endParaRPr lang="zh-CN" altLang="en-US" dirty="0"/>
          </a:p>
        </p:txBody>
      </p:sp>
      <p:sp>
        <p:nvSpPr>
          <p:cNvPr id="2" name="内容占位符 1"/>
          <p:cNvSpPr txBox="1"/>
          <p:nvPr/>
        </p:nvSpPr>
        <p:spPr>
          <a:xfrm>
            <a:off x="741823" y="1297390"/>
            <a:ext cx="10708353" cy="584775"/>
          </a:xfrm>
          <a:prstGeom prst="rect">
            <a:avLst/>
          </a:prstGeom>
          <a:noFill/>
          <a:ln>
            <a:noFill/>
          </a:ln>
          <a:effectLst/>
        </p:spPr>
        <p:txBody>
          <a:bodyPr vert="horz" lIns="91440" tIns="45720" rIns="91440" bIns="45720" rtlCol="0">
            <a:norm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50000"/>
              </a:lnSpc>
              <a:spcBef>
                <a:spcPts val="500"/>
              </a:spcBef>
              <a:defRPr/>
            </a:pPr>
            <a:r>
              <a:rPr lang="en-US" altLang="zh-CN" sz="2400" dirty="0">
                <a:solidFill>
                  <a:sysClr val="windowText" lastClr="000000"/>
                </a:solidFill>
                <a:latin typeface="微软雅黑" panose="020B0503020204020204" pitchFamily="34" charset="-122"/>
                <a:ea typeface="微软雅黑" panose="020B0503020204020204" pitchFamily="34" charset="-122"/>
              </a:rPr>
              <a:t>Pandas </a:t>
            </a:r>
            <a:r>
              <a:rPr lang="zh-CN" altLang="en-US" sz="2400" dirty="0">
                <a:solidFill>
                  <a:sysClr val="windowText" lastClr="000000"/>
                </a:solidFill>
                <a:latin typeface="微软雅黑" panose="020B0503020204020204" pitchFamily="34" charset="-122"/>
                <a:ea typeface="微软雅黑" panose="020B0503020204020204" pitchFamily="34" charset="-122"/>
              </a:rPr>
              <a:t>也可以从 </a:t>
            </a:r>
            <a:r>
              <a:rPr lang="en-US" altLang="zh-CN" sz="2400" b="1" dirty="0" err="1">
                <a:solidFill>
                  <a:schemeClr val="accent2"/>
                </a:solidFill>
                <a:latin typeface="微软雅黑" panose="020B0503020204020204" pitchFamily="34" charset="-122"/>
                <a:ea typeface="微软雅黑" panose="020B0503020204020204" pitchFamily="34" charset="-122"/>
              </a:rPr>
              <a:t>json</a:t>
            </a:r>
            <a:r>
              <a:rPr lang="en-US" altLang="zh-CN" sz="2400" b="1" dirty="0">
                <a:solidFill>
                  <a:schemeClr val="accent2"/>
                </a:solidFill>
                <a:latin typeface="微软雅黑" panose="020B0503020204020204" pitchFamily="34" charset="-122"/>
                <a:ea typeface="微软雅黑" panose="020B0503020204020204" pitchFamily="34" charset="-122"/>
              </a:rPr>
              <a:t> </a:t>
            </a:r>
            <a:r>
              <a:rPr lang="zh-CN" altLang="en-US" sz="2400" b="1" dirty="0">
                <a:solidFill>
                  <a:schemeClr val="accent2"/>
                </a:solidFill>
                <a:latin typeface="微软雅黑" panose="020B0503020204020204" pitchFamily="34" charset="-122"/>
                <a:ea typeface="微软雅黑" panose="020B0503020204020204" pitchFamily="34" charset="-122"/>
              </a:rPr>
              <a:t>格式</a:t>
            </a:r>
            <a:r>
              <a:rPr lang="zh-CN" altLang="en-US" sz="2400" dirty="0">
                <a:solidFill>
                  <a:sysClr val="windowText" lastClr="000000"/>
                </a:solidFill>
                <a:latin typeface="微软雅黑" panose="020B0503020204020204" pitchFamily="34" charset="-122"/>
                <a:ea typeface="微软雅黑" panose="020B0503020204020204" pitchFamily="34" charset="-122"/>
              </a:rPr>
              <a:t>的文件中读取数据到列表：</a:t>
            </a:r>
            <a:endParaRPr lang="en-US" altLang="zh-CN" sz="2400" dirty="0">
              <a:solidFill>
                <a:sysClr val="windowText" lastClr="000000"/>
              </a:solidFill>
              <a:latin typeface="微软雅黑" panose="020B0503020204020204" pitchFamily="34" charset="-122"/>
              <a:ea typeface="微软雅黑" panose="020B0503020204020204" pitchFamily="34" charset="-122"/>
            </a:endParaRPr>
          </a:p>
        </p:txBody>
      </p:sp>
      <p:sp>
        <p:nvSpPr>
          <p:cNvPr id="5" name="内容占位符 5"/>
          <p:cNvSpPr txBox="1"/>
          <p:nvPr/>
        </p:nvSpPr>
        <p:spPr>
          <a:xfrm>
            <a:off x="665332" y="2263210"/>
            <a:ext cx="10861334" cy="3932243"/>
          </a:xfrm>
          <a:prstGeom prst="roundRect">
            <a:avLst>
              <a:gd name="adj" fmla="val 13862"/>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dirty="0">
                <a:solidFill>
                  <a:srgbClr val="4B69C6"/>
                </a:solidFill>
                <a:latin typeface="+mj-lt"/>
              </a:rPr>
              <a:t>import</a:t>
            </a:r>
            <a:r>
              <a:rPr lang="en-US" altLang="zh-CN" dirty="0">
                <a:solidFill>
                  <a:srgbClr val="333333"/>
                </a:solidFill>
                <a:latin typeface="+mj-lt"/>
              </a:rPr>
              <a:t> </a:t>
            </a:r>
            <a:r>
              <a:rPr lang="en-US" altLang="zh-CN" b="1" dirty="0">
                <a:solidFill>
                  <a:srgbClr val="7A3E9D"/>
                </a:solidFill>
                <a:latin typeface="+mj-lt"/>
              </a:rPr>
              <a:t>pandas</a:t>
            </a:r>
            <a:r>
              <a:rPr lang="en-US" altLang="zh-CN" dirty="0">
                <a:solidFill>
                  <a:srgbClr val="333333"/>
                </a:solidFill>
                <a:latin typeface="+mj-lt"/>
              </a:rPr>
              <a:t> </a:t>
            </a:r>
            <a:r>
              <a:rPr lang="en-US" altLang="zh-CN" dirty="0">
                <a:solidFill>
                  <a:srgbClr val="4B69C6"/>
                </a:solidFill>
                <a:latin typeface="+mj-lt"/>
              </a:rPr>
              <a:t>as</a:t>
            </a:r>
            <a:r>
              <a:rPr lang="en-US" altLang="zh-CN" dirty="0">
                <a:solidFill>
                  <a:srgbClr val="333333"/>
                </a:solidFill>
                <a:latin typeface="+mj-lt"/>
              </a:rPr>
              <a:t> </a:t>
            </a:r>
            <a:r>
              <a:rPr lang="en-US" altLang="zh-CN" b="1" dirty="0">
                <a:solidFill>
                  <a:srgbClr val="7A3E9D"/>
                </a:solidFill>
                <a:latin typeface="+mj-lt"/>
              </a:rPr>
              <a:t>pd</a:t>
            </a:r>
            <a:endParaRPr lang="en-US" altLang="zh-CN" dirty="0">
              <a:solidFill>
                <a:srgbClr val="333333"/>
              </a:solidFill>
              <a:latin typeface="+mj-lt"/>
            </a:endParaRPr>
          </a:p>
          <a:p>
            <a:br>
              <a:rPr lang="en-US" altLang="zh-CN" dirty="0">
                <a:solidFill>
                  <a:srgbClr val="333333"/>
                </a:solidFill>
                <a:latin typeface="+mj-lt"/>
              </a:rPr>
            </a:br>
            <a:r>
              <a:rPr lang="en-US" altLang="zh-CN" dirty="0" err="1">
                <a:solidFill>
                  <a:srgbClr val="7A3E9D"/>
                </a:solidFill>
                <a:latin typeface="+mj-lt"/>
              </a:rPr>
              <a:t>score_df</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b="1" dirty="0" err="1">
                <a:solidFill>
                  <a:srgbClr val="7A3E9D"/>
                </a:solidFill>
                <a:latin typeface="+mj-lt"/>
              </a:rPr>
              <a:t>pd</a:t>
            </a:r>
            <a:r>
              <a:rPr lang="en-US" altLang="zh-CN" dirty="0" err="1">
                <a:solidFill>
                  <a:srgbClr val="777777"/>
                </a:solidFill>
                <a:latin typeface="+mj-lt"/>
              </a:rPr>
              <a:t>.</a:t>
            </a:r>
            <a:r>
              <a:rPr lang="en-US" altLang="zh-CN" b="1" dirty="0" err="1">
                <a:solidFill>
                  <a:srgbClr val="AA3731"/>
                </a:solidFill>
                <a:latin typeface="+mj-lt"/>
              </a:rPr>
              <a:t>read_json</a:t>
            </a:r>
            <a:r>
              <a:rPr lang="en-US" altLang="zh-CN" dirty="0">
                <a:solidFill>
                  <a:srgbClr val="777777"/>
                </a:solidFill>
                <a:latin typeface="+mj-lt"/>
              </a:rPr>
              <a:t>('</a:t>
            </a:r>
            <a:r>
              <a:rPr lang="en-US" altLang="zh-CN" dirty="0" err="1">
                <a:solidFill>
                  <a:srgbClr val="448C27"/>
                </a:solidFill>
                <a:latin typeface="+mj-lt"/>
              </a:rPr>
              <a:t>score.json</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encoding</a:t>
            </a:r>
            <a:r>
              <a:rPr lang="en-US" altLang="zh-CN" dirty="0">
                <a:solidFill>
                  <a:srgbClr val="777777"/>
                </a:solidFill>
                <a:latin typeface="+mj-lt"/>
              </a:rPr>
              <a:t>='</a:t>
            </a:r>
            <a:r>
              <a:rPr lang="en-US" altLang="zh-CN" dirty="0">
                <a:solidFill>
                  <a:srgbClr val="448C27"/>
                </a:solidFill>
                <a:latin typeface="+mj-lt"/>
              </a:rPr>
              <a:t>utf-8</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读</a:t>
            </a:r>
            <a:r>
              <a:rPr lang="en-US" altLang="zh-CN" dirty="0" err="1">
                <a:solidFill>
                  <a:srgbClr val="AAAAAA"/>
                </a:solidFill>
                <a:latin typeface="+mj-lt"/>
              </a:rPr>
              <a:t>json</a:t>
            </a:r>
            <a:r>
              <a:rPr lang="zh-CN" altLang="en-US" dirty="0">
                <a:solidFill>
                  <a:srgbClr val="AAAAAA"/>
                </a:solidFill>
                <a:latin typeface="+mj-lt"/>
              </a:rPr>
              <a:t>为</a:t>
            </a:r>
            <a:r>
              <a:rPr lang="en-US" altLang="zh-CN" dirty="0" err="1">
                <a:solidFill>
                  <a:srgbClr val="AAAAAA"/>
                </a:solidFill>
                <a:latin typeface="+mj-lt"/>
              </a:rPr>
              <a:t>dataframe</a:t>
            </a:r>
            <a:r>
              <a:rPr lang="zh-CN" altLang="en-US" dirty="0">
                <a:solidFill>
                  <a:srgbClr val="AAAAAA"/>
                </a:solidFill>
                <a:latin typeface="+mj-lt"/>
              </a:rPr>
              <a:t>格式数据</a:t>
            </a:r>
            <a:endParaRPr lang="zh-CN" altLang="en-US" dirty="0">
              <a:solidFill>
                <a:srgbClr val="333333"/>
              </a:solidFill>
              <a:latin typeface="+mj-lt"/>
            </a:endParaRPr>
          </a:p>
          <a:p>
            <a:r>
              <a:rPr lang="en-US" altLang="zh-CN" dirty="0" err="1">
                <a:solidFill>
                  <a:srgbClr val="7A3E9D"/>
                </a:solidFill>
                <a:latin typeface="+mj-lt"/>
              </a:rPr>
              <a:t>score_df</a:t>
            </a:r>
            <a:r>
              <a:rPr lang="en-US" altLang="zh-CN" dirty="0" err="1">
                <a:solidFill>
                  <a:srgbClr val="777777"/>
                </a:solidFill>
                <a:latin typeface="+mj-lt"/>
              </a:rPr>
              <a:t>.</a:t>
            </a:r>
            <a:r>
              <a:rPr lang="en-US" altLang="zh-CN" b="1" dirty="0" err="1">
                <a:solidFill>
                  <a:srgbClr val="AA3731"/>
                </a:solidFill>
                <a:latin typeface="+mj-lt"/>
              </a:rPr>
              <a:t>to_csv</a:t>
            </a:r>
            <a:r>
              <a:rPr lang="en-US" altLang="zh-CN" dirty="0">
                <a:solidFill>
                  <a:srgbClr val="777777"/>
                </a:solidFill>
                <a:latin typeface="+mj-lt"/>
              </a:rPr>
              <a:t>('</a:t>
            </a:r>
            <a:r>
              <a:rPr lang="en-US" altLang="zh-CN" dirty="0">
                <a:solidFill>
                  <a:srgbClr val="448C27"/>
                </a:solidFill>
                <a:latin typeface="+mj-lt"/>
              </a:rPr>
              <a:t>score_csv.csv</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encoding</a:t>
            </a:r>
            <a:r>
              <a:rPr lang="en-US" altLang="zh-CN" dirty="0">
                <a:solidFill>
                  <a:srgbClr val="777777"/>
                </a:solidFill>
                <a:latin typeface="+mj-lt"/>
              </a:rPr>
              <a:t>='</a:t>
            </a:r>
            <a:r>
              <a:rPr lang="en-US" altLang="zh-CN" dirty="0">
                <a:solidFill>
                  <a:srgbClr val="448C27"/>
                </a:solidFill>
                <a:latin typeface="+mj-lt"/>
              </a:rPr>
              <a:t>utf-8</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写入为 </a:t>
            </a:r>
            <a:r>
              <a:rPr lang="en-US" altLang="zh-CN" dirty="0">
                <a:solidFill>
                  <a:srgbClr val="AAAAAA"/>
                </a:solidFill>
                <a:latin typeface="+mj-lt"/>
              </a:rPr>
              <a:t>csv </a:t>
            </a:r>
            <a:r>
              <a:rPr lang="zh-CN" altLang="en-US" dirty="0">
                <a:solidFill>
                  <a:srgbClr val="AAAAAA"/>
                </a:solidFill>
                <a:latin typeface="+mj-lt"/>
              </a:rPr>
              <a:t>格式文件</a:t>
            </a:r>
            <a:endParaRPr lang="zh-CN" altLang="en-US" dirty="0">
              <a:solidFill>
                <a:srgbClr val="333333"/>
              </a:solidFill>
              <a:latin typeface="+mj-lt"/>
            </a:endParaRPr>
          </a:p>
          <a:p>
            <a:r>
              <a:rPr lang="en-US" altLang="zh-CN" b="1" dirty="0">
                <a:solidFill>
                  <a:srgbClr val="AA3731"/>
                </a:solidFill>
                <a:latin typeface="+mj-lt"/>
              </a:rPr>
              <a:t>print</a:t>
            </a:r>
            <a:r>
              <a:rPr lang="en-US" altLang="zh-CN" dirty="0">
                <a:solidFill>
                  <a:srgbClr val="777777"/>
                </a:solidFill>
                <a:latin typeface="+mj-lt"/>
              </a:rPr>
              <a:t>(</a:t>
            </a:r>
            <a:r>
              <a:rPr lang="en-US" altLang="zh-CN" dirty="0" err="1">
                <a:solidFill>
                  <a:srgbClr val="7A3E9D"/>
                </a:solidFill>
                <a:latin typeface="+mj-lt"/>
              </a:rPr>
              <a:t>score_df</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查看输出 </a:t>
            </a:r>
            <a:r>
              <a:rPr lang="en-US" altLang="zh-CN" dirty="0" err="1">
                <a:solidFill>
                  <a:srgbClr val="AAAAAA"/>
                </a:solidFill>
                <a:latin typeface="+mj-lt"/>
              </a:rPr>
              <a:t>dataframe</a:t>
            </a:r>
            <a:r>
              <a:rPr lang="en-US" altLang="zh-CN" dirty="0">
                <a:solidFill>
                  <a:srgbClr val="AAAAAA"/>
                </a:solidFill>
                <a:latin typeface="+mj-lt"/>
              </a:rPr>
              <a:t> </a:t>
            </a:r>
            <a:r>
              <a:rPr lang="zh-CN" altLang="en-US" dirty="0">
                <a:solidFill>
                  <a:srgbClr val="AAAAAA"/>
                </a:solidFill>
                <a:latin typeface="+mj-lt"/>
              </a:rPr>
              <a:t>格式数据</a:t>
            </a:r>
            <a:endParaRPr lang="zh-CN" altLang="en-US" dirty="0">
              <a:solidFill>
                <a:srgbClr val="333333"/>
              </a:solidFill>
              <a:latin typeface="+mj-lt"/>
            </a:endParaRPr>
          </a:p>
          <a:p>
            <a:r>
              <a:rPr lang="en-US" altLang="zh-CN" dirty="0" err="1">
                <a:solidFill>
                  <a:srgbClr val="7A3E9D"/>
                </a:solidFill>
                <a:latin typeface="+mj-lt"/>
              </a:rPr>
              <a:t>title_ls</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err="1">
                <a:solidFill>
                  <a:srgbClr val="7A3E9D"/>
                </a:solidFill>
                <a:latin typeface="+mj-lt"/>
              </a:rPr>
              <a:t>score_df</a:t>
            </a:r>
            <a:r>
              <a:rPr lang="en-US" altLang="zh-CN" dirty="0" err="1">
                <a:solidFill>
                  <a:srgbClr val="777777"/>
                </a:solidFill>
                <a:latin typeface="+mj-lt"/>
              </a:rPr>
              <a:t>.</a:t>
            </a:r>
            <a:r>
              <a:rPr lang="en-US" altLang="zh-CN" dirty="0" err="1">
                <a:solidFill>
                  <a:srgbClr val="7A3E9D"/>
                </a:solidFill>
                <a:latin typeface="+mj-lt"/>
              </a:rPr>
              <a:t>columns</a:t>
            </a:r>
            <a:r>
              <a:rPr lang="en-US" altLang="zh-CN" dirty="0" err="1">
                <a:solidFill>
                  <a:srgbClr val="777777"/>
                </a:solidFill>
                <a:latin typeface="+mj-lt"/>
              </a:rPr>
              <a:t>.</a:t>
            </a:r>
            <a:r>
              <a:rPr lang="en-US" altLang="zh-CN" b="1" dirty="0" err="1">
                <a:solidFill>
                  <a:srgbClr val="AA3731"/>
                </a:solidFill>
                <a:latin typeface="+mj-lt"/>
              </a:rPr>
              <a:t>tolist</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en-US" altLang="zh-CN" dirty="0" err="1">
                <a:solidFill>
                  <a:srgbClr val="AAAAAA"/>
                </a:solidFill>
                <a:latin typeface="+mj-lt"/>
              </a:rPr>
              <a:t>dataframe</a:t>
            </a:r>
            <a:r>
              <a:rPr lang="en-US" altLang="zh-CN" dirty="0">
                <a:solidFill>
                  <a:srgbClr val="AAAAAA"/>
                </a:solidFill>
                <a:latin typeface="+mj-lt"/>
              </a:rPr>
              <a:t> </a:t>
            </a:r>
            <a:r>
              <a:rPr lang="zh-CN" altLang="en-US" dirty="0">
                <a:solidFill>
                  <a:srgbClr val="AAAAAA"/>
                </a:solidFill>
                <a:latin typeface="+mj-lt"/>
              </a:rPr>
              <a:t>的列名转为列表类型</a:t>
            </a:r>
            <a:endParaRPr lang="zh-CN" altLang="en-US" dirty="0">
              <a:solidFill>
                <a:srgbClr val="333333"/>
              </a:solidFill>
              <a:latin typeface="+mj-lt"/>
            </a:endParaRPr>
          </a:p>
          <a:p>
            <a:r>
              <a:rPr lang="en-US" altLang="zh-CN" dirty="0" err="1">
                <a:solidFill>
                  <a:srgbClr val="7A3E9D"/>
                </a:solidFill>
                <a:latin typeface="+mj-lt"/>
              </a:rPr>
              <a:t>score_ls</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err="1">
                <a:solidFill>
                  <a:srgbClr val="7A3E9D"/>
                </a:solidFill>
                <a:latin typeface="+mj-lt"/>
              </a:rPr>
              <a:t>score_df</a:t>
            </a:r>
            <a:r>
              <a:rPr lang="en-US" altLang="zh-CN" dirty="0" err="1">
                <a:solidFill>
                  <a:srgbClr val="777777"/>
                </a:solidFill>
                <a:latin typeface="+mj-lt"/>
              </a:rPr>
              <a:t>.</a:t>
            </a:r>
            <a:r>
              <a:rPr lang="en-US" altLang="zh-CN" dirty="0" err="1">
                <a:solidFill>
                  <a:srgbClr val="7A3E9D"/>
                </a:solidFill>
                <a:latin typeface="+mj-lt"/>
              </a:rPr>
              <a:t>values</a:t>
            </a:r>
            <a:r>
              <a:rPr lang="en-US" altLang="zh-CN" dirty="0" err="1">
                <a:solidFill>
                  <a:srgbClr val="777777"/>
                </a:solidFill>
                <a:latin typeface="+mj-lt"/>
              </a:rPr>
              <a:t>.</a:t>
            </a:r>
            <a:r>
              <a:rPr lang="en-US" altLang="zh-CN" b="1" dirty="0" err="1">
                <a:solidFill>
                  <a:srgbClr val="AA3731"/>
                </a:solidFill>
                <a:latin typeface="+mj-lt"/>
              </a:rPr>
              <a:t>tolist</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en-US" altLang="zh-CN" dirty="0" err="1">
                <a:solidFill>
                  <a:srgbClr val="AAAAAA"/>
                </a:solidFill>
                <a:latin typeface="+mj-lt"/>
              </a:rPr>
              <a:t>dataframe</a:t>
            </a:r>
            <a:r>
              <a:rPr lang="en-US" altLang="zh-CN" dirty="0">
                <a:solidFill>
                  <a:srgbClr val="AAAAAA"/>
                </a:solidFill>
                <a:latin typeface="+mj-lt"/>
              </a:rPr>
              <a:t> </a:t>
            </a:r>
            <a:r>
              <a:rPr lang="zh-CN" altLang="en-US" dirty="0">
                <a:solidFill>
                  <a:srgbClr val="AAAAAA"/>
                </a:solidFill>
                <a:latin typeface="+mj-lt"/>
              </a:rPr>
              <a:t>数据转为列表类型</a:t>
            </a:r>
            <a:endParaRPr lang="zh-CN" altLang="en-US" dirty="0">
              <a:solidFill>
                <a:srgbClr val="333333"/>
              </a:solidFill>
              <a:latin typeface="+mj-lt"/>
            </a:endParaRPr>
          </a:p>
          <a:p>
            <a:r>
              <a:rPr lang="en-US" altLang="zh-CN" b="1" dirty="0">
                <a:solidFill>
                  <a:srgbClr val="AA3731"/>
                </a:solidFill>
                <a:latin typeface="+mj-lt"/>
              </a:rPr>
              <a:t>print</a:t>
            </a:r>
            <a:r>
              <a:rPr lang="en-US" altLang="zh-CN" dirty="0">
                <a:solidFill>
                  <a:srgbClr val="777777"/>
                </a:solidFill>
                <a:latin typeface="+mj-lt"/>
              </a:rPr>
              <a:t>('</a:t>
            </a:r>
            <a:r>
              <a:rPr lang="zh-CN" altLang="en-US" dirty="0">
                <a:solidFill>
                  <a:srgbClr val="448C27"/>
                </a:solidFill>
                <a:latin typeface="+mj-lt"/>
              </a:rPr>
              <a:t>输出列表类型的数据</a:t>
            </a:r>
            <a:r>
              <a:rPr lang="en-US" altLang="zh-CN" dirty="0">
                <a:solidFill>
                  <a:srgbClr val="448C27"/>
                </a:solidFill>
                <a:latin typeface="+mj-lt"/>
              </a:rPr>
              <a:t>:</a:t>
            </a:r>
            <a:r>
              <a:rPr lang="en-US" altLang="zh-CN" dirty="0">
                <a:solidFill>
                  <a:srgbClr val="777777"/>
                </a:solidFill>
                <a:latin typeface="+mj-lt"/>
              </a:rPr>
              <a:t>\n',</a:t>
            </a:r>
            <a:r>
              <a:rPr lang="en-US" altLang="zh-CN" dirty="0">
                <a:solidFill>
                  <a:srgbClr val="333333"/>
                </a:solidFill>
                <a:latin typeface="+mj-lt"/>
              </a:rPr>
              <a:t> </a:t>
            </a:r>
            <a:r>
              <a:rPr lang="en-US" altLang="zh-CN" dirty="0">
                <a:solidFill>
                  <a:srgbClr val="777777"/>
                </a:solidFill>
                <a:latin typeface="+mj-lt"/>
              </a:rPr>
              <a:t>[</a:t>
            </a:r>
            <a:r>
              <a:rPr lang="en-US" altLang="zh-CN" dirty="0" err="1">
                <a:solidFill>
                  <a:srgbClr val="7A3E9D"/>
                </a:solidFill>
                <a:latin typeface="+mj-lt"/>
              </a:rPr>
              <a:t>title_ls</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dirty="0" err="1">
                <a:solidFill>
                  <a:srgbClr val="7A3E9D"/>
                </a:solidFill>
                <a:latin typeface="+mj-lt"/>
              </a:rPr>
              <a:t>score_ls</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输出转为列表的数据</a:t>
            </a:r>
            <a:endParaRPr lang="zh-CN" altLang="en-US" dirty="0">
              <a:solidFill>
                <a:srgbClr val="333333"/>
              </a:solidFill>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7.6.5</a:t>
            </a:r>
            <a:endParaRPr lang="zh-CN" altLang="en-US" dirty="0"/>
          </a:p>
        </p:txBody>
      </p:sp>
      <p:sp>
        <p:nvSpPr>
          <p:cNvPr id="3" name="标题 2"/>
          <p:cNvSpPr>
            <a:spLocks noGrp="1"/>
          </p:cNvSpPr>
          <p:nvPr>
            <p:ph type="title"/>
          </p:nvPr>
        </p:nvSpPr>
        <p:spPr/>
        <p:txBody>
          <a:bodyPr/>
          <a:lstStyle/>
          <a:p>
            <a:r>
              <a:rPr lang="zh-CN" altLang="en-US" dirty="0"/>
              <a:t>数据查看</a:t>
            </a:r>
            <a:endParaRPr lang="zh-CN" altLang="en-US" dirty="0"/>
          </a:p>
        </p:txBody>
      </p:sp>
      <p:sp>
        <p:nvSpPr>
          <p:cNvPr id="2" name="内容占位符 1"/>
          <p:cNvSpPr txBox="1"/>
          <p:nvPr/>
        </p:nvSpPr>
        <p:spPr>
          <a:xfrm>
            <a:off x="892021" y="1189235"/>
            <a:ext cx="10407958" cy="1396649"/>
          </a:xfrm>
          <a:prstGeom prst="rect">
            <a:avLst/>
          </a:prstGeom>
          <a:noFill/>
          <a:ln>
            <a:noFill/>
          </a:ln>
          <a:effectLst/>
        </p:spPr>
        <p:txBody>
          <a:bodyPr vert="horz" lIns="91440" tIns="45720" rIns="91440" bIns="45720" rtlCol="0">
            <a:norm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50000"/>
              </a:lnSpc>
              <a:spcBef>
                <a:spcPts val="500"/>
              </a:spcBef>
              <a:defRPr/>
            </a:pPr>
            <a:r>
              <a:rPr lang="zh-CN" altLang="en-US" sz="2400" b="1" dirty="0">
                <a:solidFill>
                  <a:srgbClr val="0070C0"/>
                </a:solidFill>
                <a:latin typeface="微软雅黑" panose="020B0503020204020204" pitchFamily="34" charset="-122"/>
                <a:ea typeface="微软雅黑" panose="020B0503020204020204" pitchFamily="34" charset="-122"/>
              </a:rPr>
              <a:t>切片：</a:t>
            </a:r>
            <a:r>
              <a:rPr lang="zh-CN" altLang="en-US" sz="2400" dirty="0">
                <a:solidFill>
                  <a:sysClr val="windowText" lastClr="000000"/>
                </a:solidFill>
                <a:latin typeface="微软雅黑" panose="020B0503020204020204" pitchFamily="34" charset="-122"/>
                <a:ea typeface="微软雅黑" panose="020B0503020204020204" pitchFamily="34" charset="-122"/>
              </a:rPr>
              <a:t>查看其中</a:t>
            </a:r>
            <a:r>
              <a:rPr lang="zh-CN" altLang="en-US" sz="2400" b="1" dirty="0">
                <a:solidFill>
                  <a:schemeClr val="accent2"/>
                </a:solidFill>
                <a:latin typeface="微软雅黑" panose="020B0503020204020204" pitchFamily="34" charset="-122"/>
                <a:ea typeface="微软雅黑" panose="020B0503020204020204" pitchFamily="34" charset="-122"/>
              </a:rPr>
              <a:t>指定</a:t>
            </a:r>
            <a:r>
              <a:rPr lang="zh-CN" altLang="en-US" sz="2400" dirty="0">
                <a:solidFill>
                  <a:sysClr val="windowText" lastClr="000000"/>
                </a:solidFill>
                <a:latin typeface="微软雅黑" panose="020B0503020204020204" pitchFamily="34" charset="-122"/>
                <a:ea typeface="微软雅黑" panose="020B0503020204020204" pitchFamily="34" charset="-122"/>
              </a:rPr>
              <a:t>的部分数据</a:t>
            </a:r>
            <a:endParaRPr lang="en-US" altLang="zh-CN" sz="2400" dirty="0">
              <a:solidFill>
                <a:sysClr val="windowText" lastClr="000000"/>
              </a:solidFill>
              <a:latin typeface="微软雅黑" panose="020B0503020204020204" pitchFamily="34" charset="-122"/>
              <a:ea typeface="微软雅黑" panose="020B0503020204020204" pitchFamily="34" charset="-122"/>
            </a:endParaRPr>
          </a:p>
          <a:p>
            <a:pPr>
              <a:lnSpc>
                <a:spcPct val="150000"/>
              </a:lnSpc>
              <a:spcBef>
                <a:spcPts val="500"/>
              </a:spcBef>
              <a:defRPr/>
            </a:pPr>
            <a:r>
              <a:rPr lang="en-US" altLang="zh-CN" sz="2400" b="1" dirty="0">
                <a:solidFill>
                  <a:srgbClr val="0070C0"/>
                </a:solidFill>
                <a:latin typeface="微软雅黑" panose="020B0503020204020204" pitchFamily="34" charset="-122"/>
                <a:ea typeface="微软雅黑" panose="020B0503020204020204" pitchFamily="34" charset="-122"/>
              </a:rPr>
              <a:t>head(n) </a:t>
            </a:r>
            <a:r>
              <a:rPr lang="zh-CN" altLang="en-US" sz="2400" b="1" dirty="0">
                <a:solidFill>
                  <a:srgbClr val="0070C0"/>
                </a:solidFill>
                <a:latin typeface="微软雅黑" panose="020B0503020204020204" pitchFamily="34" charset="-122"/>
                <a:ea typeface="微软雅黑" panose="020B0503020204020204" pitchFamily="34" charset="-122"/>
              </a:rPr>
              <a:t>和 </a:t>
            </a:r>
            <a:r>
              <a:rPr lang="en-US" altLang="zh-CN" sz="2400" b="1" dirty="0">
                <a:solidFill>
                  <a:srgbClr val="0070C0"/>
                </a:solidFill>
                <a:latin typeface="微软雅黑" panose="020B0503020204020204" pitchFamily="34" charset="-122"/>
                <a:ea typeface="微软雅黑" panose="020B0503020204020204" pitchFamily="34" charset="-122"/>
              </a:rPr>
              <a:t>tail(n) </a:t>
            </a:r>
            <a:r>
              <a:rPr lang="zh-CN" altLang="en-US" sz="2400" b="1" dirty="0">
                <a:solidFill>
                  <a:srgbClr val="0070C0"/>
                </a:solidFill>
                <a:latin typeface="微软雅黑" panose="020B0503020204020204" pitchFamily="34" charset="-122"/>
                <a:ea typeface="微软雅黑" panose="020B0503020204020204" pitchFamily="34" charset="-122"/>
              </a:rPr>
              <a:t>方法：</a:t>
            </a:r>
            <a:r>
              <a:rPr lang="zh-CN" altLang="en-US" sz="2400" dirty="0">
                <a:solidFill>
                  <a:sysClr val="windowText" lastClr="000000"/>
                </a:solidFill>
                <a:latin typeface="微软雅黑" panose="020B0503020204020204" pitchFamily="34" charset="-122"/>
                <a:ea typeface="微软雅黑" panose="020B0503020204020204" pitchFamily="34" charset="-122"/>
              </a:rPr>
              <a:t>查看</a:t>
            </a:r>
            <a:r>
              <a:rPr lang="zh-CN" altLang="en-US" sz="2400" b="1" dirty="0">
                <a:solidFill>
                  <a:schemeClr val="accent2"/>
                </a:solidFill>
                <a:latin typeface="微软雅黑" panose="020B0503020204020204" pitchFamily="34" charset="-122"/>
                <a:ea typeface="微软雅黑" panose="020B0503020204020204" pitchFamily="34" charset="-122"/>
              </a:rPr>
              <a:t>开始或结尾</a:t>
            </a:r>
            <a:r>
              <a:rPr lang="zh-CN" altLang="en-US" sz="2400" dirty="0">
                <a:solidFill>
                  <a:sysClr val="windowText" lastClr="000000"/>
                </a:solidFill>
                <a:latin typeface="微软雅黑" panose="020B0503020204020204" pitchFamily="34" charset="-122"/>
                <a:ea typeface="微软雅黑" panose="020B0503020204020204" pitchFamily="34" charset="-122"/>
              </a:rPr>
              <a:t>的 </a:t>
            </a:r>
            <a:r>
              <a:rPr lang="en-US" altLang="zh-CN" sz="2400" b="1" dirty="0">
                <a:solidFill>
                  <a:schemeClr val="accent2"/>
                </a:solidFill>
                <a:latin typeface="微软雅黑" panose="020B0503020204020204" pitchFamily="34" charset="-122"/>
                <a:ea typeface="微软雅黑" panose="020B0503020204020204" pitchFamily="34" charset="-122"/>
              </a:rPr>
              <a:t>n </a:t>
            </a:r>
            <a:r>
              <a:rPr lang="zh-CN" altLang="en-US" sz="2400" b="1" dirty="0">
                <a:solidFill>
                  <a:schemeClr val="accent2"/>
                </a:solidFill>
                <a:latin typeface="微软雅黑" panose="020B0503020204020204" pitchFamily="34" charset="-122"/>
                <a:ea typeface="微软雅黑" panose="020B0503020204020204" pitchFamily="34" charset="-122"/>
              </a:rPr>
              <a:t>行</a:t>
            </a:r>
            <a:r>
              <a:rPr lang="zh-CN" altLang="en-US" sz="2400" dirty="0">
                <a:solidFill>
                  <a:sysClr val="windowText" lastClr="000000"/>
                </a:solidFill>
                <a:latin typeface="微软雅黑" panose="020B0503020204020204" pitchFamily="34" charset="-122"/>
                <a:ea typeface="微软雅黑" panose="020B0503020204020204" pitchFamily="34" charset="-122"/>
              </a:rPr>
              <a:t>数据。</a:t>
            </a:r>
            <a:endParaRPr lang="en-US" altLang="zh-CN" sz="2400" dirty="0">
              <a:solidFill>
                <a:sysClr val="windowText" lastClr="000000"/>
              </a:solidFill>
              <a:latin typeface="微软雅黑" panose="020B0503020204020204" pitchFamily="34" charset="-122"/>
              <a:ea typeface="微软雅黑" panose="020B0503020204020204" pitchFamily="34" charset="-122"/>
            </a:endParaRPr>
          </a:p>
        </p:txBody>
      </p:sp>
      <p:sp>
        <p:nvSpPr>
          <p:cNvPr id="5" name="内容占位符 5"/>
          <p:cNvSpPr txBox="1"/>
          <p:nvPr/>
        </p:nvSpPr>
        <p:spPr>
          <a:xfrm>
            <a:off x="892021" y="2772697"/>
            <a:ext cx="10407958" cy="3185652"/>
          </a:xfrm>
          <a:prstGeom prst="roundRect">
            <a:avLst>
              <a:gd name="adj" fmla="val 15097"/>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dirty="0">
                <a:solidFill>
                  <a:srgbClr val="4B69C6"/>
                </a:solidFill>
                <a:latin typeface="+mj-lt"/>
              </a:rPr>
              <a:t>import</a:t>
            </a:r>
            <a:r>
              <a:rPr lang="en-US" altLang="zh-CN" dirty="0">
                <a:solidFill>
                  <a:srgbClr val="333333"/>
                </a:solidFill>
                <a:latin typeface="+mj-lt"/>
              </a:rPr>
              <a:t> </a:t>
            </a:r>
            <a:r>
              <a:rPr lang="en-US" altLang="zh-CN" b="1" dirty="0">
                <a:solidFill>
                  <a:srgbClr val="7A3E9D"/>
                </a:solidFill>
                <a:latin typeface="+mj-lt"/>
              </a:rPr>
              <a:t>pandas</a:t>
            </a:r>
            <a:r>
              <a:rPr lang="en-US" altLang="zh-CN" dirty="0">
                <a:solidFill>
                  <a:srgbClr val="333333"/>
                </a:solidFill>
                <a:latin typeface="+mj-lt"/>
              </a:rPr>
              <a:t> </a:t>
            </a:r>
            <a:r>
              <a:rPr lang="en-US" altLang="zh-CN" dirty="0">
                <a:solidFill>
                  <a:srgbClr val="4B69C6"/>
                </a:solidFill>
                <a:latin typeface="+mj-lt"/>
              </a:rPr>
              <a:t>as</a:t>
            </a:r>
            <a:r>
              <a:rPr lang="en-US" altLang="zh-CN" dirty="0">
                <a:solidFill>
                  <a:srgbClr val="333333"/>
                </a:solidFill>
                <a:latin typeface="+mj-lt"/>
              </a:rPr>
              <a:t> </a:t>
            </a:r>
            <a:r>
              <a:rPr lang="en-US" altLang="zh-CN" b="1" dirty="0">
                <a:solidFill>
                  <a:srgbClr val="7A3E9D"/>
                </a:solidFill>
                <a:latin typeface="+mj-lt"/>
              </a:rPr>
              <a:t>pd</a:t>
            </a:r>
            <a:endParaRPr lang="en-US" altLang="zh-CN" dirty="0">
              <a:solidFill>
                <a:srgbClr val="333333"/>
              </a:solidFill>
              <a:latin typeface="+mj-lt"/>
            </a:endParaRPr>
          </a:p>
          <a:p>
            <a:r>
              <a:rPr lang="en-US" altLang="zh-CN" dirty="0">
                <a:solidFill>
                  <a:srgbClr val="333333"/>
                </a:solidFill>
                <a:latin typeface="+mj-lt"/>
              </a:rPr>
              <a:t> </a:t>
            </a:r>
            <a:endParaRPr lang="en-US" altLang="zh-CN" dirty="0">
              <a:solidFill>
                <a:srgbClr val="333333"/>
              </a:solidFill>
              <a:latin typeface="+mj-lt"/>
            </a:endParaRPr>
          </a:p>
          <a:p>
            <a:r>
              <a:rPr lang="en-US" altLang="zh-CN" dirty="0" err="1">
                <a:solidFill>
                  <a:srgbClr val="7A3E9D"/>
                </a:solidFill>
                <a:latin typeface="+mj-lt"/>
              </a:rPr>
              <a:t>score_df</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b="1" dirty="0" err="1">
                <a:solidFill>
                  <a:srgbClr val="7A3E9D"/>
                </a:solidFill>
                <a:latin typeface="+mj-lt"/>
              </a:rPr>
              <a:t>pd</a:t>
            </a:r>
            <a:r>
              <a:rPr lang="en-US" altLang="zh-CN" dirty="0" err="1">
                <a:solidFill>
                  <a:srgbClr val="777777"/>
                </a:solidFill>
                <a:latin typeface="+mj-lt"/>
              </a:rPr>
              <a:t>.</a:t>
            </a:r>
            <a:r>
              <a:rPr lang="en-US" altLang="zh-CN" b="1" dirty="0" err="1">
                <a:solidFill>
                  <a:srgbClr val="AA3731"/>
                </a:solidFill>
                <a:latin typeface="+mj-lt"/>
              </a:rPr>
              <a:t>read_csv</a:t>
            </a:r>
            <a:r>
              <a:rPr lang="en-US" altLang="zh-CN" dirty="0">
                <a:solidFill>
                  <a:srgbClr val="777777"/>
                </a:solidFill>
                <a:latin typeface="+mj-lt"/>
              </a:rPr>
              <a:t>('</a:t>
            </a:r>
            <a:r>
              <a:rPr lang="en-US" altLang="zh-CN" dirty="0">
                <a:solidFill>
                  <a:srgbClr val="448C27"/>
                </a:solidFill>
                <a:latin typeface="+mj-lt"/>
              </a:rPr>
              <a:t>score_faker.csv</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encoding</a:t>
            </a:r>
            <a:r>
              <a:rPr lang="en-US" altLang="zh-CN" dirty="0">
                <a:solidFill>
                  <a:srgbClr val="777777"/>
                </a:solidFill>
                <a:latin typeface="+mj-lt"/>
              </a:rPr>
              <a:t>='</a:t>
            </a:r>
            <a:r>
              <a:rPr lang="en-US" altLang="zh-CN" dirty="0">
                <a:solidFill>
                  <a:srgbClr val="448C27"/>
                </a:solidFill>
                <a:latin typeface="+mj-lt"/>
              </a:rPr>
              <a:t>utf-8</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转 </a:t>
            </a:r>
            <a:r>
              <a:rPr lang="en-US" altLang="zh-CN" dirty="0" err="1">
                <a:solidFill>
                  <a:srgbClr val="AAAAAA"/>
                </a:solidFill>
                <a:latin typeface="+mj-lt"/>
              </a:rPr>
              <a:t>dataframe</a:t>
            </a:r>
            <a:endParaRPr lang="en-US" altLang="zh-CN" dirty="0">
              <a:solidFill>
                <a:srgbClr val="333333"/>
              </a:solidFill>
              <a:latin typeface="+mj-lt"/>
            </a:endParaRPr>
          </a:p>
          <a:p>
            <a:r>
              <a:rPr lang="en-US" altLang="zh-CN" b="1" dirty="0">
                <a:solidFill>
                  <a:srgbClr val="AA3731"/>
                </a:solidFill>
                <a:latin typeface="+mj-lt"/>
              </a:rPr>
              <a:t>print</a:t>
            </a:r>
            <a:r>
              <a:rPr lang="en-US" altLang="zh-CN" dirty="0">
                <a:solidFill>
                  <a:srgbClr val="777777"/>
                </a:solidFill>
                <a:latin typeface="+mj-lt"/>
              </a:rPr>
              <a:t>(</a:t>
            </a:r>
            <a:r>
              <a:rPr lang="en-US" altLang="zh-CN" dirty="0" err="1">
                <a:solidFill>
                  <a:srgbClr val="7A3E9D"/>
                </a:solidFill>
                <a:latin typeface="+mj-lt"/>
              </a:rPr>
              <a:t>score_df</a:t>
            </a:r>
            <a:r>
              <a:rPr lang="en-US" altLang="zh-CN" dirty="0">
                <a:solidFill>
                  <a:srgbClr val="333333"/>
                </a:solidFill>
                <a:latin typeface="+mj-lt"/>
              </a:rPr>
              <a:t> </a:t>
            </a:r>
            <a:r>
              <a:rPr lang="en-US" altLang="zh-CN" dirty="0">
                <a:solidFill>
                  <a:srgbClr val="777777"/>
                </a:solidFill>
                <a:latin typeface="+mj-lt"/>
              </a:rPr>
              <a:t>[['</a:t>
            </a:r>
            <a:r>
              <a:rPr lang="zh-CN" altLang="en-US" dirty="0">
                <a:solidFill>
                  <a:srgbClr val="448C27"/>
                </a:solidFill>
                <a:latin typeface="+mj-lt"/>
              </a:rPr>
              <a:t>姓名</a:t>
            </a:r>
            <a:r>
              <a:rPr lang="en-US" altLang="zh-CN" dirty="0">
                <a:solidFill>
                  <a:srgbClr val="777777"/>
                </a:solidFill>
                <a:latin typeface="+mj-lt"/>
              </a:rPr>
              <a:t>',</a:t>
            </a:r>
            <a:r>
              <a:rPr lang="zh-CN" altLang="en-US" dirty="0">
                <a:solidFill>
                  <a:srgbClr val="333333"/>
                </a:solidFill>
                <a:latin typeface="+mj-lt"/>
              </a:rPr>
              <a:t> </a:t>
            </a:r>
            <a:r>
              <a:rPr lang="en-US" altLang="zh-CN" dirty="0">
                <a:solidFill>
                  <a:srgbClr val="777777"/>
                </a:solidFill>
                <a:latin typeface="+mj-lt"/>
              </a:rPr>
              <a:t>'</a:t>
            </a:r>
            <a:r>
              <a:rPr lang="zh-CN" altLang="en-US" dirty="0">
                <a:solidFill>
                  <a:srgbClr val="448C27"/>
                </a:solidFill>
                <a:latin typeface="+mj-lt"/>
              </a:rPr>
              <a:t>学号</a:t>
            </a:r>
            <a:r>
              <a:rPr lang="en-US" altLang="zh-CN" dirty="0">
                <a:solidFill>
                  <a:srgbClr val="777777"/>
                </a:solidFill>
                <a:latin typeface="+mj-lt"/>
              </a:rPr>
              <a:t>']][:</a:t>
            </a:r>
            <a:r>
              <a:rPr lang="en-US" altLang="zh-CN" dirty="0">
                <a:solidFill>
                  <a:srgbClr val="9C5D27"/>
                </a:solidFill>
                <a:latin typeface="+mj-lt"/>
              </a:rPr>
              <a:t>3</a:t>
            </a:r>
            <a:r>
              <a:rPr lang="en-US" altLang="zh-CN" dirty="0">
                <a:solidFill>
                  <a:srgbClr val="777777"/>
                </a:solidFill>
                <a:latin typeface="+mj-lt"/>
              </a:rPr>
              <a:t>])</a:t>
            </a:r>
            <a:r>
              <a:rPr lang="zh-CN" altLang="en-US"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返回姓名和学号两列的前 </a:t>
            </a:r>
            <a:r>
              <a:rPr lang="en-US" altLang="zh-CN" dirty="0">
                <a:solidFill>
                  <a:srgbClr val="AAAAAA"/>
                </a:solidFill>
                <a:latin typeface="+mj-lt"/>
              </a:rPr>
              <a:t>3 </a:t>
            </a:r>
            <a:r>
              <a:rPr lang="zh-CN" altLang="en-US" dirty="0">
                <a:solidFill>
                  <a:srgbClr val="AAAAAA"/>
                </a:solidFill>
                <a:latin typeface="+mj-lt"/>
              </a:rPr>
              <a:t>个数据</a:t>
            </a:r>
            <a:endParaRPr lang="zh-CN" altLang="en-US" dirty="0">
              <a:solidFill>
                <a:srgbClr val="333333"/>
              </a:solidFill>
              <a:latin typeface="+mj-lt"/>
            </a:endParaRPr>
          </a:p>
          <a:p>
            <a:r>
              <a:rPr lang="en-US" altLang="zh-CN" b="1" dirty="0">
                <a:solidFill>
                  <a:srgbClr val="AA3731"/>
                </a:solidFill>
                <a:latin typeface="+mj-lt"/>
              </a:rPr>
              <a:t>print</a:t>
            </a:r>
            <a:r>
              <a:rPr lang="en-US" altLang="zh-CN" dirty="0">
                <a:solidFill>
                  <a:srgbClr val="777777"/>
                </a:solidFill>
                <a:latin typeface="+mj-lt"/>
              </a:rPr>
              <a:t>(</a:t>
            </a:r>
            <a:r>
              <a:rPr lang="en-US" altLang="zh-CN" dirty="0" err="1">
                <a:solidFill>
                  <a:srgbClr val="7A3E9D"/>
                </a:solidFill>
                <a:latin typeface="+mj-lt"/>
              </a:rPr>
              <a:t>score_df</a:t>
            </a:r>
            <a:r>
              <a:rPr lang="en-US" altLang="zh-CN" dirty="0" err="1">
                <a:solidFill>
                  <a:srgbClr val="777777"/>
                </a:solidFill>
                <a:latin typeface="+mj-lt"/>
              </a:rPr>
              <a:t>.</a:t>
            </a:r>
            <a:r>
              <a:rPr lang="en-US" altLang="zh-CN" b="1" dirty="0" err="1">
                <a:solidFill>
                  <a:srgbClr val="AA3731"/>
                </a:solidFill>
                <a:latin typeface="+mj-lt"/>
              </a:rPr>
              <a:t>head</a:t>
            </a:r>
            <a:r>
              <a:rPr lang="en-US" altLang="zh-CN" dirty="0">
                <a:solidFill>
                  <a:srgbClr val="777777"/>
                </a:solidFill>
                <a:latin typeface="+mj-lt"/>
              </a:rPr>
              <a:t>(</a:t>
            </a:r>
            <a:r>
              <a:rPr lang="en-US" altLang="zh-CN" dirty="0">
                <a:solidFill>
                  <a:srgbClr val="7A3E9D"/>
                </a:solidFill>
                <a:latin typeface="+mj-lt"/>
              </a:rPr>
              <a:t>n</a:t>
            </a:r>
            <a:r>
              <a:rPr lang="en-US" altLang="zh-CN" dirty="0">
                <a:solidFill>
                  <a:srgbClr val="777777"/>
                </a:solidFill>
                <a:latin typeface="+mj-lt"/>
              </a:rPr>
              <a:t>=</a:t>
            </a:r>
            <a:r>
              <a:rPr lang="en-US" altLang="zh-CN" dirty="0">
                <a:solidFill>
                  <a:srgbClr val="9C5D27"/>
                </a:solidFill>
                <a:latin typeface="+mj-lt"/>
              </a:rPr>
              <a:t>3</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返回前 </a:t>
            </a:r>
            <a:r>
              <a:rPr lang="en-US" altLang="zh-CN" dirty="0">
                <a:solidFill>
                  <a:srgbClr val="AAAAAA"/>
                </a:solidFill>
                <a:latin typeface="+mj-lt"/>
              </a:rPr>
              <a:t>3 </a:t>
            </a:r>
            <a:r>
              <a:rPr lang="zh-CN" altLang="en-US" dirty="0">
                <a:solidFill>
                  <a:srgbClr val="AAAAAA"/>
                </a:solidFill>
                <a:latin typeface="+mj-lt"/>
              </a:rPr>
              <a:t>行数据，</a:t>
            </a:r>
            <a:r>
              <a:rPr lang="en-US" altLang="zh-CN" dirty="0">
                <a:solidFill>
                  <a:srgbClr val="AAAAAA"/>
                </a:solidFill>
                <a:latin typeface="+mj-lt"/>
              </a:rPr>
              <a:t>n </a:t>
            </a:r>
            <a:r>
              <a:rPr lang="zh-CN" altLang="en-US" dirty="0">
                <a:solidFill>
                  <a:srgbClr val="AAAAAA"/>
                </a:solidFill>
                <a:latin typeface="+mj-lt"/>
              </a:rPr>
              <a:t>缺省时返回</a:t>
            </a:r>
            <a:r>
              <a:rPr lang="en-US" altLang="zh-CN" dirty="0">
                <a:solidFill>
                  <a:srgbClr val="AAAAAA"/>
                </a:solidFill>
                <a:latin typeface="+mj-lt"/>
              </a:rPr>
              <a:t>5</a:t>
            </a:r>
            <a:r>
              <a:rPr lang="zh-CN" altLang="en-US" dirty="0">
                <a:solidFill>
                  <a:srgbClr val="AAAAAA"/>
                </a:solidFill>
                <a:latin typeface="+mj-lt"/>
              </a:rPr>
              <a:t>行</a:t>
            </a:r>
            <a:endParaRPr lang="zh-CN" altLang="en-US" dirty="0">
              <a:solidFill>
                <a:srgbClr val="333333"/>
              </a:solidFill>
              <a:latin typeface="+mj-lt"/>
            </a:endParaRPr>
          </a:p>
          <a:p>
            <a:r>
              <a:rPr lang="en-US" altLang="zh-CN" b="1" dirty="0">
                <a:solidFill>
                  <a:srgbClr val="AA3731"/>
                </a:solidFill>
                <a:latin typeface="+mj-lt"/>
              </a:rPr>
              <a:t>print</a:t>
            </a:r>
            <a:r>
              <a:rPr lang="en-US" altLang="zh-CN" dirty="0">
                <a:solidFill>
                  <a:srgbClr val="777777"/>
                </a:solidFill>
                <a:latin typeface="+mj-lt"/>
              </a:rPr>
              <a:t>(</a:t>
            </a:r>
            <a:r>
              <a:rPr lang="en-US" altLang="zh-CN" dirty="0" err="1">
                <a:solidFill>
                  <a:srgbClr val="7A3E9D"/>
                </a:solidFill>
                <a:latin typeface="+mj-lt"/>
              </a:rPr>
              <a:t>score_df</a:t>
            </a:r>
            <a:r>
              <a:rPr lang="en-US" altLang="zh-CN" dirty="0" err="1">
                <a:solidFill>
                  <a:srgbClr val="777777"/>
                </a:solidFill>
                <a:latin typeface="+mj-lt"/>
              </a:rPr>
              <a:t>.</a:t>
            </a:r>
            <a:r>
              <a:rPr lang="en-US" altLang="zh-CN" b="1" dirty="0" err="1">
                <a:solidFill>
                  <a:srgbClr val="AA3731"/>
                </a:solidFill>
                <a:latin typeface="+mj-lt"/>
              </a:rPr>
              <a:t>tail</a:t>
            </a:r>
            <a:r>
              <a:rPr lang="en-US" altLang="zh-CN" dirty="0">
                <a:solidFill>
                  <a:srgbClr val="777777"/>
                </a:solidFill>
                <a:latin typeface="+mj-lt"/>
              </a:rPr>
              <a:t>(</a:t>
            </a:r>
            <a:r>
              <a:rPr lang="en-US" altLang="zh-CN" dirty="0">
                <a:solidFill>
                  <a:srgbClr val="7A3E9D"/>
                </a:solidFill>
                <a:latin typeface="+mj-lt"/>
              </a:rPr>
              <a:t>n</a:t>
            </a:r>
            <a:r>
              <a:rPr lang="en-US" altLang="zh-CN" dirty="0">
                <a:solidFill>
                  <a:srgbClr val="777777"/>
                </a:solidFill>
                <a:latin typeface="+mj-lt"/>
              </a:rPr>
              <a:t>=</a:t>
            </a:r>
            <a:r>
              <a:rPr lang="en-US" altLang="zh-CN" dirty="0">
                <a:solidFill>
                  <a:srgbClr val="9C5D27"/>
                </a:solidFill>
                <a:latin typeface="+mj-lt"/>
              </a:rPr>
              <a:t>3</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返回后 </a:t>
            </a:r>
            <a:r>
              <a:rPr lang="en-US" altLang="zh-CN" dirty="0">
                <a:solidFill>
                  <a:srgbClr val="AAAAAA"/>
                </a:solidFill>
                <a:latin typeface="+mj-lt"/>
              </a:rPr>
              <a:t>3 </a:t>
            </a:r>
            <a:r>
              <a:rPr lang="zh-CN" altLang="en-US" dirty="0">
                <a:solidFill>
                  <a:srgbClr val="AAAAAA"/>
                </a:solidFill>
                <a:latin typeface="+mj-lt"/>
              </a:rPr>
              <a:t>行数据，</a:t>
            </a:r>
            <a:r>
              <a:rPr lang="en-US" altLang="zh-CN" dirty="0">
                <a:solidFill>
                  <a:srgbClr val="AAAAAA"/>
                </a:solidFill>
                <a:latin typeface="+mj-lt"/>
              </a:rPr>
              <a:t>n </a:t>
            </a:r>
            <a:r>
              <a:rPr lang="zh-CN" altLang="en-US" dirty="0">
                <a:solidFill>
                  <a:srgbClr val="AAAAAA"/>
                </a:solidFill>
                <a:latin typeface="+mj-lt"/>
              </a:rPr>
              <a:t>缺省时返回</a:t>
            </a:r>
            <a:r>
              <a:rPr lang="en-US" altLang="zh-CN" dirty="0">
                <a:solidFill>
                  <a:srgbClr val="AAAAAA"/>
                </a:solidFill>
                <a:latin typeface="+mj-lt"/>
              </a:rPr>
              <a:t>5</a:t>
            </a:r>
            <a:r>
              <a:rPr lang="zh-CN" altLang="en-US" dirty="0">
                <a:solidFill>
                  <a:srgbClr val="AAAAAA"/>
                </a:solidFill>
                <a:latin typeface="+mj-lt"/>
              </a:rPr>
              <a:t>行</a:t>
            </a:r>
            <a:endParaRPr lang="zh-CN" altLang="en-US" dirty="0">
              <a:solidFill>
                <a:srgbClr val="333333"/>
              </a:solidFill>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7.6.6</a:t>
            </a:r>
            <a:endParaRPr lang="zh-CN" altLang="en-US" dirty="0"/>
          </a:p>
        </p:txBody>
      </p:sp>
      <p:sp>
        <p:nvSpPr>
          <p:cNvPr id="3" name="标题 2"/>
          <p:cNvSpPr>
            <a:spLocks noGrp="1"/>
          </p:cNvSpPr>
          <p:nvPr>
            <p:ph type="title"/>
          </p:nvPr>
        </p:nvSpPr>
        <p:spPr/>
        <p:txBody>
          <a:bodyPr/>
          <a:lstStyle/>
          <a:p>
            <a:r>
              <a:rPr lang="zh-CN" altLang="en-US" dirty="0"/>
              <a:t>数据排序</a:t>
            </a:r>
            <a:endParaRPr lang="zh-CN" altLang="en-US" dirty="0"/>
          </a:p>
        </p:txBody>
      </p:sp>
      <p:sp>
        <p:nvSpPr>
          <p:cNvPr id="7" name="内容占位符 1"/>
          <p:cNvSpPr txBox="1"/>
          <p:nvPr/>
        </p:nvSpPr>
        <p:spPr>
          <a:xfrm>
            <a:off x="1080134" y="1199070"/>
            <a:ext cx="10031730" cy="5221395"/>
          </a:xfrm>
          <a:prstGeom prst="rect">
            <a:avLst/>
          </a:prstGeom>
          <a:noFill/>
          <a:ln>
            <a:noFill/>
          </a:ln>
          <a:effectLst/>
        </p:spPr>
        <p:txBody>
          <a:bodyPr vert="horz" lIns="91440" tIns="45720" rIns="91440" bIns="45720" rtlCol="0">
            <a:norm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1000"/>
              </a:spcBef>
              <a:spcAft>
                <a:spcPts val="0"/>
              </a:spcAft>
              <a:buClrTx/>
              <a:buSzTx/>
              <a:buFont typeface="Arial" panose="020B0604020202090204" pitchFamily="34" charset="0"/>
              <a:buNone/>
              <a:defRPr/>
            </a:pPr>
            <a:r>
              <a:rPr kumimoji="0" lang="en-US" altLang="zh-CN" sz="2800" b="1" i="0" u="none" strike="noStrike" kern="1200" cap="none" spc="0" normalizeH="0" baseline="0" noProof="0" dirty="0" err="1">
                <a:ln>
                  <a:noFill/>
                </a:ln>
                <a:solidFill>
                  <a:srgbClr val="0070C0"/>
                </a:solidFill>
                <a:effectLst/>
                <a:uLnTx/>
                <a:uFillTx/>
                <a:latin typeface="微软雅黑"/>
                <a:ea typeface="微软雅黑"/>
                <a:cs typeface="+mn-cs"/>
              </a:rPr>
              <a:t>sort_values</a:t>
            </a:r>
            <a:r>
              <a:rPr kumimoji="0" lang="en-US" altLang="zh-CN" sz="2800" b="1" i="0" u="none" strike="noStrike" kern="1200" cap="none" spc="0" normalizeH="0" baseline="0" noProof="0" dirty="0">
                <a:ln>
                  <a:noFill/>
                </a:ln>
                <a:solidFill>
                  <a:srgbClr val="0070C0"/>
                </a:solidFill>
                <a:effectLst/>
                <a:uLnTx/>
                <a:uFillTx/>
                <a:latin typeface="微软雅黑"/>
                <a:ea typeface="微软雅黑"/>
                <a:cs typeface="+mn-cs"/>
              </a:rPr>
              <a:t>() </a:t>
            </a:r>
            <a:r>
              <a:rPr kumimoji="0" lang="zh-CN" altLang="en-US" sz="2800" b="1" i="0" u="none" strike="noStrike" kern="1200" cap="none" spc="0" normalizeH="0" baseline="0" noProof="0" dirty="0">
                <a:ln>
                  <a:noFill/>
                </a:ln>
                <a:solidFill>
                  <a:srgbClr val="0070C0"/>
                </a:solidFill>
                <a:effectLst/>
                <a:uLnTx/>
                <a:uFillTx/>
                <a:latin typeface="微软雅黑"/>
                <a:ea typeface="微软雅黑"/>
                <a:cs typeface="+mn-cs"/>
              </a:rPr>
              <a:t>方法</a:t>
            </a:r>
            <a:endParaRPr kumimoji="0" lang="zh-CN" altLang="en-US" sz="2800" b="1" i="0" u="none" strike="noStrike" kern="1200" cap="none" spc="0" normalizeH="0" baseline="0" noProof="0" dirty="0">
              <a:ln>
                <a:noFill/>
              </a:ln>
              <a:solidFill>
                <a:srgbClr val="0070C0"/>
              </a:solidFill>
              <a:effectLst/>
              <a:uLnTx/>
              <a:uFillTx/>
              <a:latin typeface="微软雅黑"/>
              <a:ea typeface="微软雅黑"/>
              <a:cs typeface="+mn-cs"/>
            </a:endParaRPr>
          </a:p>
          <a:p>
            <a:pPr marL="685800" marR="0" lvl="1" indent="-228600" algn="l" defTabSz="914400" rtl="0" eaLnBrk="1" fontAlgn="auto" latinLnBrk="0" hangingPunct="1">
              <a:lnSpc>
                <a:spcPct val="150000"/>
              </a:lnSpc>
              <a:spcBef>
                <a:spcPts val="500"/>
              </a:spcBef>
              <a:spcAft>
                <a:spcPts val="0"/>
              </a:spcAft>
              <a:buClrTx/>
              <a:buSzTx/>
              <a:buFont typeface="Arial" panose="020B0604020202090204" pitchFamily="34" charset="0"/>
              <a:buChar char="•"/>
              <a:defRPr/>
            </a:pPr>
            <a:r>
              <a:rPr kumimoji="0" lang="zh-CN" altLang="en-US" sz="2000" b="0" i="0" u="none" strike="noStrike" kern="1200" cap="none" spc="0" normalizeH="0" baseline="0" noProof="0" dirty="0">
                <a:ln>
                  <a:noFill/>
                </a:ln>
                <a:solidFill>
                  <a:sysClr val="windowText" lastClr="000000"/>
                </a:solidFill>
                <a:effectLst/>
                <a:uLnTx/>
                <a:uFillTx/>
                <a:latin typeface="微软雅黑"/>
                <a:ea typeface="微软雅黑"/>
                <a:cs typeface="+mn-cs"/>
              </a:rPr>
              <a:t>按</a:t>
            </a:r>
            <a:r>
              <a:rPr kumimoji="0" lang="zh-CN" altLang="en-US" sz="2000" b="1" i="0" u="none" strike="noStrike" kern="1200" cap="none" spc="0" normalizeH="0" baseline="0" noProof="0" dirty="0">
                <a:ln>
                  <a:noFill/>
                </a:ln>
                <a:solidFill>
                  <a:schemeClr val="accent2"/>
                </a:solidFill>
                <a:effectLst/>
                <a:uLnTx/>
                <a:uFillTx/>
                <a:latin typeface="微软雅黑"/>
                <a:ea typeface="微软雅黑"/>
                <a:cs typeface="+mn-cs"/>
              </a:rPr>
              <a:t>任一</a:t>
            </a:r>
            <a:r>
              <a:rPr kumimoji="0" lang="zh-CN" altLang="en-US" sz="2000" b="0" i="0" u="none" strike="noStrike" kern="1200" cap="none" spc="0" normalizeH="0" baseline="0" noProof="0" dirty="0">
                <a:ln>
                  <a:noFill/>
                </a:ln>
                <a:solidFill>
                  <a:sysClr val="windowText" lastClr="000000"/>
                </a:solidFill>
                <a:effectLst/>
                <a:uLnTx/>
                <a:uFillTx/>
                <a:latin typeface="微软雅黑"/>
                <a:ea typeface="微软雅黑"/>
                <a:cs typeface="+mn-cs"/>
              </a:rPr>
              <a:t>坐标轴上的数值排序。</a:t>
            </a:r>
            <a:endParaRPr kumimoji="0" lang="en-US" altLang="zh-CN" sz="2000" b="0" i="0" u="none" strike="noStrike" kern="1200" cap="none" spc="0" normalizeH="0" baseline="0" noProof="0" dirty="0">
              <a:ln>
                <a:noFill/>
              </a:ln>
              <a:solidFill>
                <a:sysClr val="windowText" lastClr="000000"/>
              </a:solidFill>
              <a:effectLst/>
              <a:uLnTx/>
              <a:uFillTx/>
              <a:latin typeface="微软雅黑"/>
              <a:ea typeface="微软雅黑"/>
              <a:cs typeface="+mn-cs"/>
            </a:endParaRPr>
          </a:p>
          <a:p>
            <a:pPr marL="685800" marR="0" lvl="1" indent="-228600" algn="l" defTabSz="914400" rtl="0" eaLnBrk="1" fontAlgn="auto" latinLnBrk="0" hangingPunct="1">
              <a:lnSpc>
                <a:spcPct val="150000"/>
              </a:lnSpc>
              <a:spcBef>
                <a:spcPts val="500"/>
              </a:spcBef>
              <a:spcAft>
                <a:spcPts val="0"/>
              </a:spcAft>
              <a:buClrTx/>
              <a:buSzTx/>
              <a:buFont typeface="Arial" panose="020B0604020202090204" pitchFamily="34" charset="0"/>
              <a:buChar char="•"/>
              <a:defRPr/>
            </a:pPr>
            <a:endParaRPr lang="en-US" altLang="zh-CN" sz="2000" dirty="0">
              <a:solidFill>
                <a:sysClr val="windowText" lastClr="000000"/>
              </a:solidFill>
              <a:latin typeface="微软雅黑"/>
              <a:ea typeface="微软雅黑"/>
            </a:endParaRPr>
          </a:p>
          <a:p>
            <a:pPr marL="685800" marR="0" lvl="1" indent="-228600" algn="l" defTabSz="914400" rtl="0" eaLnBrk="1" fontAlgn="auto" latinLnBrk="0" hangingPunct="1">
              <a:lnSpc>
                <a:spcPct val="150000"/>
              </a:lnSpc>
              <a:spcBef>
                <a:spcPts val="500"/>
              </a:spcBef>
              <a:spcAft>
                <a:spcPts val="0"/>
              </a:spcAft>
              <a:buClrTx/>
              <a:buSzTx/>
              <a:buFont typeface="Arial" panose="020B0604020202090204" pitchFamily="34" charset="0"/>
              <a:buChar char="•"/>
              <a:defRPr/>
            </a:pPr>
            <a:endParaRPr lang="en-US" altLang="zh-CN" sz="2000" dirty="0">
              <a:solidFill>
                <a:sysClr val="windowText" lastClr="000000"/>
              </a:solidFill>
              <a:latin typeface="微软雅黑"/>
              <a:ea typeface="微软雅黑"/>
            </a:endParaRPr>
          </a:p>
          <a:p>
            <a:pPr marL="685800" marR="0" lvl="1" indent="-228600" algn="l" defTabSz="914400" rtl="0" eaLnBrk="1" fontAlgn="auto" latinLnBrk="0" hangingPunct="1">
              <a:lnSpc>
                <a:spcPct val="150000"/>
              </a:lnSpc>
              <a:spcBef>
                <a:spcPts val="500"/>
              </a:spcBef>
              <a:spcAft>
                <a:spcPts val="0"/>
              </a:spcAft>
              <a:buClrTx/>
              <a:buSzTx/>
              <a:buFont typeface="Arial" panose="020B0604020202090204" pitchFamily="34" charset="0"/>
              <a:buChar char="•"/>
              <a:defRPr/>
            </a:pPr>
            <a:endParaRPr lang="en-US" altLang="zh-CN" sz="2000" dirty="0">
              <a:solidFill>
                <a:sysClr val="windowText" lastClr="000000"/>
              </a:solidFill>
              <a:latin typeface="微软雅黑"/>
              <a:ea typeface="微软雅黑"/>
            </a:endParaRPr>
          </a:p>
          <a:p>
            <a:pPr marL="685800" marR="0" lvl="1" indent="-228600" algn="l" defTabSz="914400" rtl="0" eaLnBrk="1" fontAlgn="auto" latinLnBrk="0" hangingPunct="1">
              <a:lnSpc>
                <a:spcPct val="150000"/>
              </a:lnSpc>
              <a:spcBef>
                <a:spcPts val="500"/>
              </a:spcBef>
              <a:spcAft>
                <a:spcPts val="0"/>
              </a:spcAft>
              <a:buClrTx/>
              <a:buSzTx/>
              <a:buFont typeface="Arial" panose="020B0604020202090204" pitchFamily="34" charset="0"/>
              <a:buChar char="•"/>
              <a:defRPr/>
            </a:pPr>
            <a:endParaRPr kumimoji="0" lang="en-US" altLang="zh-CN" sz="2000" b="0" i="0" u="none" strike="noStrike" kern="1200" cap="none" spc="0" normalizeH="0" baseline="0" noProof="0" dirty="0">
              <a:ln>
                <a:noFill/>
              </a:ln>
              <a:solidFill>
                <a:sysClr val="windowText" lastClr="000000"/>
              </a:solidFill>
              <a:effectLst/>
              <a:uLnTx/>
              <a:uFillTx/>
              <a:latin typeface="微软雅黑"/>
              <a:ea typeface="微软雅黑"/>
              <a:cs typeface="+mn-cs"/>
            </a:endParaRPr>
          </a:p>
          <a:p>
            <a:pPr marL="685800" marR="0" lvl="1" indent="-228600" algn="l" defTabSz="914400" rtl="0" eaLnBrk="1" fontAlgn="auto" latinLnBrk="0" hangingPunct="1">
              <a:lnSpc>
                <a:spcPct val="150000"/>
              </a:lnSpc>
              <a:spcBef>
                <a:spcPts val="500"/>
              </a:spcBef>
              <a:spcAft>
                <a:spcPts val="0"/>
              </a:spcAft>
              <a:buClrTx/>
              <a:buSzTx/>
              <a:buFont typeface="Arial" panose="020B0604020202090204" pitchFamily="34" charset="0"/>
              <a:buChar char="•"/>
              <a:defRPr/>
            </a:pPr>
            <a:r>
              <a:rPr kumimoji="0" lang="en-US" altLang="zh-CN" sz="2000" b="0" i="0" u="none" strike="noStrike" kern="1200" cap="none" spc="0" normalizeH="0" baseline="0" noProof="0" dirty="0">
                <a:ln>
                  <a:noFill/>
                </a:ln>
                <a:solidFill>
                  <a:sysClr val="windowText" lastClr="000000"/>
                </a:solidFill>
                <a:effectLst/>
                <a:uLnTx/>
                <a:uFillTx/>
                <a:latin typeface="微软雅黑"/>
                <a:ea typeface="微软雅黑"/>
                <a:cs typeface="+mn-cs"/>
              </a:rPr>
              <a:t>by </a:t>
            </a:r>
            <a:r>
              <a:rPr kumimoji="0" lang="zh-CN" altLang="en-US" sz="2000" b="0" i="0" u="none" strike="noStrike" kern="1200" cap="none" spc="0" normalizeH="0" baseline="0" noProof="0" dirty="0">
                <a:ln>
                  <a:noFill/>
                </a:ln>
                <a:solidFill>
                  <a:sysClr val="windowText" lastClr="000000"/>
                </a:solidFill>
                <a:effectLst/>
                <a:uLnTx/>
                <a:uFillTx/>
                <a:latin typeface="微软雅黑"/>
                <a:ea typeface="微软雅黑"/>
                <a:cs typeface="+mn-cs"/>
              </a:rPr>
              <a:t>为字符串或字符串列表，是要排序的名称或名称列表。</a:t>
            </a:r>
            <a:endParaRPr kumimoji="0" lang="en-US" altLang="zh-CN" sz="2000" b="0" i="0" u="none" strike="noStrike" kern="1200" cap="none" spc="0" normalizeH="0" baseline="0" noProof="0" dirty="0">
              <a:ln>
                <a:noFill/>
              </a:ln>
              <a:solidFill>
                <a:sysClr val="windowText" lastClr="000000"/>
              </a:solidFill>
              <a:effectLst/>
              <a:uLnTx/>
              <a:uFillTx/>
              <a:latin typeface="微软雅黑"/>
              <a:ea typeface="微软雅黑"/>
              <a:cs typeface="+mn-cs"/>
            </a:endParaRPr>
          </a:p>
          <a:p>
            <a:pPr marL="685800" marR="0" lvl="1" indent="-228600" algn="l" defTabSz="914400" rtl="0" eaLnBrk="1" fontAlgn="auto" latinLnBrk="0" hangingPunct="1">
              <a:lnSpc>
                <a:spcPct val="150000"/>
              </a:lnSpc>
              <a:spcBef>
                <a:spcPts val="500"/>
              </a:spcBef>
              <a:spcAft>
                <a:spcPts val="0"/>
              </a:spcAft>
              <a:buClrTx/>
              <a:buSzTx/>
              <a:buFont typeface="Arial" panose="020B0604020202090204" pitchFamily="34" charset="0"/>
              <a:buChar char="•"/>
              <a:defRPr/>
            </a:pPr>
            <a:r>
              <a:rPr kumimoji="0" lang="zh-CN" altLang="en-US" sz="2000" b="0" i="0" u="none" strike="noStrike" kern="1200" cap="none" spc="0" normalizeH="0" baseline="0" noProof="0" dirty="0">
                <a:ln>
                  <a:noFill/>
                </a:ln>
                <a:solidFill>
                  <a:sysClr val="windowText" lastClr="000000"/>
                </a:solidFill>
                <a:effectLst/>
                <a:uLnTx/>
                <a:uFillTx/>
                <a:latin typeface="微软雅黑"/>
                <a:ea typeface="微软雅黑"/>
                <a:cs typeface="+mn-cs"/>
              </a:rPr>
              <a:t>默认为升序排序，如需降序排序，使用 </a:t>
            </a:r>
            <a:r>
              <a:rPr kumimoji="0" lang="en-US" altLang="zh-CN" sz="2000" b="0" i="0" u="none" strike="noStrike" kern="1200" cap="none" spc="0" normalizeH="0" baseline="0" noProof="0" dirty="0">
                <a:ln>
                  <a:noFill/>
                </a:ln>
                <a:solidFill>
                  <a:sysClr val="windowText" lastClr="000000"/>
                </a:solidFill>
                <a:effectLst/>
                <a:uLnTx/>
                <a:uFillTx/>
                <a:latin typeface="微软雅黑"/>
                <a:ea typeface="微软雅黑"/>
                <a:cs typeface="+mn-cs"/>
              </a:rPr>
              <a:t>ascending=False </a:t>
            </a:r>
            <a:r>
              <a:rPr kumimoji="0" lang="zh-CN" altLang="en-US" sz="2000" b="0" i="0" u="none" strike="noStrike" kern="1200" cap="none" spc="0" normalizeH="0" baseline="0" noProof="0" dirty="0">
                <a:ln>
                  <a:noFill/>
                </a:ln>
                <a:solidFill>
                  <a:sysClr val="windowText" lastClr="000000"/>
                </a:solidFill>
                <a:effectLst/>
                <a:uLnTx/>
                <a:uFillTx/>
                <a:latin typeface="微软雅黑"/>
                <a:ea typeface="微软雅黑"/>
                <a:cs typeface="+mn-cs"/>
              </a:rPr>
              <a:t>参数。</a:t>
            </a:r>
            <a:endParaRPr kumimoji="0" lang="zh-CN" altLang="en-US" sz="2000" b="0" i="0" u="none" strike="noStrike" kern="1200" cap="none" spc="0" normalizeH="0" baseline="0" noProof="0" dirty="0">
              <a:ln>
                <a:noFill/>
              </a:ln>
              <a:solidFill>
                <a:sysClr val="windowText" lastClr="000000"/>
              </a:solidFill>
              <a:effectLst/>
              <a:uLnTx/>
              <a:uFillTx/>
              <a:latin typeface="微软雅黑"/>
              <a:ea typeface="微软雅黑"/>
              <a:cs typeface="+mn-cs"/>
            </a:endParaRPr>
          </a:p>
        </p:txBody>
      </p:sp>
      <p:sp>
        <p:nvSpPr>
          <p:cNvPr id="8" name="内容占位符 5"/>
          <p:cNvSpPr txBox="1"/>
          <p:nvPr/>
        </p:nvSpPr>
        <p:spPr>
          <a:xfrm>
            <a:off x="997266" y="2590517"/>
            <a:ext cx="10197466" cy="1696630"/>
          </a:xfrm>
          <a:prstGeom prst="roundRect">
            <a:avLst>
              <a:gd name="adj" fmla="val 18448"/>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0" eaLnBrk="0" fontAlgn="base" hangingPunct="0">
              <a:lnSpc>
                <a:spcPct val="100000"/>
              </a:lnSpc>
              <a:spcBef>
                <a:spcPct val="0"/>
              </a:spcBef>
              <a:spcAft>
                <a:spcPct val="0"/>
              </a:spcAft>
              <a:defRPr/>
            </a:pPr>
            <a:r>
              <a:rPr lang="en-US" altLang="zh-CN" sz="2400" b="1" kern="0" dirty="0" err="1">
                <a:solidFill>
                  <a:prstClr val="black"/>
                </a:solidFill>
                <a:latin typeface="微软雅黑"/>
                <a:ea typeface="微软雅黑"/>
              </a:rPr>
              <a:t>DataFrame.</a:t>
            </a:r>
            <a:r>
              <a:rPr lang="en-US" altLang="zh-CN" sz="2400" b="1" kern="0" dirty="0" err="1">
                <a:solidFill>
                  <a:srgbClr val="FF6A02"/>
                </a:solidFill>
                <a:latin typeface="微软雅黑"/>
                <a:ea typeface="微软雅黑"/>
              </a:rPr>
              <a:t>sort_values</a:t>
            </a:r>
            <a:r>
              <a:rPr lang="en-US" altLang="zh-CN" sz="2400" b="1" kern="0" dirty="0">
                <a:solidFill>
                  <a:prstClr val="black"/>
                </a:solidFill>
                <a:latin typeface="微软雅黑"/>
                <a:ea typeface="微软雅黑"/>
              </a:rPr>
              <a:t>(by, *, </a:t>
            </a:r>
            <a:r>
              <a:rPr lang="en-US" altLang="zh-CN" sz="2400" b="1" kern="0" dirty="0">
                <a:solidFill>
                  <a:srgbClr val="660099"/>
                </a:solidFill>
                <a:latin typeface="微软雅黑"/>
                <a:ea typeface="微软雅黑"/>
              </a:rPr>
              <a:t>axis</a:t>
            </a:r>
            <a:r>
              <a:rPr lang="en-US" altLang="zh-CN" sz="2400" b="1" kern="0" dirty="0">
                <a:solidFill>
                  <a:prstClr val="black"/>
                </a:solidFill>
                <a:latin typeface="微软雅黑"/>
                <a:ea typeface="微软雅黑"/>
              </a:rPr>
              <a:t>=</a:t>
            </a:r>
            <a:r>
              <a:rPr lang="en-US" altLang="zh-CN" sz="2400" b="1" dirty="0">
                <a:solidFill>
                  <a:srgbClr val="171BEB"/>
                </a:solidFill>
                <a:latin typeface="微软雅黑"/>
                <a:ea typeface="微软雅黑"/>
              </a:rPr>
              <a:t>0</a:t>
            </a:r>
            <a:r>
              <a:rPr lang="en-US" altLang="zh-CN" sz="2400" b="1" kern="0" dirty="0">
                <a:solidFill>
                  <a:prstClr val="black"/>
                </a:solidFill>
                <a:latin typeface="微软雅黑"/>
                <a:ea typeface="微软雅黑"/>
              </a:rPr>
              <a:t>, </a:t>
            </a:r>
            <a:r>
              <a:rPr lang="en-US" altLang="zh-CN" sz="2400" b="1" kern="0" dirty="0">
                <a:solidFill>
                  <a:srgbClr val="660099"/>
                </a:solidFill>
                <a:latin typeface="微软雅黑"/>
                <a:ea typeface="微软雅黑"/>
              </a:rPr>
              <a:t>ascending</a:t>
            </a:r>
            <a:r>
              <a:rPr lang="en-US" altLang="zh-CN" sz="2400" b="1" kern="0" dirty="0">
                <a:solidFill>
                  <a:prstClr val="black"/>
                </a:solidFill>
                <a:latin typeface="微软雅黑"/>
                <a:ea typeface="微软雅黑"/>
              </a:rPr>
              <a:t>=</a:t>
            </a:r>
            <a:r>
              <a:rPr lang="en-US" altLang="zh-CN" sz="2400" b="1" kern="0" dirty="0">
                <a:solidFill>
                  <a:srgbClr val="F80505"/>
                </a:solidFill>
                <a:latin typeface="微软雅黑"/>
                <a:ea typeface="微软雅黑"/>
              </a:rPr>
              <a:t>True</a:t>
            </a:r>
            <a:r>
              <a:rPr lang="en-US" altLang="zh-CN" sz="2400" b="1" kern="0" dirty="0">
                <a:solidFill>
                  <a:prstClr val="black"/>
                </a:solidFill>
                <a:latin typeface="微软雅黑"/>
                <a:ea typeface="微软雅黑"/>
              </a:rPr>
              <a:t>, </a:t>
            </a:r>
            <a:r>
              <a:rPr lang="en-US" altLang="zh-CN" sz="2400" b="1" kern="0" dirty="0" err="1">
                <a:solidFill>
                  <a:srgbClr val="660099"/>
                </a:solidFill>
                <a:latin typeface="微软雅黑"/>
                <a:ea typeface="微软雅黑"/>
              </a:rPr>
              <a:t>inplace</a:t>
            </a:r>
            <a:r>
              <a:rPr lang="en-US" altLang="zh-CN" sz="2400" b="1" kern="0" dirty="0">
                <a:solidFill>
                  <a:prstClr val="black"/>
                </a:solidFill>
                <a:latin typeface="微软雅黑"/>
                <a:ea typeface="微软雅黑"/>
              </a:rPr>
              <a:t>=</a:t>
            </a:r>
            <a:r>
              <a:rPr lang="en-US" altLang="zh-CN" sz="2400" b="1" kern="0" dirty="0">
                <a:solidFill>
                  <a:srgbClr val="F80505"/>
                </a:solidFill>
                <a:latin typeface="微软雅黑"/>
                <a:ea typeface="微软雅黑"/>
              </a:rPr>
              <a:t>False</a:t>
            </a:r>
            <a:r>
              <a:rPr lang="en-US" altLang="zh-CN" sz="2400" b="1" kern="0" dirty="0">
                <a:solidFill>
                  <a:prstClr val="black"/>
                </a:solidFill>
                <a:latin typeface="微软雅黑"/>
                <a:ea typeface="微软雅黑"/>
              </a:rPr>
              <a:t>, </a:t>
            </a:r>
            <a:r>
              <a:rPr lang="en-US" altLang="zh-CN" sz="2400" b="1" kern="0" dirty="0">
                <a:solidFill>
                  <a:srgbClr val="660099"/>
                </a:solidFill>
                <a:latin typeface="微软雅黑"/>
                <a:ea typeface="微软雅黑"/>
              </a:rPr>
              <a:t>kind</a:t>
            </a:r>
            <a:r>
              <a:rPr lang="en-US" altLang="zh-CN" sz="2400" b="1" kern="0" dirty="0">
                <a:solidFill>
                  <a:prstClr val="black"/>
                </a:solidFill>
                <a:latin typeface="微软雅黑"/>
                <a:ea typeface="微软雅黑"/>
              </a:rPr>
              <a:t>=</a:t>
            </a:r>
            <a:r>
              <a:rPr lang="en-US" altLang="zh-CN" sz="2400" b="1" dirty="0">
                <a:solidFill>
                  <a:srgbClr val="171BEB"/>
                </a:solidFill>
                <a:latin typeface="微软雅黑"/>
                <a:ea typeface="微软雅黑"/>
              </a:rPr>
              <a:t>'quicksort'</a:t>
            </a:r>
            <a:r>
              <a:rPr lang="en-US" altLang="zh-CN" sz="2400" b="1" kern="0" dirty="0">
                <a:solidFill>
                  <a:prstClr val="black"/>
                </a:solidFill>
                <a:latin typeface="微软雅黑"/>
                <a:ea typeface="微软雅黑"/>
              </a:rPr>
              <a:t>, </a:t>
            </a:r>
            <a:r>
              <a:rPr lang="en-US" altLang="zh-CN" sz="2400" b="1" kern="0" dirty="0" err="1">
                <a:solidFill>
                  <a:srgbClr val="660099"/>
                </a:solidFill>
                <a:latin typeface="微软雅黑"/>
                <a:ea typeface="微软雅黑"/>
              </a:rPr>
              <a:t>na_position</a:t>
            </a:r>
            <a:r>
              <a:rPr lang="en-US" altLang="zh-CN" sz="2400" b="1" kern="0" dirty="0">
                <a:solidFill>
                  <a:prstClr val="black"/>
                </a:solidFill>
                <a:latin typeface="微软雅黑"/>
                <a:ea typeface="微软雅黑"/>
              </a:rPr>
              <a:t>=</a:t>
            </a:r>
            <a:r>
              <a:rPr lang="en-US" altLang="zh-CN" sz="2400" b="1" dirty="0">
                <a:solidFill>
                  <a:srgbClr val="171BEB"/>
                </a:solidFill>
                <a:latin typeface="微软雅黑"/>
                <a:ea typeface="微软雅黑"/>
              </a:rPr>
              <a:t>'last'</a:t>
            </a:r>
            <a:r>
              <a:rPr lang="en-US" altLang="zh-CN" sz="2400" b="1" kern="0" dirty="0">
                <a:solidFill>
                  <a:prstClr val="black"/>
                </a:solidFill>
                <a:latin typeface="微软雅黑"/>
                <a:ea typeface="微软雅黑"/>
              </a:rPr>
              <a:t>, </a:t>
            </a:r>
            <a:r>
              <a:rPr lang="en-US" altLang="zh-CN" sz="2400" b="1" kern="0" dirty="0" err="1">
                <a:solidFill>
                  <a:srgbClr val="660099"/>
                </a:solidFill>
                <a:latin typeface="微软雅黑"/>
                <a:ea typeface="微软雅黑"/>
              </a:rPr>
              <a:t>ignore_index</a:t>
            </a:r>
            <a:r>
              <a:rPr lang="en-US" altLang="zh-CN" sz="2400" b="1" kern="0" dirty="0">
                <a:solidFill>
                  <a:prstClr val="black"/>
                </a:solidFill>
                <a:latin typeface="微软雅黑"/>
                <a:ea typeface="微软雅黑"/>
              </a:rPr>
              <a:t>=</a:t>
            </a:r>
            <a:r>
              <a:rPr lang="en-US" altLang="zh-CN" sz="2400" b="1" kern="0" dirty="0">
                <a:solidFill>
                  <a:srgbClr val="F80505"/>
                </a:solidFill>
                <a:latin typeface="微软雅黑"/>
                <a:ea typeface="微软雅黑"/>
              </a:rPr>
              <a:t>False</a:t>
            </a:r>
            <a:r>
              <a:rPr lang="en-US" altLang="zh-CN" sz="2400" b="1" kern="0" dirty="0">
                <a:solidFill>
                  <a:prstClr val="black"/>
                </a:solidFill>
                <a:latin typeface="微软雅黑"/>
                <a:ea typeface="微软雅黑"/>
              </a:rPr>
              <a:t>, </a:t>
            </a:r>
            <a:r>
              <a:rPr lang="en-US" altLang="zh-CN" sz="2400" b="1" kern="0" dirty="0">
                <a:solidFill>
                  <a:srgbClr val="660099"/>
                </a:solidFill>
                <a:latin typeface="微软雅黑"/>
                <a:ea typeface="微软雅黑"/>
              </a:rPr>
              <a:t>key</a:t>
            </a:r>
            <a:r>
              <a:rPr lang="en-US" altLang="zh-CN" sz="2400" b="1" kern="0" dirty="0">
                <a:solidFill>
                  <a:prstClr val="black"/>
                </a:solidFill>
                <a:latin typeface="微软雅黑"/>
                <a:ea typeface="微软雅黑"/>
              </a:rPr>
              <a:t>=</a:t>
            </a:r>
            <a:r>
              <a:rPr lang="en-US" altLang="zh-CN" sz="2400" b="1" kern="0" dirty="0">
                <a:solidFill>
                  <a:srgbClr val="F80505"/>
                </a:solidFill>
                <a:latin typeface="微软雅黑"/>
                <a:ea typeface="微软雅黑"/>
              </a:rPr>
              <a:t>None</a:t>
            </a:r>
            <a:r>
              <a:rPr lang="en-US" altLang="zh-CN" sz="2400" b="1" kern="0" dirty="0">
                <a:solidFill>
                  <a:prstClr val="black"/>
                </a:solidFill>
                <a:latin typeface="微软雅黑"/>
                <a:ea typeface="微软雅黑"/>
              </a:rPr>
              <a:t>) </a:t>
            </a:r>
            <a:endParaRPr lang="zh-CN" altLang="zh-CN" sz="2400" b="1" kern="0" dirty="0">
              <a:solidFill>
                <a:prstClr val="black"/>
              </a:solidFill>
              <a:latin typeface="微软雅黑"/>
              <a:ea typeface="微软雅黑"/>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6" end="6"/>
                                            </p:txEl>
                                          </p:spTgt>
                                        </p:tgtEl>
                                        <p:attrNameLst>
                                          <p:attrName>style.visibility</p:attrName>
                                        </p:attrNameLst>
                                      </p:cBhvr>
                                      <p:to>
                                        <p:strVal val="visible"/>
                                      </p:to>
                                    </p:set>
                                    <p:animEffect transition="in" filter="fade">
                                      <p:cBhvr>
                                        <p:cTn id="12" dur="250"/>
                                        <p:tgtEl>
                                          <p:spTgt spid="7">
                                            <p:txEl>
                                              <p:pRg st="6" end="6"/>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7">
                                            <p:txEl>
                                              <p:pRg st="7" end="7"/>
                                            </p:txEl>
                                          </p:spTgt>
                                        </p:tgtEl>
                                        <p:attrNameLst>
                                          <p:attrName>style.visibility</p:attrName>
                                        </p:attrNameLst>
                                      </p:cBhvr>
                                      <p:to>
                                        <p:strVal val="visible"/>
                                      </p:to>
                                    </p:set>
                                    <p:animEffect transition="in" filter="fade">
                                      <p:cBhvr>
                                        <p:cTn id="15" dur="250"/>
                                        <p:tgtEl>
                                          <p:spTgt spid="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7.6.6</a:t>
            </a:r>
            <a:endParaRPr lang="zh-CN" altLang="en-US" dirty="0"/>
          </a:p>
        </p:txBody>
      </p:sp>
      <p:sp>
        <p:nvSpPr>
          <p:cNvPr id="3" name="标题 2"/>
          <p:cNvSpPr>
            <a:spLocks noGrp="1"/>
          </p:cNvSpPr>
          <p:nvPr>
            <p:ph type="title"/>
          </p:nvPr>
        </p:nvSpPr>
        <p:spPr/>
        <p:txBody>
          <a:bodyPr/>
          <a:lstStyle/>
          <a:p>
            <a:r>
              <a:rPr lang="zh-CN" altLang="en-US" dirty="0"/>
              <a:t>数据排序</a:t>
            </a:r>
            <a:endParaRPr lang="zh-CN" altLang="en-US" dirty="0"/>
          </a:p>
        </p:txBody>
      </p:sp>
      <p:sp>
        <p:nvSpPr>
          <p:cNvPr id="2" name="内容占位符 1"/>
          <p:cNvSpPr txBox="1"/>
          <p:nvPr/>
        </p:nvSpPr>
        <p:spPr>
          <a:xfrm>
            <a:off x="721922" y="1084299"/>
            <a:ext cx="10958564" cy="584775"/>
          </a:xfrm>
          <a:prstGeom prst="rect">
            <a:avLst/>
          </a:prstGeom>
          <a:noFill/>
          <a:ln>
            <a:noFill/>
          </a:ln>
          <a:effectLst/>
        </p:spPr>
        <p:txBody>
          <a:bodyPr vert="horz" lIns="91440" tIns="45720" rIns="91440" bIns="45720" rtlCol="0">
            <a:norm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50000"/>
              </a:lnSpc>
              <a:spcBef>
                <a:spcPts val="500"/>
              </a:spcBef>
              <a:defRPr/>
            </a:pPr>
            <a:r>
              <a:rPr lang="zh-CN" altLang="en-US" sz="2400" dirty="0">
                <a:solidFill>
                  <a:sysClr val="windowText" lastClr="000000"/>
                </a:solidFill>
                <a:latin typeface="微软雅黑" panose="020B0503020204020204" pitchFamily="34" charset="-122"/>
                <a:ea typeface="微软雅黑" panose="020B0503020204020204" pitchFamily="34" charset="-122"/>
              </a:rPr>
              <a:t>下面代码根据“总分”降序排序，</a:t>
            </a:r>
            <a:r>
              <a:rPr lang="en-US" altLang="zh-CN" sz="2400" dirty="0">
                <a:solidFill>
                  <a:sysClr val="windowText" lastClr="000000"/>
                </a:solidFill>
                <a:latin typeface="微软雅黑" panose="020B0503020204020204" pitchFamily="34" charset="-122"/>
                <a:ea typeface="微软雅黑" panose="020B0503020204020204" pitchFamily="34" charset="-122"/>
              </a:rPr>
              <a:t>[:5] </a:t>
            </a:r>
            <a:r>
              <a:rPr lang="zh-CN" altLang="en-US" sz="2400" dirty="0">
                <a:solidFill>
                  <a:sysClr val="windowText" lastClr="000000"/>
                </a:solidFill>
                <a:latin typeface="微软雅黑" panose="020B0503020204020204" pitchFamily="34" charset="-122"/>
                <a:ea typeface="微软雅黑" panose="020B0503020204020204" pitchFamily="34" charset="-122"/>
              </a:rPr>
              <a:t>是对数据进行切片，只输出前 </a:t>
            </a:r>
            <a:r>
              <a:rPr lang="en-US" altLang="zh-CN" sz="2400" dirty="0">
                <a:solidFill>
                  <a:sysClr val="windowText" lastClr="000000"/>
                </a:solidFill>
                <a:latin typeface="微软雅黑" panose="020B0503020204020204" pitchFamily="34" charset="-122"/>
                <a:ea typeface="微软雅黑" panose="020B0503020204020204" pitchFamily="34" charset="-122"/>
              </a:rPr>
              <a:t>5 </a:t>
            </a:r>
            <a:r>
              <a:rPr lang="zh-CN" altLang="en-US" sz="2400" dirty="0">
                <a:solidFill>
                  <a:sysClr val="windowText" lastClr="000000"/>
                </a:solidFill>
                <a:latin typeface="微软雅黑" panose="020B0503020204020204" pitchFamily="34" charset="-122"/>
                <a:ea typeface="微软雅黑" panose="020B0503020204020204" pitchFamily="34" charset="-122"/>
              </a:rPr>
              <a:t>个数据。</a:t>
            </a:r>
            <a:endParaRPr lang="en-US" altLang="zh-CN" sz="2400" dirty="0">
              <a:solidFill>
                <a:sysClr val="windowText" lastClr="000000"/>
              </a:solidFill>
              <a:latin typeface="微软雅黑" panose="020B0503020204020204" pitchFamily="34" charset="-122"/>
              <a:ea typeface="微软雅黑" panose="020B0503020204020204" pitchFamily="34" charset="-122"/>
            </a:endParaRPr>
          </a:p>
        </p:txBody>
      </p:sp>
      <p:sp>
        <p:nvSpPr>
          <p:cNvPr id="5" name="内容占位符 5"/>
          <p:cNvSpPr txBox="1"/>
          <p:nvPr/>
        </p:nvSpPr>
        <p:spPr>
          <a:xfrm>
            <a:off x="665333" y="1791265"/>
            <a:ext cx="10861334" cy="2112145"/>
          </a:xfrm>
          <a:prstGeom prst="roundRect">
            <a:avLst>
              <a:gd name="adj" fmla="val 18052"/>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dirty="0">
                <a:solidFill>
                  <a:srgbClr val="4B69C6"/>
                </a:solidFill>
                <a:latin typeface="+mj-lt"/>
              </a:rPr>
              <a:t>import</a:t>
            </a:r>
            <a:r>
              <a:rPr lang="en-US" altLang="zh-CN" dirty="0">
                <a:solidFill>
                  <a:srgbClr val="333333"/>
                </a:solidFill>
                <a:latin typeface="+mj-lt"/>
              </a:rPr>
              <a:t> </a:t>
            </a:r>
            <a:r>
              <a:rPr lang="en-US" altLang="zh-CN" b="1" dirty="0">
                <a:solidFill>
                  <a:srgbClr val="7A3E9D"/>
                </a:solidFill>
                <a:latin typeface="+mj-lt"/>
              </a:rPr>
              <a:t>pandas</a:t>
            </a:r>
            <a:r>
              <a:rPr lang="en-US" altLang="zh-CN" dirty="0">
                <a:solidFill>
                  <a:srgbClr val="333333"/>
                </a:solidFill>
                <a:latin typeface="+mj-lt"/>
              </a:rPr>
              <a:t> </a:t>
            </a:r>
            <a:r>
              <a:rPr lang="en-US" altLang="zh-CN" dirty="0">
                <a:solidFill>
                  <a:srgbClr val="4B69C6"/>
                </a:solidFill>
                <a:latin typeface="+mj-lt"/>
              </a:rPr>
              <a:t>as</a:t>
            </a:r>
            <a:r>
              <a:rPr lang="en-US" altLang="zh-CN" dirty="0">
                <a:solidFill>
                  <a:srgbClr val="333333"/>
                </a:solidFill>
                <a:latin typeface="+mj-lt"/>
              </a:rPr>
              <a:t> </a:t>
            </a:r>
            <a:r>
              <a:rPr lang="en-US" altLang="zh-CN" b="1" dirty="0">
                <a:solidFill>
                  <a:srgbClr val="7A3E9D"/>
                </a:solidFill>
                <a:latin typeface="+mj-lt"/>
              </a:rPr>
              <a:t>pd</a:t>
            </a:r>
            <a:endParaRPr lang="en-US" altLang="zh-CN" dirty="0">
              <a:solidFill>
                <a:srgbClr val="333333"/>
              </a:solidFill>
              <a:latin typeface="+mj-lt"/>
            </a:endParaRPr>
          </a:p>
          <a:p>
            <a:r>
              <a:rPr lang="en-US" altLang="zh-CN" dirty="0">
                <a:solidFill>
                  <a:srgbClr val="333333"/>
                </a:solidFill>
                <a:latin typeface="+mj-lt"/>
              </a:rPr>
              <a:t> </a:t>
            </a:r>
            <a:endParaRPr lang="en-US" altLang="zh-CN" dirty="0">
              <a:solidFill>
                <a:srgbClr val="333333"/>
              </a:solidFill>
              <a:latin typeface="+mj-lt"/>
            </a:endParaRPr>
          </a:p>
          <a:p>
            <a:r>
              <a:rPr lang="en-US" altLang="zh-CN" dirty="0" err="1">
                <a:solidFill>
                  <a:srgbClr val="7A3E9D"/>
                </a:solidFill>
                <a:latin typeface="+mj-lt"/>
              </a:rPr>
              <a:t>score_df</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b="1" dirty="0" err="1">
                <a:solidFill>
                  <a:srgbClr val="7A3E9D"/>
                </a:solidFill>
                <a:latin typeface="+mj-lt"/>
              </a:rPr>
              <a:t>pd</a:t>
            </a:r>
            <a:r>
              <a:rPr lang="en-US" altLang="zh-CN" dirty="0" err="1">
                <a:solidFill>
                  <a:srgbClr val="777777"/>
                </a:solidFill>
                <a:latin typeface="+mj-lt"/>
              </a:rPr>
              <a:t>.</a:t>
            </a:r>
            <a:r>
              <a:rPr lang="en-US" altLang="zh-CN" b="1" dirty="0" err="1">
                <a:solidFill>
                  <a:srgbClr val="AA3731"/>
                </a:solidFill>
                <a:latin typeface="+mj-lt"/>
              </a:rPr>
              <a:t>read_csv</a:t>
            </a:r>
            <a:r>
              <a:rPr lang="en-US" altLang="zh-CN" dirty="0">
                <a:solidFill>
                  <a:srgbClr val="777777"/>
                </a:solidFill>
                <a:latin typeface="+mj-lt"/>
              </a:rPr>
              <a:t>('</a:t>
            </a:r>
            <a:r>
              <a:rPr lang="en-US" altLang="zh-CN" dirty="0">
                <a:solidFill>
                  <a:srgbClr val="448C27"/>
                </a:solidFill>
                <a:latin typeface="+mj-lt"/>
              </a:rPr>
              <a:t>score_num.csv</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encoding</a:t>
            </a:r>
            <a:r>
              <a:rPr lang="en-US" altLang="zh-CN" dirty="0">
                <a:solidFill>
                  <a:srgbClr val="777777"/>
                </a:solidFill>
                <a:latin typeface="+mj-lt"/>
              </a:rPr>
              <a:t>='</a:t>
            </a:r>
            <a:r>
              <a:rPr lang="en-US" altLang="zh-CN" dirty="0">
                <a:solidFill>
                  <a:srgbClr val="448C27"/>
                </a:solidFill>
                <a:latin typeface="+mj-lt"/>
              </a:rPr>
              <a:t>utf-8</a:t>
            </a:r>
            <a:r>
              <a:rPr lang="en-US" altLang="zh-CN" dirty="0">
                <a:solidFill>
                  <a:srgbClr val="777777"/>
                </a:solidFill>
                <a:latin typeface="+mj-lt"/>
              </a:rPr>
              <a:t>')</a:t>
            </a:r>
            <a:endParaRPr lang="en-US" altLang="zh-CN" dirty="0">
              <a:solidFill>
                <a:srgbClr val="333333"/>
              </a:solidFill>
              <a:latin typeface="+mj-lt"/>
            </a:endParaRPr>
          </a:p>
          <a:p>
            <a:r>
              <a:rPr lang="en-US" altLang="zh-CN" b="1" dirty="0">
                <a:solidFill>
                  <a:srgbClr val="AA3731"/>
                </a:solidFill>
                <a:latin typeface="+mj-lt"/>
              </a:rPr>
              <a:t>print</a:t>
            </a:r>
            <a:r>
              <a:rPr lang="en-US" altLang="zh-CN" dirty="0">
                <a:solidFill>
                  <a:srgbClr val="777777"/>
                </a:solidFill>
                <a:latin typeface="+mj-lt"/>
              </a:rPr>
              <a:t>(</a:t>
            </a:r>
            <a:r>
              <a:rPr lang="en-US" altLang="zh-CN" dirty="0" err="1">
                <a:solidFill>
                  <a:srgbClr val="7A3E9D"/>
                </a:solidFill>
                <a:latin typeface="+mj-lt"/>
              </a:rPr>
              <a:t>score_df</a:t>
            </a:r>
            <a:r>
              <a:rPr lang="en-US" altLang="zh-CN" dirty="0" err="1">
                <a:solidFill>
                  <a:srgbClr val="777777"/>
                </a:solidFill>
                <a:latin typeface="+mj-lt"/>
              </a:rPr>
              <a:t>.</a:t>
            </a:r>
            <a:r>
              <a:rPr lang="en-US" altLang="zh-CN" b="1" dirty="0" err="1">
                <a:solidFill>
                  <a:srgbClr val="AA3731"/>
                </a:solidFill>
                <a:latin typeface="+mj-lt"/>
              </a:rPr>
              <a:t>sort_values</a:t>
            </a:r>
            <a:r>
              <a:rPr lang="en-US" altLang="zh-CN" dirty="0">
                <a:solidFill>
                  <a:srgbClr val="777777"/>
                </a:solidFill>
                <a:latin typeface="+mj-lt"/>
              </a:rPr>
              <a:t>('</a:t>
            </a:r>
            <a:r>
              <a:rPr lang="zh-CN" altLang="en-US" dirty="0">
                <a:solidFill>
                  <a:srgbClr val="448C27"/>
                </a:solidFill>
                <a:latin typeface="+mj-lt"/>
              </a:rPr>
              <a:t>总分</a:t>
            </a:r>
            <a:r>
              <a:rPr lang="en-US" altLang="zh-CN" dirty="0">
                <a:solidFill>
                  <a:srgbClr val="777777"/>
                </a:solidFill>
                <a:latin typeface="+mj-lt"/>
              </a:rPr>
              <a:t>',</a:t>
            </a:r>
            <a:r>
              <a:rPr lang="zh-CN" altLang="en-US" dirty="0">
                <a:solidFill>
                  <a:srgbClr val="333333"/>
                </a:solidFill>
                <a:latin typeface="+mj-lt"/>
              </a:rPr>
              <a:t> </a:t>
            </a:r>
            <a:r>
              <a:rPr lang="en-US" altLang="zh-CN" dirty="0">
                <a:solidFill>
                  <a:srgbClr val="7A3E9D"/>
                </a:solidFill>
                <a:latin typeface="+mj-lt"/>
              </a:rPr>
              <a:t>ascending</a:t>
            </a:r>
            <a:r>
              <a:rPr lang="en-US" altLang="zh-CN" dirty="0">
                <a:solidFill>
                  <a:srgbClr val="777777"/>
                </a:solidFill>
                <a:latin typeface="+mj-lt"/>
              </a:rPr>
              <a:t>=</a:t>
            </a:r>
            <a:r>
              <a:rPr lang="en-US" altLang="zh-CN" dirty="0">
                <a:solidFill>
                  <a:srgbClr val="9C5D27"/>
                </a:solidFill>
                <a:latin typeface="+mj-lt"/>
              </a:rPr>
              <a:t>False</a:t>
            </a:r>
            <a:r>
              <a:rPr lang="en-US" altLang="zh-CN" dirty="0">
                <a:solidFill>
                  <a:srgbClr val="777777"/>
                </a:solidFill>
                <a:latin typeface="+mj-lt"/>
              </a:rPr>
              <a:t>)[:</a:t>
            </a:r>
            <a:r>
              <a:rPr lang="en-US" altLang="zh-CN" dirty="0">
                <a:solidFill>
                  <a:srgbClr val="9C5D27"/>
                </a:solidFill>
                <a:latin typeface="+mj-lt"/>
              </a:rPr>
              <a:t>5</a:t>
            </a:r>
            <a:r>
              <a:rPr lang="en-US" altLang="zh-CN" dirty="0">
                <a:solidFill>
                  <a:srgbClr val="777777"/>
                </a:solidFill>
                <a:latin typeface="+mj-lt"/>
              </a:rPr>
              <a:t>])</a:t>
            </a:r>
            <a:endParaRPr lang="en-US" altLang="zh-CN" dirty="0">
              <a:solidFill>
                <a:srgbClr val="333333"/>
              </a:solidFill>
              <a:latin typeface="+mj-lt"/>
            </a:endParaRPr>
          </a:p>
        </p:txBody>
      </p:sp>
      <p:sp>
        <p:nvSpPr>
          <p:cNvPr id="6" name="内容占位符 1"/>
          <p:cNvSpPr txBox="1"/>
          <p:nvPr/>
        </p:nvSpPr>
        <p:spPr>
          <a:xfrm>
            <a:off x="1727080" y="4113430"/>
            <a:ext cx="7799248" cy="2444686"/>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495300" lvl="1" indent="0">
              <a:spcAft>
                <a:spcPts val="250"/>
              </a:spcAft>
              <a:buNone/>
            </a:pPr>
            <a:r>
              <a:rPr lang="zh-CN" altLang="en-US"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   姓名       学号   </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C</a:t>
            </a:r>
            <a:r>
              <a:rPr lang="zh-CN" altLang="en-US"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语言   </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Java   Python   VB   C++   </a:t>
            </a:r>
            <a:r>
              <a:rPr lang="zh-CN" altLang="en-US"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总分</a:t>
            </a:r>
            <a:endParaRPr lang="zh-CN" altLang="en-US"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495300" lvl="1" indent="0">
              <a:spcAft>
                <a:spcPts val="250"/>
              </a:spcAft>
              <a:buNone/>
            </a:pP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3  </a:t>
            </a:r>
            <a:r>
              <a:rPr lang="zh-CN" altLang="en-US"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王雪  </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121701100515   99    96      91  88   86  460</a:t>
            </a:r>
            <a:endPar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495300" lvl="1" indent="0">
              <a:spcAft>
                <a:spcPts val="250"/>
              </a:spcAft>
              <a:buNone/>
            </a:pP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2  </a:t>
            </a:r>
            <a:r>
              <a:rPr lang="zh-CN" altLang="en-US"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郑君  </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121701100514   88    98      76  90   89  441</a:t>
            </a:r>
            <a:endPar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495300" lvl="1" indent="0">
              <a:spcAft>
                <a:spcPts val="250"/>
              </a:spcAft>
              <a:buNone/>
            </a:pP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4  </a:t>
            </a:r>
            <a:r>
              <a:rPr lang="zh-CN" altLang="en-US"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罗明  </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121701100510   95    96      85  63   91  430</a:t>
            </a:r>
            <a:endPar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495300" lvl="1" indent="0">
              <a:spcAft>
                <a:spcPts val="250"/>
              </a:spcAft>
              <a:buNone/>
            </a:pP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1  </a:t>
            </a:r>
            <a:r>
              <a:rPr lang="zh-CN" altLang="en-US"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李思  </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121701100513   86    76      96  93   67  418</a:t>
            </a:r>
            <a:endPar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495300" lvl="1" indent="0">
              <a:spcAft>
                <a:spcPts val="250"/>
              </a:spcAft>
              <a:buNone/>
            </a:pP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0  </a:t>
            </a:r>
            <a:r>
              <a:rPr lang="zh-CN" altLang="en-US"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朱佳  </a:t>
            </a:r>
            <a:r>
              <a:rPr lang="en-US" altLang="zh-CN" sz="2000" kern="0" dirty="0">
                <a:solidFill>
                  <a:srgbClr val="595959"/>
                </a:solidFill>
                <a:effectLst/>
                <a:latin typeface="微软雅黑" panose="020B0503020204020204" pitchFamily="34" charset="-122"/>
                <a:ea typeface="微软雅黑" panose="020B0503020204020204" pitchFamily="34" charset="-122"/>
                <a:cs typeface="Times New Roman" panose="02020603050405020304" pitchFamily="18" charset="0"/>
              </a:rPr>
              <a:t>121701100511   75    93      66  85   88  407</a:t>
            </a:r>
            <a:endParaRPr lang="zh-CN" altLang="zh-CN" sz="2000" kern="100" dirty="0">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 name="内容占位符 1"/>
          <p:cNvSpPr txBox="1"/>
          <p:nvPr/>
        </p:nvSpPr>
        <p:spPr>
          <a:xfrm>
            <a:off x="721922" y="4113430"/>
            <a:ext cx="1378896" cy="776456"/>
          </a:xfrm>
          <a:prstGeom prst="rect">
            <a:avLst/>
          </a:prstGeom>
          <a:noFill/>
          <a:ln>
            <a:noFill/>
          </a:ln>
          <a:effectLst/>
        </p:spPr>
        <p:txBody>
          <a:bodyPr vert="horz" lIns="91440" tIns="45720" rIns="91440" bIns="45720" rtlCol="0">
            <a:no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25000"/>
              </a:lnSpc>
              <a:buClr>
                <a:sysClr val="windowText" lastClr="000000"/>
              </a:buClr>
            </a:pPr>
            <a:r>
              <a:rPr lang="zh-CN" altLang="en-US" sz="2400" dirty="0">
                <a:solidFill>
                  <a:sysClr val="windowText" lastClr="000000"/>
                </a:solidFill>
                <a:latin typeface="微软雅黑" panose="020B0503020204020204" pitchFamily="34" charset="-122"/>
                <a:ea typeface="微软雅黑" panose="020B0503020204020204" pitchFamily="34" charset="-122"/>
              </a:rPr>
              <a:t>输出：</a:t>
            </a:r>
            <a:endParaRPr lang="en-US" altLang="zh-CN" sz="2400" dirty="0">
              <a:solidFill>
                <a:sysClr val="windowText" lastClr="00000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250"/>
                                        <p:tgtEl>
                                          <p:spTgt spid="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2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9" grpId="0"/>
    </p:bld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7.6.7</a:t>
            </a:r>
            <a:endParaRPr lang="zh-CN" altLang="en-US" dirty="0"/>
          </a:p>
        </p:txBody>
      </p:sp>
      <p:sp>
        <p:nvSpPr>
          <p:cNvPr id="3" name="标题 2"/>
          <p:cNvSpPr>
            <a:spLocks noGrp="1"/>
          </p:cNvSpPr>
          <p:nvPr>
            <p:ph type="title"/>
          </p:nvPr>
        </p:nvSpPr>
        <p:spPr/>
        <p:txBody>
          <a:bodyPr/>
          <a:lstStyle/>
          <a:p>
            <a:r>
              <a:rPr lang="zh-CN" altLang="en-US" dirty="0"/>
              <a:t>数据统计</a:t>
            </a:r>
            <a:endParaRPr lang="zh-CN" altLang="en-US" dirty="0"/>
          </a:p>
        </p:txBody>
      </p:sp>
      <p:sp>
        <p:nvSpPr>
          <p:cNvPr id="2" name="内容占位符 1"/>
          <p:cNvSpPr txBox="1"/>
          <p:nvPr/>
        </p:nvSpPr>
        <p:spPr>
          <a:xfrm>
            <a:off x="721922" y="1084299"/>
            <a:ext cx="10958564" cy="1452424"/>
          </a:xfrm>
          <a:prstGeom prst="rect">
            <a:avLst/>
          </a:prstGeom>
          <a:noFill/>
          <a:ln>
            <a:noFill/>
          </a:ln>
          <a:effectLst/>
        </p:spPr>
        <p:txBody>
          <a:bodyPr vert="horz" lIns="91440" tIns="45720" rIns="91440" bIns="45720" rtlCol="0">
            <a:norm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50000"/>
              </a:lnSpc>
              <a:spcBef>
                <a:spcPts val="500"/>
              </a:spcBef>
              <a:defRPr/>
            </a:pPr>
            <a:r>
              <a:rPr lang="en-US" altLang="zh-CN" sz="2400" dirty="0">
                <a:solidFill>
                  <a:sysClr val="windowText" lastClr="000000"/>
                </a:solidFill>
                <a:latin typeface="微软雅黑" panose="020B0503020204020204" pitchFamily="34" charset="-122"/>
                <a:ea typeface="微软雅黑" panose="020B0503020204020204" pitchFamily="34" charset="-122"/>
              </a:rPr>
              <a:t>NumPy </a:t>
            </a:r>
            <a:r>
              <a:rPr lang="zh-CN" altLang="en-US" sz="2400" dirty="0">
                <a:solidFill>
                  <a:sysClr val="windowText" lastClr="000000"/>
                </a:solidFill>
                <a:latin typeface="微软雅黑" panose="020B0503020204020204" pitchFamily="34" charset="-122"/>
                <a:ea typeface="微软雅黑" panose="020B0503020204020204" pitchFamily="34" charset="-122"/>
              </a:rPr>
              <a:t>中提供了一系列的统计函数可用于对数据的</a:t>
            </a:r>
            <a:r>
              <a:rPr lang="zh-CN" altLang="en-US" sz="2400" b="1" dirty="0">
                <a:solidFill>
                  <a:schemeClr val="accent2"/>
                </a:solidFill>
                <a:latin typeface="微软雅黑" panose="020B0503020204020204" pitchFamily="34" charset="-122"/>
                <a:ea typeface="微软雅黑" panose="020B0503020204020204" pitchFamily="34" charset="-122"/>
              </a:rPr>
              <a:t>描述性统计</a:t>
            </a:r>
            <a:r>
              <a:rPr lang="zh-CN" altLang="en-US" sz="2400" dirty="0">
                <a:solidFill>
                  <a:sysClr val="windowText" lastClr="000000"/>
                </a:solidFill>
                <a:latin typeface="微软雅黑" panose="020B0503020204020204" pitchFamily="34" charset="-122"/>
                <a:ea typeface="微软雅黑" panose="020B0503020204020204" pitchFamily="34" charset="-122"/>
              </a:rPr>
              <a:t>，</a:t>
            </a:r>
            <a:r>
              <a:rPr lang="en-US" altLang="zh-CN" sz="2400" dirty="0">
                <a:solidFill>
                  <a:sysClr val="windowText" lastClr="000000"/>
                </a:solidFill>
                <a:latin typeface="微软雅黑" panose="020B0503020204020204" pitchFamily="34" charset="-122"/>
                <a:ea typeface="微软雅黑" panose="020B0503020204020204" pitchFamily="34" charset="-122"/>
              </a:rPr>
              <a:t>Pandas </a:t>
            </a:r>
            <a:r>
              <a:rPr lang="zh-CN" altLang="en-US" sz="2400" dirty="0">
                <a:solidFill>
                  <a:sysClr val="windowText" lastClr="000000"/>
                </a:solidFill>
                <a:latin typeface="微软雅黑" panose="020B0503020204020204" pitchFamily="34" charset="-122"/>
                <a:ea typeface="微软雅黑" panose="020B0503020204020204" pitchFamily="34" charset="-122"/>
              </a:rPr>
              <a:t>基于 </a:t>
            </a:r>
            <a:r>
              <a:rPr lang="en-US" altLang="zh-CN" sz="2400" dirty="0">
                <a:solidFill>
                  <a:sysClr val="windowText" lastClr="000000"/>
                </a:solidFill>
                <a:latin typeface="微软雅黑" panose="020B0503020204020204" pitchFamily="34" charset="-122"/>
                <a:ea typeface="微软雅黑" panose="020B0503020204020204" pitchFamily="34" charset="-122"/>
              </a:rPr>
              <a:t>NumPy </a:t>
            </a:r>
            <a:r>
              <a:rPr lang="zh-CN" altLang="en-US" sz="2400" dirty="0">
                <a:solidFill>
                  <a:sysClr val="windowText" lastClr="000000"/>
                </a:solidFill>
                <a:latin typeface="微软雅黑" panose="020B0503020204020204" pitchFamily="34" charset="-122"/>
                <a:ea typeface="微软雅黑" panose="020B0503020204020204" pitchFamily="34" charset="-122"/>
              </a:rPr>
              <a:t>库，也可以应用这些函数。</a:t>
            </a:r>
            <a:endParaRPr lang="en-US" altLang="zh-CN" sz="2400" dirty="0">
              <a:solidFill>
                <a:sysClr val="windowText" lastClr="000000"/>
              </a:solidFill>
              <a:latin typeface="微软雅黑" panose="020B0503020204020204" pitchFamily="34" charset="-122"/>
              <a:ea typeface="微软雅黑" panose="020B0503020204020204" pitchFamily="34" charset="-122"/>
            </a:endParaRPr>
          </a:p>
        </p:txBody>
      </p:sp>
      <p:sp>
        <p:nvSpPr>
          <p:cNvPr id="5" name="内容占位符 5"/>
          <p:cNvSpPr txBox="1"/>
          <p:nvPr/>
        </p:nvSpPr>
        <p:spPr>
          <a:xfrm>
            <a:off x="721922" y="2536723"/>
            <a:ext cx="10861334" cy="2664542"/>
          </a:xfrm>
          <a:prstGeom prst="roundRect">
            <a:avLst>
              <a:gd name="adj" fmla="val 18052"/>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dirty="0">
                <a:solidFill>
                  <a:srgbClr val="4B69C6"/>
                </a:solidFill>
                <a:latin typeface="+mj-lt"/>
              </a:rPr>
              <a:t>import</a:t>
            </a:r>
            <a:r>
              <a:rPr lang="en-US" altLang="zh-CN" dirty="0">
                <a:solidFill>
                  <a:srgbClr val="333333"/>
                </a:solidFill>
                <a:latin typeface="+mj-lt"/>
              </a:rPr>
              <a:t> </a:t>
            </a:r>
            <a:r>
              <a:rPr lang="en-US" altLang="zh-CN" b="1" dirty="0">
                <a:solidFill>
                  <a:srgbClr val="7A3E9D"/>
                </a:solidFill>
                <a:latin typeface="+mj-lt"/>
              </a:rPr>
              <a:t>pandas</a:t>
            </a:r>
            <a:r>
              <a:rPr lang="en-US" altLang="zh-CN" dirty="0">
                <a:solidFill>
                  <a:srgbClr val="333333"/>
                </a:solidFill>
                <a:latin typeface="+mj-lt"/>
              </a:rPr>
              <a:t> </a:t>
            </a:r>
            <a:r>
              <a:rPr lang="en-US" altLang="zh-CN" dirty="0">
                <a:solidFill>
                  <a:srgbClr val="4B69C6"/>
                </a:solidFill>
                <a:latin typeface="+mj-lt"/>
              </a:rPr>
              <a:t>as</a:t>
            </a:r>
            <a:r>
              <a:rPr lang="en-US" altLang="zh-CN" dirty="0">
                <a:solidFill>
                  <a:srgbClr val="333333"/>
                </a:solidFill>
                <a:latin typeface="+mj-lt"/>
              </a:rPr>
              <a:t> </a:t>
            </a:r>
            <a:r>
              <a:rPr lang="en-US" altLang="zh-CN" b="1" dirty="0">
                <a:solidFill>
                  <a:srgbClr val="7A3E9D"/>
                </a:solidFill>
                <a:latin typeface="+mj-lt"/>
              </a:rPr>
              <a:t>pd</a:t>
            </a:r>
            <a:endParaRPr lang="en-US" altLang="zh-CN" dirty="0">
              <a:solidFill>
                <a:srgbClr val="333333"/>
              </a:solidFill>
              <a:latin typeface="+mj-lt"/>
            </a:endParaRPr>
          </a:p>
          <a:p>
            <a:r>
              <a:rPr lang="en-US" altLang="zh-CN" dirty="0">
                <a:solidFill>
                  <a:srgbClr val="4B69C6"/>
                </a:solidFill>
                <a:latin typeface="+mj-lt"/>
              </a:rPr>
              <a:t>import</a:t>
            </a:r>
            <a:r>
              <a:rPr lang="en-US" altLang="zh-CN" dirty="0">
                <a:solidFill>
                  <a:srgbClr val="333333"/>
                </a:solidFill>
                <a:latin typeface="+mj-lt"/>
              </a:rPr>
              <a:t> </a:t>
            </a:r>
            <a:r>
              <a:rPr lang="en-US" altLang="zh-CN" b="1" dirty="0" err="1">
                <a:solidFill>
                  <a:srgbClr val="7A3E9D"/>
                </a:solidFill>
                <a:latin typeface="+mj-lt"/>
              </a:rPr>
              <a:t>numpy</a:t>
            </a:r>
            <a:r>
              <a:rPr lang="en-US" altLang="zh-CN" dirty="0">
                <a:solidFill>
                  <a:srgbClr val="333333"/>
                </a:solidFill>
                <a:latin typeface="+mj-lt"/>
              </a:rPr>
              <a:t> </a:t>
            </a:r>
            <a:r>
              <a:rPr lang="en-US" altLang="zh-CN" dirty="0">
                <a:solidFill>
                  <a:srgbClr val="4B69C6"/>
                </a:solidFill>
                <a:latin typeface="+mj-lt"/>
              </a:rPr>
              <a:t>as</a:t>
            </a:r>
            <a:r>
              <a:rPr lang="en-US" altLang="zh-CN" dirty="0">
                <a:solidFill>
                  <a:srgbClr val="333333"/>
                </a:solidFill>
                <a:latin typeface="+mj-lt"/>
              </a:rPr>
              <a:t> </a:t>
            </a:r>
            <a:r>
              <a:rPr lang="en-US" altLang="zh-CN" b="1" dirty="0">
                <a:solidFill>
                  <a:srgbClr val="7A3E9D"/>
                </a:solidFill>
                <a:latin typeface="+mj-lt"/>
              </a:rPr>
              <a:t>np</a:t>
            </a:r>
            <a:endParaRPr lang="en-US" altLang="zh-CN" dirty="0">
              <a:solidFill>
                <a:srgbClr val="333333"/>
              </a:solidFill>
              <a:latin typeface="+mj-lt"/>
            </a:endParaRPr>
          </a:p>
          <a:p>
            <a:r>
              <a:rPr lang="en-US" altLang="zh-CN" dirty="0">
                <a:solidFill>
                  <a:srgbClr val="333333"/>
                </a:solidFill>
                <a:latin typeface="+mj-lt"/>
              </a:rPr>
              <a:t> </a:t>
            </a:r>
            <a:endParaRPr lang="en-US" altLang="zh-CN" dirty="0">
              <a:solidFill>
                <a:srgbClr val="333333"/>
              </a:solidFill>
              <a:latin typeface="+mj-lt"/>
            </a:endParaRPr>
          </a:p>
          <a:p>
            <a:r>
              <a:rPr lang="en-US" altLang="zh-CN" dirty="0" err="1">
                <a:solidFill>
                  <a:srgbClr val="7A3E9D"/>
                </a:solidFill>
                <a:latin typeface="+mj-lt"/>
              </a:rPr>
              <a:t>score_df</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b="1" dirty="0" err="1">
                <a:solidFill>
                  <a:srgbClr val="7A3E9D"/>
                </a:solidFill>
                <a:latin typeface="+mj-lt"/>
              </a:rPr>
              <a:t>pd</a:t>
            </a:r>
            <a:r>
              <a:rPr lang="en-US" altLang="zh-CN" dirty="0" err="1">
                <a:solidFill>
                  <a:srgbClr val="777777"/>
                </a:solidFill>
                <a:latin typeface="+mj-lt"/>
              </a:rPr>
              <a:t>.</a:t>
            </a:r>
            <a:r>
              <a:rPr lang="en-US" altLang="zh-CN" b="1" dirty="0" err="1">
                <a:solidFill>
                  <a:srgbClr val="AA3731"/>
                </a:solidFill>
                <a:latin typeface="+mj-lt"/>
              </a:rPr>
              <a:t>read_csv</a:t>
            </a:r>
            <a:r>
              <a:rPr lang="en-US" altLang="zh-CN" dirty="0">
                <a:solidFill>
                  <a:srgbClr val="777777"/>
                </a:solidFill>
                <a:latin typeface="+mj-lt"/>
              </a:rPr>
              <a:t>('</a:t>
            </a:r>
            <a:r>
              <a:rPr lang="en-US" altLang="zh-CN" dirty="0">
                <a:solidFill>
                  <a:srgbClr val="448C27"/>
                </a:solidFill>
                <a:latin typeface="+mj-lt"/>
              </a:rPr>
              <a:t>score_num.csv</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encoding</a:t>
            </a:r>
            <a:r>
              <a:rPr lang="en-US" altLang="zh-CN" dirty="0">
                <a:solidFill>
                  <a:srgbClr val="777777"/>
                </a:solidFill>
                <a:latin typeface="+mj-lt"/>
              </a:rPr>
              <a:t>='</a:t>
            </a:r>
            <a:r>
              <a:rPr lang="en-US" altLang="zh-CN" dirty="0">
                <a:solidFill>
                  <a:srgbClr val="448C27"/>
                </a:solidFill>
                <a:latin typeface="+mj-lt"/>
              </a:rPr>
              <a:t>utf-8</a:t>
            </a:r>
            <a:r>
              <a:rPr lang="en-US" altLang="zh-CN" dirty="0">
                <a:solidFill>
                  <a:srgbClr val="777777"/>
                </a:solidFill>
                <a:latin typeface="+mj-lt"/>
              </a:rPr>
              <a:t>')</a:t>
            </a:r>
            <a:endParaRPr lang="en-US" altLang="zh-CN" dirty="0">
              <a:solidFill>
                <a:srgbClr val="333333"/>
              </a:solidFill>
              <a:latin typeface="+mj-lt"/>
            </a:endParaRPr>
          </a:p>
          <a:p>
            <a:r>
              <a:rPr lang="en-US" altLang="zh-CN" b="1" dirty="0">
                <a:solidFill>
                  <a:srgbClr val="AA3731"/>
                </a:solidFill>
                <a:latin typeface="+mj-lt"/>
              </a:rPr>
              <a:t>print</a:t>
            </a:r>
            <a:r>
              <a:rPr lang="en-US" altLang="zh-CN" dirty="0">
                <a:solidFill>
                  <a:srgbClr val="777777"/>
                </a:solidFill>
                <a:latin typeface="+mj-lt"/>
              </a:rPr>
              <a:t>(</a:t>
            </a:r>
            <a:r>
              <a:rPr lang="en-US" altLang="zh-CN" b="1" dirty="0">
                <a:solidFill>
                  <a:srgbClr val="AA3731"/>
                </a:solidFill>
                <a:latin typeface="+mj-lt"/>
              </a:rPr>
              <a:t>round</a:t>
            </a:r>
            <a:r>
              <a:rPr lang="en-US" altLang="zh-CN" dirty="0">
                <a:solidFill>
                  <a:srgbClr val="777777"/>
                </a:solidFill>
                <a:latin typeface="+mj-lt"/>
              </a:rPr>
              <a:t>(</a:t>
            </a:r>
            <a:r>
              <a:rPr lang="en-US" altLang="zh-CN" b="1" dirty="0" err="1">
                <a:solidFill>
                  <a:srgbClr val="7A3E9D"/>
                </a:solidFill>
                <a:latin typeface="+mj-lt"/>
              </a:rPr>
              <a:t>np</a:t>
            </a:r>
            <a:r>
              <a:rPr lang="en-US" altLang="zh-CN" dirty="0" err="1">
                <a:solidFill>
                  <a:srgbClr val="777777"/>
                </a:solidFill>
                <a:latin typeface="+mj-lt"/>
              </a:rPr>
              <a:t>.</a:t>
            </a:r>
            <a:r>
              <a:rPr lang="en-US" altLang="zh-CN" b="1" dirty="0" err="1">
                <a:solidFill>
                  <a:srgbClr val="AA3731"/>
                </a:solidFill>
                <a:latin typeface="+mj-lt"/>
              </a:rPr>
              <a:t>mean</a:t>
            </a:r>
            <a:r>
              <a:rPr lang="en-US" altLang="zh-CN" dirty="0">
                <a:solidFill>
                  <a:srgbClr val="777777"/>
                </a:solidFill>
                <a:latin typeface="+mj-lt"/>
              </a:rPr>
              <a:t>(</a:t>
            </a:r>
            <a:r>
              <a:rPr lang="en-US" altLang="zh-CN" dirty="0" err="1">
                <a:solidFill>
                  <a:srgbClr val="7A3E9D"/>
                </a:solidFill>
                <a:latin typeface="+mj-lt"/>
              </a:rPr>
              <a:t>score_df</a:t>
            </a:r>
            <a:r>
              <a:rPr lang="en-US" altLang="zh-CN" dirty="0">
                <a:solidFill>
                  <a:srgbClr val="777777"/>
                </a:solidFill>
                <a:latin typeface="+mj-lt"/>
              </a:rPr>
              <a:t>['</a:t>
            </a:r>
            <a:r>
              <a:rPr lang="zh-CN" altLang="en-US" dirty="0">
                <a:solidFill>
                  <a:srgbClr val="448C27"/>
                </a:solidFill>
                <a:latin typeface="+mj-lt"/>
              </a:rPr>
              <a:t>总分</a:t>
            </a:r>
            <a:r>
              <a:rPr lang="en-US" altLang="zh-CN" dirty="0">
                <a:solidFill>
                  <a:srgbClr val="777777"/>
                </a:solidFill>
                <a:latin typeface="+mj-lt"/>
              </a:rPr>
              <a:t>']),</a:t>
            </a:r>
            <a:r>
              <a:rPr lang="zh-CN" altLang="en-US" dirty="0">
                <a:solidFill>
                  <a:srgbClr val="333333"/>
                </a:solidFill>
                <a:latin typeface="+mj-lt"/>
              </a:rPr>
              <a:t> </a:t>
            </a:r>
            <a:r>
              <a:rPr lang="en-US" altLang="zh-CN" dirty="0">
                <a:solidFill>
                  <a:srgbClr val="9C5D27"/>
                </a:solidFill>
                <a:latin typeface="+mj-lt"/>
              </a:rPr>
              <a:t>2</a:t>
            </a:r>
            <a:r>
              <a:rPr lang="en-US" altLang="zh-CN" dirty="0">
                <a:solidFill>
                  <a:srgbClr val="777777"/>
                </a:solidFill>
                <a:latin typeface="+mj-lt"/>
              </a:rPr>
              <a:t>))</a:t>
            </a:r>
            <a:r>
              <a:rPr lang="zh-CN" altLang="en-US"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输出总分平均值 </a:t>
            </a:r>
            <a:r>
              <a:rPr lang="en-US" altLang="zh-CN" dirty="0">
                <a:solidFill>
                  <a:srgbClr val="AAAAAA"/>
                </a:solidFill>
                <a:latin typeface="+mj-lt"/>
              </a:rPr>
              <a:t>431.2</a:t>
            </a:r>
            <a:endParaRPr lang="zh-CN" altLang="en-US" dirty="0">
              <a:solidFill>
                <a:srgbClr val="333333"/>
              </a:solidFill>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7.6.7</a:t>
            </a:r>
            <a:endParaRPr lang="zh-CN" altLang="en-US" dirty="0"/>
          </a:p>
        </p:txBody>
      </p:sp>
      <p:sp>
        <p:nvSpPr>
          <p:cNvPr id="3" name="标题 2"/>
          <p:cNvSpPr>
            <a:spLocks noGrp="1"/>
          </p:cNvSpPr>
          <p:nvPr>
            <p:ph type="title"/>
          </p:nvPr>
        </p:nvSpPr>
        <p:spPr/>
        <p:txBody>
          <a:bodyPr/>
          <a:lstStyle/>
          <a:p>
            <a:r>
              <a:rPr lang="zh-CN" altLang="en-US" dirty="0"/>
              <a:t>数据统计</a:t>
            </a:r>
            <a:endParaRPr lang="zh-CN" altLang="en-US" dirty="0"/>
          </a:p>
        </p:txBody>
      </p:sp>
      <p:sp>
        <p:nvSpPr>
          <p:cNvPr id="2" name="内容占位符 1"/>
          <p:cNvSpPr txBox="1"/>
          <p:nvPr/>
        </p:nvSpPr>
        <p:spPr>
          <a:xfrm>
            <a:off x="721922" y="1084299"/>
            <a:ext cx="10958564" cy="1944036"/>
          </a:xfrm>
          <a:prstGeom prst="rect">
            <a:avLst/>
          </a:prstGeom>
          <a:noFill/>
          <a:ln>
            <a:noFill/>
          </a:ln>
          <a:effectLst/>
        </p:spPr>
        <p:txBody>
          <a:bodyPr vert="horz" lIns="91440" tIns="45720" rIns="91440" bIns="45720" rtlCol="0">
            <a:norm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50000"/>
              </a:lnSpc>
              <a:spcBef>
                <a:spcPts val="500"/>
              </a:spcBef>
              <a:defRPr/>
            </a:pPr>
            <a:r>
              <a:rPr lang="en-US" altLang="zh-CN" sz="2400" dirty="0">
                <a:solidFill>
                  <a:sysClr val="windowText" lastClr="000000"/>
                </a:solidFill>
                <a:latin typeface="微软雅黑" panose="020B0503020204020204" pitchFamily="34" charset="-122"/>
                <a:ea typeface="微软雅黑" panose="020B0503020204020204" pitchFamily="34" charset="-122"/>
              </a:rPr>
              <a:t>Pandas </a:t>
            </a:r>
            <a:r>
              <a:rPr lang="zh-CN" altLang="en-US" sz="2400" dirty="0">
                <a:solidFill>
                  <a:sysClr val="windowText" lastClr="000000"/>
                </a:solidFill>
                <a:latin typeface="微软雅黑" panose="020B0503020204020204" pitchFamily="34" charset="-122"/>
                <a:ea typeface="微软雅黑" panose="020B0503020204020204" pitchFamily="34" charset="-122"/>
              </a:rPr>
              <a:t>也提供了一些数值型数据的统计方法，可以更方便地实现数据的统计</a:t>
            </a:r>
            <a:endParaRPr lang="en-US" altLang="zh-CN" sz="2400" dirty="0">
              <a:solidFill>
                <a:sysClr val="windowText" lastClr="000000"/>
              </a:solidFill>
              <a:latin typeface="微软雅黑" panose="020B0503020204020204" pitchFamily="34" charset="-122"/>
              <a:ea typeface="微软雅黑" panose="020B0503020204020204" pitchFamily="34" charset="-122"/>
            </a:endParaRPr>
          </a:p>
          <a:p>
            <a:pPr>
              <a:lnSpc>
                <a:spcPct val="150000"/>
              </a:lnSpc>
              <a:spcBef>
                <a:spcPts val="500"/>
              </a:spcBef>
              <a:defRPr/>
            </a:pPr>
            <a:r>
              <a:rPr lang="zh-CN" altLang="en-US" sz="2400" dirty="0">
                <a:solidFill>
                  <a:sysClr val="windowText" lastClr="000000"/>
                </a:solidFill>
                <a:latin typeface="微软雅黑" panose="020B0503020204020204" pitchFamily="34" charset="-122"/>
                <a:ea typeface="微软雅黑" panose="020B0503020204020204" pitchFamily="34" charset="-122"/>
              </a:rPr>
              <a:t>总分平均值的计算可以直接使用 </a:t>
            </a:r>
            <a:r>
              <a:rPr lang="en-US" altLang="zh-CN" sz="2400" dirty="0">
                <a:solidFill>
                  <a:sysClr val="windowText" lastClr="000000"/>
                </a:solidFill>
                <a:latin typeface="微软雅黑" panose="020B0503020204020204" pitchFamily="34" charset="-122"/>
                <a:ea typeface="微软雅黑" panose="020B0503020204020204" pitchFamily="34" charset="-122"/>
              </a:rPr>
              <a:t>Pandas </a:t>
            </a:r>
            <a:r>
              <a:rPr lang="zh-CN" altLang="en-US" sz="2400" dirty="0">
                <a:solidFill>
                  <a:sysClr val="windowText" lastClr="000000"/>
                </a:solidFill>
                <a:latin typeface="微软雅黑" panose="020B0503020204020204" pitchFamily="34" charset="-122"/>
                <a:ea typeface="微软雅黑" panose="020B0503020204020204" pitchFamily="34" charset="-122"/>
              </a:rPr>
              <a:t>中的 </a:t>
            </a:r>
            <a:r>
              <a:rPr lang="en-US" altLang="zh-CN" sz="2400" dirty="0">
                <a:solidFill>
                  <a:sysClr val="windowText" lastClr="000000"/>
                </a:solidFill>
                <a:latin typeface="微软雅黑" panose="020B0503020204020204" pitchFamily="34" charset="-122"/>
                <a:ea typeface="微软雅黑" panose="020B0503020204020204" pitchFamily="34" charset="-122"/>
              </a:rPr>
              <a:t>mean() </a:t>
            </a:r>
            <a:r>
              <a:rPr lang="zh-CN" altLang="en-US" sz="2400" dirty="0">
                <a:solidFill>
                  <a:sysClr val="windowText" lastClr="000000"/>
                </a:solidFill>
                <a:latin typeface="微软雅黑" panose="020B0503020204020204" pitchFamily="34" charset="-122"/>
                <a:ea typeface="微软雅黑" panose="020B0503020204020204" pitchFamily="34" charset="-122"/>
              </a:rPr>
              <a:t>方法实现。</a:t>
            </a:r>
            <a:endParaRPr lang="en-US" altLang="zh-CN" sz="2400" dirty="0">
              <a:solidFill>
                <a:sysClr val="windowText" lastClr="000000"/>
              </a:solidFill>
              <a:latin typeface="微软雅黑" panose="020B0503020204020204" pitchFamily="34" charset="-122"/>
              <a:ea typeface="微软雅黑" panose="020B0503020204020204" pitchFamily="34" charset="-122"/>
            </a:endParaRPr>
          </a:p>
        </p:txBody>
      </p:sp>
      <p:sp>
        <p:nvSpPr>
          <p:cNvPr id="5" name="内容占位符 5"/>
          <p:cNvSpPr txBox="1"/>
          <p:nvPr/>
        </p:nvSpPr>
        <p:spPr>
          <a:xfrm>
            <a:off x="665333" y="2635047"/>
            <a:ext cx="10861334" cy="2389238"/>
          </a:xfrm>
          <a:prstGeom prst="roundRect">
            <a:avLst>
              <a:gd name="adj" fmla="val 18052"/>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dirty="0">
                <a:solidFill>
                  <a:srgbClr val="4B69C6"/>
                </a:solidFill>
                <a:latin typeface="+mj-lt"/>
              </a:rPr>
              <a:t>import</a:t>
            </a:r>
            <a:r>
              <a:rPr lang="en-US" altLang="zh-CN" dirty="0">
                <a:solidFill>
                  <a:srgbClr val="333333"/>
                </a:solidFill>
                <a:latin typeface="+mj-lt"/>
              </a:rPr>
              <a:t> </a:t>
            </a:r>
            <a:r>
              <a:rPr lang="en-US" altLang="zh-CN" b="1" dirty="0">
                <a:solidFill>
                  <a:srgbClr val="7A3E9D"/>
                </a:solidFill>
                <a:latin typeface="+mj-lt"/>
              </a:rPr>
              <a:t>pandas</a:t>
            </a:r>
            <a:r>
              <a:rPr lang="en-US" altLang="zh-CN" dirty="0">
                <a:solidFill>
                  <a:srgbClr val="333333"/>
                </a:solidFill>
                <a:latin typeface="+mj-lt"/>
              </a:rPr>
              <a:t> </a:t>
            </a:r>
            <a:r>
              <a:rPr lang="en-US" altLang="zh-CN" dirty="0">
                <a:solidFill>
                  <a:srgbClr val="4B69C6"/>
                </a:solidFill>
                <a:latin typeface="+mj-lt"/>
              </a:rPr>
              <a:t>as</a:t>
            </a:r>
            <a:r>
              <a:rPr lang="en-US" altLang="zh-CN" dirty="0">
                <a:solidFill>
                  <a:srgbClr val="333333"/>
                </a:solidFill>
                <a:latin typeface="+mj-lt"/>
              </a:rPr>
              <a:t> </a:t>
            </a:r>
            <a:r>
              <a:rPr lang="en-US" altLang="zh-CN" b="1" dirty="0">
                <a:solidFill>
                  <a:srgbClr val="7A3E9D"/>
                </a:solidFill>
                <a:latin typeface="+mj-lt"/>
              </a:rPr>
              <a:t>pd</a:t>
            </a:r>
            <a:endParaRPr lang="en-US" altLang="zh-CN" dirty="0">
              <a:solidFill>
                <a:srgbClr val="333333"/>
              </a:solidFill>
              <a:latin typeface="+mj-lt"/>
            </a:endParaRPr>
          </a:p>
          <a:p>
            <a:r>
              <a:rPr lang="en-US" altLang="zh-CN" dirty="0">
                <a:solidFill>
                  <a:srgbClr val="333333"/>
                </a:solidFill>
                <a:latin typeface="+mj-lt"/>
              </a:rPr>
              <a:t> </a:t>
            </a:r>
            <a:endParaRPr lang="en-US" altLang="zh-CN" dirty="0">
              <a:solidFill>
                <a:srgbClr val="333333"/>
              </a:solidFill>
              <a:latin typeface="+mj-lt"/>
            </a:endParaRPr>
          </a:p>
          <a:p>
            <a:r>
              <a:rPr lang="en-US" altLang="zh-CN" dirty="0" err="1">
                <a:solidFill>
                  <a:srgbClr val="7A3E9D"/>
                </a:solidFill>
                <a:latin typeface="+mj-lt"/>
              </a:rPr>
              <a:t>score_df</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b="1" dirty="0" err="1">
                <a:solidFill>
                  <a:srgbClr val="7A3E9D"/>
                </a:solidFill>
                <a:latin typeface="+mj-lt"/>
              </a:rPr>
              <a:t>pd</a:t>
            </a:r>
            <a:r>
              <a:rPr lang="en-US" altLang="zh-CN" dirty="0" err="1">
                <a:solidFill>
                  <a:srgbClr val="777777"/>
                </a:solidFill>
                <a:latin typeface="+mj-lt"/>
              </a:rPr>
              <a:t>.</a:t>
            </a:r>
            <a:r>
              <a:rPr lang="en-US" altLang="zh-CN" b="1" dirty="0" err="1">
                <a:solidFill>
                  <a:srgbClr val="AA3731"/>
                </a:solidFill>
                <a:latin typeface="+mj-lt"/>
              </a:rPr>
              <a:t>read_csv</a:t>
            </a:r>
            <a:r>
              <a:rPr lang="en-US" altLang="zh-CN" dirty="0">
                <a:solidFill>
                  <a:srgbClr val="777777"/>
                </a:solidFill>
                <a:latin typeface="+mj-lt"/>
              </a:rPr>
              <a:t>('</a:t>
            </a:r>
            <a:r>
              <a:rPr lang="en-US" altLang="zh-CN" dirty="0">
                <a:solidFill>
                  <a:srgbClr val="448C27"/>
                </a:solidFill>
                <a:latin typeface="+mj-lt"/>
              </a:rPr>
              <a:t>score_num.csv</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encoding</a:t>
            </a:r>
            <a:r>
              <a:rPr lang="en-US" altLang="zh-CN" dirty="0">
                <a:solidFill>
                  <a:srgbClr val="777777"/>
                </a:solidFill>
                <a:latin typeface="+mj-lt"/>
              </a:rPr>
              <a:t>='</a:t>
            </a:r>
            <a:r>
              <a:rPr lang="en-US" altLang="zh-CN" dirty="0">
                <a:solidFill>
                  <a:srgbClr val="448C27"/>
                </a:solidFill>
                <a:latin typeface="+mj-lt"/>
              </a:rPr>
              <a:t>utf-8</a:t>
            </a:r>
            <a:r>
              <a:rPr lang="en-US" altLang="zh-CN" dirty="0">
                <a:solidFill>
                  <a:srgbClr val="777777"/>
                </a:solidFill>
                <a:latin typeface="+mj-lt"/>
              </a:rPr>
              <a:t>')</a:t>
            </a:r>
            <a:endParaRPr lang="en-US" altLang="zh-CN" dirty="0">
              <a:solidFill>
                <a:srgbClr val="333333"/>
              </a:solidFill>
              <a:latin typeface="+mj-lt"/>
            </a:endParaRPr>
          </a:p>
          <a:p>
            <a:r>
              <a:rPr lang="en-US" altLang="zh-CN" b="1" dirty="0">
                <a:solidFill>
                  <a:srgbClr val="AA3731"/>
                </a:solidFill>
                <a:latin typeface="+mj-lt"/>
              </a:rPr>
              <a:t>print</a:t>
            </a:r>
            <a:r>
              <a:rPr lang="en-US" altLang="zh-CN" dirty="0">
                <a:solidFill>
                  <a:srgbClr val="777777"/>
                </a:solidFill>
                <a:latin typeface="+mj-lt"/>
              </a:rPr>
              <a:t>(</a:t>
            </a:r>
            <a:r>
              <a:rPr lang="en-US" altLang="zh-CN" b="1" dirty="0">
                <a:solidFill>
                  <a:srgbClr val="AA3731"/>
                </a:solidFill>
                <a:latin typeface="+mj-lt"/>
              </a:rPr>
              <a:t>round</a:t>
            </a:r>
            <a:r>
              <a:rPr lang="en-US" altLang="zh-CN" dirty="0">
                <a:solidFill>
                  <a:srgbClr val="777777"/>
                </a:solidFill>
                <a:latin typeface="+mj-lt"/>
              </a:rPr>
              <a:t>(</a:t>
            </a:r>
            <a:r>
              <a:rPr lang="en-US" altLang="zh-CN" dirty="0" err="1">
                <a:solidFill>
                  <a:srgbClr val="7A3E9D"/>
                </a:solidFill>
                <a:latin typeface="+mj-lt"/>
              </a:rPr>
              <a:t>score_df</a:t>
            </a:r>
            <a:r>
              <a:rPr lang="en-US" altLang="zh-CN" dirty="0">
                <a:solidFill>
                  <a:srgbClr val="777777"/>
                </a:solidFill>
                <a:latin typeface="+mj-lt"/>
              </a:rPr>
              <a:t>['</a:t>
            </a:r>
            <a:r>
              <a:rPr lang="zh-CN" altLang="en-US" dirty="0">
                <a:solidFill>
                  <a:srgbClr val="448C27"/>
                </a:solidFill>
                <a:latin typeface="+mj-lt"/>
              </a:rPr>
              <a:t>总分</a:t>
            </a:r>
            <a:r>
              <a:rPr lang="en-US" altLang="zh-CN" dirty="0">
                <a:solidFill>
                  <a:srgbClr val="777777"/>
                </a:solidFill>
                <a:latin typeface="+mj-lt"/>
              </a:rPr>
              <a:t>'].</a:t>
            </a:r>
            <a:r>
              <a:rPr lang="en-US" altLang="zh-CN" b="1" dirty="0">
                <a:solidFill>
                  <a:srgbClr val="AA3731"/>
                </a:solidFill>
                <a:latin typeface="+mj-lt"/>
              </a:rPr>
              <a:t>mean</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9C5D27"/>
                </a:solidFill>
                <a:latin typeface="+mj-lt"/>
              </a:rPr>
              <a:t>2</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输出总分平均值 </a:t>
            </a:r>
            <a:r>
              <a:rPr lang="en-US" altLang="zh-CN" dirty="0">
                <a:solidFill>
                  <a:srgbClr val="AAAAAA"/>
                </a:solidFill>
                <a:latin typeface="+mj-lt"/>
              </a:rPr>
              <a:t>431.2</a:t>
            </a:r>
            <a:endParaRPr lang="zh-CN" altLang="en-US" dirty="0">
              <a:solidFill>
                <a:srgbClr val="333333"/>
              </a:solidFill>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3"/>
          </p:nvPr>
        </p:nvSpPr>
        <p:spPr/>
        <p:txBody>
          <a:bodyPr/>
          <a:lstStyle/>
          <a:p>
            <a:r>
              <a:rPr lang="en-US" altLang="zh-CN" dirty="0"/>
              <a:t>7.6.7</a:t>
            </a:r>
            <a:endParaRPr lang="zh-CN" altLang="en-US" dirty="0"/>
          </a:p>
        </p:txBody>
      </p:sp>
      <p:sp>
        <p:nvSpPr>
          <p:cNvPr id="3" name="标题 2"/>
          <p:cNvSpPr>
            <a:spLocks noGrp="1"/>
          </p:cNvSpPr>
          <p:nvPr>
            <p:ph type="title"/>
          </p:nvPr>
        </p:nvSpPr>
        <p:spPr/>
        <p:txBody>
          <a:bodyPr/>
          <a:lstStyle/>
          <a:p>
            <a:r>
              <a:rPr lang="zh-CN" altLang="en-US" dirty="0"/>
              <a:t>数据统计</a:t>
            </a:r>
            <a:endParaRPr lang="zh-CN" altLang="en-US" dirty="0"/>
          </a:p>
        </p:txBody>
      </p:sp>
      <p:graphicFrame>
        <p:nvGraphicFramePr>
          <p:cNvPr id="2" name="表格 1"/>
          <p:cNvGraphicFramePr>
            <a:graphicFrameLocks noGrp="1"/>
          </p:cNvGraphicFramePr>
          <p:nvPr/>
        </p:nvGraphicFramePr>
        <p:xfrm>
          <a:off x="746172" y="957284"/>
          <a:ext cx="10687663" cy="4893636"/>
        </p:xfrm>
        <a:graphic>
          <a:graphicData uri="http://schemas.openxmlformats.org/drawingml/2006/table">
            <a:tbl>
              <a:tblPr firstRow="1" bandRow="1"/>
              <a:tblGrid>
                <a:gridCol w="2613621"/>
                <a:gridCol w="2656987"/>
                <a:gridCol w="2698830"/>
                <a:gridCol w="2718225"/>
              </a:tblGrid>
              <a:tr h="444876">
                <a:tc>
                  <a:txBody>
                    <a:bodyPr/>
                    <a:lstStyle>
                      <a:lvl1pPr marL="0" algn="l" defTabSz="914400" rtl="0" eaLnBrk="1" latinLnBrk="0" hangingPunct="1">
                        <a:defRPr sz="1800" b="1" kern="1200">
                          <a:solidFill>
                            <a:schemeClr val="lt1"/>
                          </a:solidFill>
                          <a:latin typeface="Calibri" panose="020F0502020204030204"/>
                          <a:ea typeface="微软雅黑"/>
                        </a:defRPr>
                      </a:lvl1pPr>
                      <a:lvl2pPr marL="457200" algn="l" defTabSz="914400" rtl="0" eaLnBrk="1" latinLnBrk="0" hangingPunct="1">
                        <a:defRPr sz="1800" b="1" kern="1200">
                          <a:solidFill>
                            <a:schemeClr val="lt1"/>
                          </a:solidFill>
                          <a:latin typeface="Calibri" panose="020F0502020204030204"/>
                          <a:ea typeface="微软雅黑"/>
                        </a:defRPr>
                      </a:lvl2pPr>
                      <a:lvl3pPr marL="914400" algn="l" defTabSz="914400" rtl="0" eaLnBrk="1" latinLnBrk="0" hangingPunct="1">
                        <a:defRPr sz="1800" b="1" kern="1200">
                          <a:solidFill>
                            <a:schemeClr val="lt1"/>
                          </a:solidFill>
                          <a:latin typeface="Calibri" panose="020F0502020204030204"/>
                          <a:ea typeface="微软雅黑"/>
                        </a:defRPr>
                      </a:lvl3pPr>
                      <a:lvl4pPr marL="1371600" algn="l" defTabSz="914400" rtl="0" eaLnBrk="1" latinLnBrk="0" hangingPunct="1">
                        <a:defRPr sz="1800" b="1" kern="1200">
                          <a:solidFill>
                            <a:schemeClr val="lt1"/>
                          </a:solidFill>
                          <a:latin typeface="Calibri" panose="020F0502020204030204"/>
                          <a:ea typeface="微软雅黑"/>
                        </a:defRPr>
                      </a:lvl4pPr>
                      <a:lvl5pPr marL="1828800" algn="l" defTabSz="914400" rtl="0" eaLnBrk="1" latinLnBrk="0" hangingPunct="1">
                        <a:defRPr sz="1800" b="1" kern="1200">
                          <a:solidFill>
                            <a:schemeClr val="lt1"/>
                          </a:solidFill>
                          <a:latin typeface="Calibri" panose="020F0502020204030204"/>
                          <a:ea typeface="微软雅黑"/>
                        </a:defRPr>
                      </a:lvl5pPr>
                      <a:lvl6pPr marL="2286000" algn="l" defTabSz="914400" rtl="0" eaLnBrk="1" latinLnBrk="0" hangingPunct="1">
                        <a:defRPr sz="1800" b="1" kern="1200">
                          <a:solidFill>
                            <a:schemeClr val="lt1"/>
                          </a:solidFill>
                          <a:latin typeface="Calibri" panose="020F0502020204030204"/>
                          <a:ea typeface="微软雅黑"/>
                        </a:defRPr>
                      </a:lvl6pPr>
                      <a:lvl7pPr marL="2743200" algn="l" defTabSz="914400" rtl="0" eaLnBrk="1" latinLnBrk="0" hangingPunct="1">
                        <a:defRPr sz="1800" b="1" kern="1200">
                          <a:solidFill>
                            <a:schemeClr val="lt1"/>
                          </a:solidFill>
                          <a:latin typeface="Calibri" panose="020F0502020204030204"/>
                          <a:ea typeface="微软雅黑"/>
                        </a:defRPr>
                      </a:lvl7pPr>
                      <a:lvl8pPr marL="3200400" algn="l" defTabSz="914400" rtl="0" eaLnBrk="1" latinLnBrk="0" hangingPunct="1">
                        <a:defRPr sz="1800" b="1" kern="1200">
                          <a:solidFill>
                            <a:schemeClr val="lt1"/>
                          </a:solidFill>
                          <a:latin typeface="Calibri" panose="020F0502020204030204"/>
                          <a:ea typeface="微软雅黑"/>
                        </a:defRPr>
                      </a:lvl8pPr>
                      <a:lvl9pPr marL="3657600" algn="l" defTabSz="914400" rtl="0" eaLnBrk="1" latinLnBrk="0" hangingPunct="1">
                        <a:defRPr sz="1800" b="1" kern="1200">
                          <a:solidFill>
                            <a:schemeClr val="lt1"/>
                          </a:solidFill>
                          <a:latin typeface="Calibri" panose="020F0502020204030204"/>
                          <a:ea typeface="微软雅黑"/>
                        </a:defRPr>
                      </a:lvl9pPr>
                    </a:lstStyle>
                    <a:p>
                      <a:pPr marL="36195" indent="0" algn="l">
                        <a:lnSpc>
                          <a:spcPct val="100000"/>
                        </a:lnSpc>
                        <a:spcAft>
                          <a:spcPts val="0"/>
                        </a:spcAft>
                      </a:pPr>
                      <a:r>
                        <a:rPr lang="zh-CN" altLang="en-US" sz="2400" dirty="0">
                          <a:effectLst/>
                          <a:latin typeface="+mj-lt"/>
                        </a:rPr>
                        <a:t> 方法名称</a:t>
                      </a:r>
                      <a:endParaRPr lang="zh-CN" altLang="en-US" sz="2400" dirty="0">
                        <a:effectLst/>
                        <a:latin typeface="+mj-lt"/>
                        <a:ea typeface="+mn-ea"/>
                        <a:cs typeface="Times New Roman" panose="02020603050405020304" pitchFamily="18" charset="0"/>
                      </a:endParaRPr>
                    </a:p>
                  </a:txBody>
                  <a:tcPr marL="9525" marR="9525" marT="9525" marB="9525" anchor="ctr">
                    <a:lnL>
                      <a:noFill/>
                    </a:lnL>
                    <a:lnR>
                      <a:noFill/>
                    </a:lnR>
                    <a:lnT w="25400" cmpd="sng">
                      <a:solidFill>
                        <a:sysClr val="windowText" lastClr="000000"/>
                      </a:solidFill>
                    </a:lnT>
                    <a:lnB w="25400" cmpd="sng">
                      <a:solidFill>
                        <a:sysClr val="windowText" lastClr="000000"/>
                      </a:solidFill>
                    </a:lnB>
                    <a:lnTlToBr w="12700" cmpd="sng">
                      <a:noFill/>
                      <a:prstDash val="solid"/>
                    </a:lnTlToBr>
                    <a:lnBlToTr w="12700" cmpd="sng">
                      <a:noFill/>
                      <a:prstDash val="solid"/>
                    </a:lnBlToTr>
                    <a:solidFill>
                      <a:srgbClr val="4874CB"/>
                    </a:solidFill>
                  </a:tcPr>
                </a:tc>
                <a:tc>
                  <a:txBody>
                    <a:bodyPr/>
                    <a:lstStyle>
                      <a:lvl1pPr marL="0" algn="l" defTabSz="914400" rtl="0" eaLnBrk="1" latinLnBrk="0" hangingPunct="1">
                        <a:defRPr sz="1800" b="1" kern="1200">
                          <a:solidFill>
                            <a:schemeClr val="lt1"/>
                          </a:solidFill>
                          <a:latin typeface="Calibri" panose="020F0502020204030204"/>
                          <a:ea typeface="微软雅黑"/>
                        </a:defRPr>
                      </a:lvl1pPr>
                      <a:lvl2pPr marL="457200" algn="l" defTabSz="914400" rtl="0" eaLnBrk="1" latinLnBrk="0" hangingPunct="1">
                        <a:defRPr sz="1800" b="1" kern="1200">
                          <a:solidFill>
                            <a:schemeClr val="lt1"/>
                          </a:solidFill>
                          <a:latin typeface="Calibri" panose="020F0502020204030204"/>
                          <a:ea typeface="微软雅黑"/>
                        </a:defRPr>
                      </a:lvl2pPr>
                      <a:lvl3pPr marL="914400" algn="l" defTabSz="914400" rtl="0" eaLnBrk="1" latinLnBrk="0" hangingPunct="1">
                        <a:defRPr sz="1800" b="1" kern="1200">
                          <a:solidFill>
                            <a:schemeClr val="lt1"/>
                          </a:solidFill>
                          <a:latin typeface="Calibri" panose="020F0502020204030204"/>
                          <a:ea typeface="微软雅黑"/>
                        </a:defRPr>
                      </a:lvl3pPr>
                      <a:lvl4pPr marL="1371600" algn="l" defTabSz="914400" rtl="0" eaLnBrk="1" latinLnBrk="0" hangingPunct="1">
                        <a:defRPr sz="1800" b="1" kern="1200">
                          <a:solidFill>
                            <a:schemeClr val="lt1"/>
                          </a:solidFill>
                          <a:latin typeface="Calibri" panose="020F0502020204030204"/>
                          <a:ea typeface="微软雅黑"/>
                        </a:defRPr>
                      </a:lvl4pPr>
                      <a:lvl5pPr marL="1828800" algn="l" defTabSz="914400" rtl="0" eaLnBrk="1" latinLnBrk="0" hangingPunct="1">
                        <a:defRPr sz="1800" b="1" kern="1200">
                          <a:solidFill>
                            <a:schemeClr val="lt1"/>
                          </a:solidFill>
                          <a:latin typeface="Calibri" panose="020F0502020204030204"/>
                          <a:ea typeface="微软雅黑"/>
                        </a:defRPr>
                      </a:lvl5pPr>
                      <a:lvl6pPr marL="2286000" algn="l" defTabSz="914400" rtl="0" eaLnBrk="1" latinLnBrk="0" hangingPunct="1">
                        <a:defRPr sz="1800" b="1" kern="1200">
                          <a:solidFill>
                            <a:schemeClr val="lt1"/>
                          </a:solidFill>
                          <a:latin typeface="Calibri" panose="020F0502020204030204"/>
                          <a:ea typeface="微软雅黑"/>
                        </a:defRPr>
                      </a:lvl6pPr>
                      <a:lvl7pPr marL="2743200" algn="l" defTabSz="914400" rtl="0" eaLnBrk="1" latinLnBrk="0" hangingPunct="1">
                        <a:defRPr sz="1800" b="1" kern="1200">
                          <a:solidFill>
                            <a:schemeClr val="lt1"/>
                          </a:solidFill>
                          <a:latin typeface="Calibri" panose="020F0502020204030204"/>
                          <a:ea typeface="微软雅黑"/>
                        </a:defRPr>
                      </a:lvl7pPr>
                      <a:lvl8pPr marL="3200400" algn="l" defTabSz="914400" rtl="0" eaLnBrk="1" latinLnBrk="0" hangingPunct="1">
                        <a:defRPr sz="1800" b="1" kern="1200">
                          <a:solidFill>
                            <a:schemeClr val="lt1"/>
                          </a:solidFill>
                          <a:latin typeface="Calibri" panose="020F0502020204030204"/>
                          <a:ea typeface="微软雅黑"/>
                        </a:defRPr>
                      </a:lvl8pPr>
                      <a:lvl9pPr marL="3657600" algn="l" defTabSz="914400" rtl="0" eaLnBrk="1" latinLnBrk="0" hangingPunct="1">
                        <a:defRPr sz="1800" b="1" kern="1200">
                          <a:solidFill>
                            <a:schemeClr val="lt1"/>
                          </a:solidFill>
                          <a:latin typeface="Calibri" panose="020F0502020204030204"/>
                          <a:ea typeface="微软雅黑"/>
                        </a:defRPr>
                      </a:lvl9pPr>
                    </a:lstStyle>
                    <a:p>
                      <a:pPr marL="36195" indent="0" algn="l">
                        <a:lnSpc>
                          <a:spcPct val="100000"/>
                        </a:lnSpc>
                        <a:spcAft>
                          <a:spcPts val="0"/>
                        </a:spcAft>
                      </a:pPr>
                      <a:r>
                        <a:rPr lang="zh-CN" altLang="en-US" sz="2400" dirty="0">
                          <a:effectLst/>
                          <a:latin typeface="+mj-lt"/>
                        </a:rPr>
                        <a:t>描述</a:t>
                      </a:r>
                      <a:endParaRPr lang="zh-CN" altLang="en-US" sz="2400" dirty="0">
                        <a:effectLst/>
                        <a:latin typeface="+mj-lt"/>
                        <a:ea typeface="+mn-ea"/>
                        <a:cs typeface="Times New Roman" panose="02020603050405020304" pitchFamily="18" charset="0"/>
                      </a:endParaRPr>
                    </a:p>
                  </a:txBody>
                  <a:tcPr marL="9525" marR="9525" marT="9525" marB="9525" anchor="ctr">
                    <a:lnL>
                      <a:noFill/>
                    </a:lnL>
                    <a:lnR>
                      <a:noFill/>
                    </a:lnR>
                    <a:lnT w="25400" cmpd="sng">
                      <a:solidFill>
                        <a:sysClr val="windowText" lastClr="000000"/>
                      </a:solidFill>
                    </a:lnT>
                    <a:lnB w="25400" cmpd="sng">
                      <a:solidFill>
                        <a:sysClr val="windowText" lastClr="000000"/>
                      </a:solidFill>
                    </a:lnB>
                    <a:lnTlToBr w="12700" cmpd="sng">
                      <a:noFill/>
                      <a:prstDash val="solid"/>
                    </a:lnTlToBr>
                    <a:lnBlToTr w="12700" cmpd="sng">
                      <a:noFill/>
                      <a:prstDash val="solid"/>
                    </a:lnBlToTr>
                    <a:solidFill>
                      <a:srgbClr val="4874CB"/>
                    </a:solidFill>
                  </a:tcPr>
                </a:tc>
                <a:tc>
                  <a:txBody>
                    <a:bodyPr/>
                    <a:lstStyle>
                      <a:lvl1pPr marL="0" algn="l" defTabSz="914400" rtl="0" eaLnBrk="1" latinLnBrk="0" hangingPunct="1">
                        <a:defRPr sz="1800" b="1" kern="1200">
                          <a:solidFill>
                            <a:schemeClr val="lt1"/>
                          </a:solidFill>
                          <a:latin typeface="Calibri" panose="020F0502020204030204"/>
                          <a:ea typeface="微软雅黑"/>
                        </a:defRPr>
                      </a:lvl1pPr>
                      <a:lvl2pPr marL="457200" algn="l" defTabSz="914400" rtl="0" eaLnBrk="1" latinLnBrk="0" hangingPunct="1">
                        <a:defRPr sz="1800" b="1" kern="1200">
                          <a:solidFill>
                            <a:schemeClr val="lt1"/>
                          </a:solidFill>
                          <a:latin typeface="Calibri" panose="020F0502020204030204"/>
                          <a:ea typeface="微软雅黑"/>
                        </a:defRPr>
                      </a:lvl2pPr>
                      <a:lvl3pPr marL="914400" algn="l" defTabSz="914400" rtl="0" eaLnBrk="1" latinLnBrk="0" hangingPunct="1">
                        <a:defRPr sz="1800" b="1" kern="1200">
                          <a:solidFill>
                            <a:schemeClr val="lt1"/>
                          </a:solidFill>
                          <a:latin typeface="Calibri" panose="020F0502020204030204"/>
                          <a:ea typeface="微软雅黑"/>
                        </a:defRPr>
                      </a:lvl3pPr>
                      <a:lvl4pPr marL="1371600" algn="l" defTabSz="914400" rtl="0" eaLnBrk="1" latinLnBrk="0" hangingPunct="1">
                        <a:defRPr sz="1800" b="1" kern="1200">
                          <a:solidFill>
                            <a:schemeClr val="lt1"/>
                          </a:solidFill>
                          <a:latin typeface="Calibri" panose="020F0502020204030204"/>
                          <a:ea typeface="微软雅黑"/>
                        </a:defRPr>
                      </a:lvl4pPr>
                      <a:lvl5pPr marL="1828800" algn="l" defTabSz="914400" rtl="0" eaLnBrk="1" latinLnBrk="0" hangingPunct="1">
                        <a:defRPr sz="1800" b="1" kern="1200">
                          <a:solidFill>
                            <a:schemeClr val="lt1"/>
                          </a:solidFill>
                          <a:latin typeface="Calibri" panose="020F0502020204030204"/>
                          <a:ea typeface="微软雅黑"/>
                        </a:defRPr>
                      </a:lvl5pPr>
                      <a:lvl6pPr marL="2286000" algn="l" defTabSz="914400" rtl="0" eaLnBrk="1" latinLnBrk="0" hangingPunct="1">
                        <a:defRPr sz="1800" b="1" kern="1200">
                          <a:solidFill>
                            <a:schemeClr val="lt1"/>
                          </a:solidFill>
                          <a:latin typeface="Calibri" panose="020F0502020204030204"/>
                          <a:ea typeface="微软雅黑"/>
                        </a:defRPr>
                      </a:lvl6pPr>
                      <a:lvl7pPr marL="2743200" algn="l" defTabSz="914400" rtl="0" eaLnBrk="1" latinLnBrk="0" hangingPunct="1">
                        <a:defRPr sz="1800" b="1" kern="1200">
                          <a:solidFill>
                            <a:schemeClr val="lt1"/>
                          </a:solidFill>
                          <a:latin typeface="Calibri" panose="020F0502020204030204"/>
                          <a:ea typeface="微软雅黑"/>
                        </a:defRPr>
                      </a:lvl7pPr>
                      <a:lvl8pPr marL="3200400" algn="l" defTabSz="914400" rtl="0" eaLnBrk="1" latinLnBrk="0" hangingPunct="1">
                        <a:defRPr sz="1800" b="1" kern="1200">
                          <a:solidFill>
                            <a:schemeClr val="lt1"/>
                          </a:solidFill>
                          <a:latin typeface="Calibri" panose="020F0502020204030204"/>
                          <a:ea typeface="微软雅黑"/>
                        </a:defRPr>
                      </a:lvl8pPr>
                      <a:lvl9pPr marL="3657600" algn="l" defTabSz="914400" rtl="0" eaLnBrk="1" latinLnBrk="0" hangingPunct="1">
                        <a:defRPr sz="1800" b="1" kern="1200">
                          <a:solidFill>
                            <a:schemeClr val="lt1"/>
                          </a:solidFill>
                          <a:latin typeface="Calibri" panose="020F0502020204030204"/>
                          <a:ea typeface="微软雅黑"/>
                        </a:defRPr>
                      </a:lvl9pPr>
                    </a:lstStyle>
                    <a:p>
                      <a:pPr marL="36195" indent="0" algn="l">
                        <a:lnSpc>
                          <a:spcPct val="100000"/>
                        </a:lnSpc>
                        <a:spcAft>
                          <a:spcPts val="0"/>
                        </a:spcAft>
                      </a:pPr>
                      <a:r>
                        <a:rPr lang="zh-CN" altLang="en-US" sz="2400" dirty="0">
                          <a:effectLst/>
                          <a:latin typeface="+mj-lt"/>
                        </a:rPr>
                        <a:t>方法名称</a:t>
                      </a:r>
                      <a:endParaRPr lang="zh-CN" altLang="en-US" sz="2400" dirty="0">
                        <a:effectLst/>
                        <a:latin typeface="+mj-lt"/>
                        <a:ea typeface="+mn-ea"/>
                        <a:cs typeface="Times New Roman" panose="02020603050405020304" pitchFamily="18" charset="0"/>
                      </a:endParaRPr>
                    </a:p>
                  </a:txBody>
                  <a:tcPr marL="9525" marR="9525" marT="9525" marB="9525" anchor="ctr">
                    <a:lnL>
                      <a:noFill/>
                    </a:lnL>
                    <a:lnR>
                      <a:noFill/>
                    </a:lnR>
                    <a:lnT w="25400" cmpd="sng">
                      <a:solidFill>
                        <a:sysClr val="windowText" lastClr="000000"/>
                      </a:solidFill>
                    </a:lnT>
                    <a:lnB w="25400" cmpd="sng">
                      <a:solidFill>
                        <a:sysClr val="windowText" lastClr="000000"/>
                      </a:solidFill>
                    </a:lnB>
                    <a:lnTlToBr w="12700" cmpd="sng">
                      <a:noFill/>
                      <a:prstDash val="solid"/>
                    </a:lnTlToBr>
                    <a:lnBlToTr w="12700" cmpd="sng">
                      <a:noFill/>
                      <a:prstDash val="solid"/>
                    </a:lnBlToTr>
                    <a:solidFill>
                      <a:srgbClr val="4874CB"/>
                    </a:solidFill>
                  </a:tcPr>
                </a:tc>
                <a:tc>
                  <a:txBody>
                    <a:bodyPr/>
                    <a:lstStyle>
                      <a:lvl1pPr marL="0" algn="l" defTabSz="914400" rtl="0" eaLnBrk="1" latinLnBrk="0" hangingPunct="1">
                        <a:defRPr sz="1800" b="1" kern="1200">
                          <a:solidFill>
                            <a:schemeClr val="lt1"/>
                          </a:solidFill>
                          <a:latin typeface="Calibri" panose="020F0502020204030204"/>
                          <a:ea typeface="微软雅黑"/>
                        </a:defRPr>
                      </a:lvl1pPr>
                      <a:lvl2pPr marL="457200" algn="l" defTabSz="914400" rtl="0" eaLnBrk="1" latinLnBrk="0" hangingPunct="1">
                        <a:defRPr sz="1800" b="1" kern="1200">
                          <a:solidFill>
                            <a:schemeClr val="lt1"/>
                          </a:solidFill>
                          <a:latin typeface="Calibri" panose="020F0502020204030204"/>
                          <a:ea typeface="微软雅黑"/>
                        </a:defRPr>
                      </a:lvl2pPr>
                      <a:lvl3pPr marL="914400" algn="l" defTabSz="914400" rtl="0" eaLnBrk="1" latinLnBrk="0" hangingPunct="1">
                        <a:defRPr sz="1800" b="1" kern="1200">
                          <a:solidFill>
                            <a:schemeClr val="lt1"/>
                          </a:solidFill>
                          <a:latin typeface="Calibri" panose="020F0502020204030204"/>
                          <a:ea typeface="微软雅黑"/>
                        </a:defRPr>
                      </a:lvl3pPr>
                      <a:lvl4pPr marL="1371600" algn="l" defTabSz="914400" rtl="0" eaLnBrk="1" latinLnBrk="0" hangingPunct="1">
                        <a:defRPr sz="1800" b="1" kern="1200">
                          <a:solidFill>
                            <a:schemeClr val="lt1"/>
                          </a:solidFill>
                          <a:latin typeface="Calibri" panose="020F0502020204030204"/>
                          <a:ea typeface="微软雅黑"/>
                        </a:defRPr>
                      </a:lvl4pPr>
                      <a:lvl5pPr marL="1828800" algn="l" defTabSz="914400" rtl="0" eaLnBrk="1" latinLnBrk="0" hangingPunct="1">
                        <a:defRPr sz="1800" b="1" kern="1200">
                          <a:solidFill>
                            <a:schemeClr val="lt1"/>
                          </a:solidFill>
                          <a:latin typeface="Calibri" panose="020F0502020204030204"/>
                          <a:ea typeface="微软雅黑"/>
                        </a:defRPr>
                      </a:lvl5pPr>
                      <a:lvl6pPr marL="2286000" algn="l" defTabSz="914400" rtl="0" eaLnBrk="1" latinLnBrk="0" hangingPunct="1">
                        <a:defRPr sz="1800" b="1" kern="1200">
                          <a:solidFill>
                            <a:schemeClr val="lt1"/>
                          </a:solidFill>
                          <a:latin typeface="Calibri" panose="020F0502020204030204"/>
                          <a:ea typeface="微软雅黑"/>
                        </a:defRPr>
                      </a:lvl6pPr>
                      <a:lvl7pPr marL="2743200" algn="l" defTabSz="914400" rtl="0" eaLnBrk="1" latinLnBrk="0" hangingPunct="1">
                        <a:defRPr sz="1800" b="1" kern="1200">
                          <a:solidFill>
                            <a:schemeClr val="lt1"/>
                          </a:solidFill>
                          <a:latin typeface="Calibri" panose="020F0502020204030204"/>
                          <a:ea typeface="微软雅黑"/>
                        </a:defRPr>
                      </a:lvl7pPr>
                      <a:lvl8pPr marL="3200400" algn="l" defTabSz="914400" rtl="0" eaLnBrk="1" latinLnBrk="0" hangingPunct="1">
                        <a:defRPr sz="1800" b="1" kern="1200">
                          <a:solidFill>
                            <a:schemeClr val="lt1"/>
                          </a:solidFill>
                          <a:latin typeface="Calibri" panose="020F0502020204030204"/>
                          <a:ea typeface="微软雅黑"/>
                        </a:defRPr>
                      </a:lvl8pPr>
                      <a:lvl9pPr marL="3657600" algn="l" defTabSz="914400" rtl="0" eaLnBrk="1" latinLnBrk="0" hangingPunct="1">
                        <a:defRPr sz="1800" b="1" kern="1200">
                          <a:solidFill>
                            <a:schemeClr val="lt1"/>
                          </a:solidFill>
                          <a:latin typeface="Calibri" panose="020F0502020204030204"/>
                          <a:ea typeface="微软雅黑"/>
                        </a:defRPr>
                      </a:lvl9pPr>
                    </a:lstStyle>
                    <a:p>
                      <a:pPr marL="36195" indent="0" algn="l">
                        <a:lnSpc>
                          <a:spcPct val="100000"/>
                        </a:lnSpc>
                        <a:spcAft>
                          <a:spcPts val="0"/>
                        </a:spcAft>
                      </a:pPr>
                      <a:r>
                        <a:rPr lang="zh-CN" altLang="en-US" sz="2400" dirty="0">
                          <a:effectLst/>
                          <a:latin typeface="+mj-lt"/>
                        </a:rPr>
                        <a:t>描述</a:t>
                      </a:r>
                      <a:endParaRPr lang="zh-CN" altLang="en-US" sz="2400" dirty="0">
                        <a:effectLst/>
                        <a:latin typeface="+mj-lt"/>
                        <a:ea typeface="+mn-ea"/>
                        <a:cs typeface="Times New Roman" panose="02020603050405020304" pitchFamily="18" charset="0"/>
                      </a:endParaRPr>
                    </a:p>
                  </a:txBody>
                  <a:tcPr marL="9525" marR="9525" marT="9525" marB="9525" anchor="ctr">
                    <a:lnL>
                      <a:noFill/>
                    </a:lnL>
                    <a:lnR>
                      <a:noFill/>
                    </a:lnR>
                    <a:lnT w="25400" cmpd="sng">
                      <a:solidFill>
                        <a:sysClr val="windowText" lastClr="000000"/>
                      </a:solidFill>
                    </a:lnT>
                    <a:lnB w="25400" cmpd="sng">
                      <a:solidFill>
                        <a:sysClr val="windowText" lastClr="000000"/>
                      </a:solidFill>
                    </a:lnB>
                    <a:lnTlToBr w="12700" cmpd="sng">
                      <a:noFill/>
                      <a:prstDash val="solid"/>
                    </a:lnTlToBr>
                    <a:lnBlToTr w="12700" cmpd="sng">
                      <a:noFill/>
                      <a:prstDash val="solid"/>
                    </a:lnBlToTr>
                    <a:solidFill>
                      <a:srgbClr val="4874CB"/>
                    </a:solidFill>
                  </a:tcPr>
                </a:tc>
              </a:tr>
              <a:tr h="444876">
                <a:tc>
                  <a:txBody>
                    <a:bodyPr/>
                    <a:lstStyle>
                      <a:lvl1pPr marL="0" algn="l" defTabSz="914400" rtl="0" eaLnBrk="1" latinLnBrk="0" hangingPunct="1">
                        <a:defRPr sz="1800" kern="1200">
                          <a:solidFill>
                            <a:schemeClr val="dk1"/>
                          </a:solidFill>
                          <a:latin typeface="Calibri" panose="020F0502020204030204"/>
                          <a:ea typeface="微软雅黑"/>
                        </a:defRPr>
                      </a:lvl1pPr>
                      <a:lvl2pPr marL="457200" algn="l" defTabSz="914400" rtl="0" eaLnBrk="1" latinLnBrk="0" hangingPunct="1">
                        <a:defRPr sz="1800" kern="1200">
                          <a:solidFill>
                            <a:schemeClr val="dk1"/>
                          </a:solidFill>
                          <a:latin typeface="Calibri" panose="020F0502020204030204"/>
                          <a:ea typeface="微软雅黑"/>
                        </a:defRPr>
                      </a:lvl2pPr>
                      <a:lvl3pPr marL="914400" algn="l" defTabSz="914400" rtl="0" eaLnBrk="1" latinLnBrk="0" hangingPunct="1">
                        <a:defRPr sz="1800" kern="1200">
                          <a:solidFill>
                            <a:schemeClr val="dk1"/>
                          </a:solidFill>
                          <a:latin typeface="Calibri" panose="020F0502020204030204"/>
                          <a:ea typeface="微软雅黑"/>
                        </a:defRPr>
                      </a:lvl3pPr>
                      <a:lvl4pPr marL="1371600" algn="l" defTabSz="914400" rtl="0" eaLnBrk="1" latinLnBrk="0" hangingPunct="1">
                        <a:defRPr sz="1800" kern="1200">
                          <a:solidFill>
                            <a:schemeClr val="dk1"/>
                          </a:solidFill>
                          <a:latin typeface="Calibri" panose="020F0502020204030204"/>
                          <a:ea typeface="微软雅黑"/>
                        </a:defRPr>
                      </a:lvl4pPr>
                      <a:lvl5pPr marL="1828800" algn="l" defTabSz="914400" rtl="0" eaLnBrk="1" latinLnBrk="0" hangingPunct="1">
                        <a:defRPr sz="1800" kern="1200">
                          <a:solidFill>
                            <a:schemeClr val="dk1"/>
                          </a:solidFill>
                          <a:latin typeface="Calibri" panose="020F0502020204030204"/>
                          <a:ea typeface="微软雅黑"/>
                        </a:defRPr>
                      </a:lvl5pPr>
                      <a:lvl6pPr marL="2286000" algn="l" defTabSz="914400" rtl="0" eaLnBrk="1" latinLnBrk="0" hangingPunct="1">
                        <a:defRPr sz="1800" kern="1200">
                          <a:solidFill>
                            <a:schemeClr val="dk1"/>
                          </a:solidFill>
                          <a:latin typeface="Calibri" panose="020F0502020204030204"/>
                          <a:ea typeface="微软雅黑"/>
                        </a:defRPr>
                      </a:lvl6pPr>
                      <a:lvl7pPr marL="2743200" algn="l" defTabSz="914400" rtl="0" eaLnBrk="1" latinLnBrk="0" hangingPunct="1">
                        <a:defRPr sz="1800" kern="1200">
                          <a:solidFill>
                            <a:schemeClr val="dk1"/>
                          </a:solidFill>
                          <a:latin typeface="Calibri" panose="020F0502020204030204"/>
                          <a:ea typeface="微软雅黑"/>
                        </a:defRPr>
                      </a:lvl7pPr>
                      <a:lvl8pPr marL="3200400" algn="l" defTabSz="914400" rtl="0" eaLnBrk="1" latinLnBrk="0" hangingPunct="1">
                        <a:defRPr sz="1800" kern="1200">
                          <a:solidFill>
                            <a:schemeClr val="dk1"/>
                          </a:solidFill>
                          <a:latin typeface="Calibri" panose="020F0502020204030204"/>
                          <a:ea typeface="微软雅黑"/>
                        </a:defRPr>
                      </a:lvl8pPr>
                      <a:lvl9pPr marL="3657600" algn="l" defTabSz="914400" rtl="0" eaLnBrk="1" latinLnBrk="0" hangingPunct="1">
                        <a:defRPr sz="1800" kern="1200">
                          <a:solidFill>
                            <a:schemeClr val="dk1"/>
                          </a:solidFill>
                          <a:latin typeface="Calibri" panose="020F0502020204030204"/>
                          <a:ea typeface="微软雅黑"/>
                        </a:defRPr>
                      </a:lvl9pPr>
                    </a:lstStyle>
                    <a:p>
                      <a:pPr marL="36195" indent="0" algn="l">
                        <a:lnSpc>
                          <a:spcPct val="100000"/>
                        </a:lnSpc>
                        <a:spcAft>
                          <a:spcPts val="0"/>
                        </a:spcAft>
                      </a:pPr>
                      <a:r>
                        <a:rPr lang="en-US" sz="2000" dirty="0">
                          <a:solidFill>
                            <a:srgbClr val="EE822F"/>
                          </a:solidFill>
                          <a:effectLst/>
                          <a:latin typeface="+mj-lt"/>
                        </a:rPr>
                        <a:t> count</a:t>
                      </a:r>
                      <a:r>
                        <a:rPr lang="en-US" sz="2000" dirty="0">
                          <a:effectLst/>
                          <a:latin typeface="+mj-lt"/>
                        </a:rPr>
                        <a:t>()</a:t>
                      </a:r>
                      <a:endParaRPr lang="en-US" sz="2000" dirty="0">
                        <a:effectLst/>
                        <a:latin typeface="+mj-lt"/>
                        <a:ea typeface="+mn-ea"/>
                        <a:cs typeface="Times New Roman" panose="02020603050405020304" pitchFamily="18" charset="0"/>
                      </a:endParaRPr>
                    </a:p>
                  </a:txBody>
                  <a:tcPr marL="9525" marR="9525" marT="9525" marB="9525" anchor="ctr">
                    <a:lnL>
                      <a:noFill/>
                    </a:lnL>
                    <a:lnR>
                      <a:noFill/>
                    </a:lnR>
                    <a:lnT w="25400" cmpd="sng">
                      <a:solidFill>
                        <a:sysClr val="windowText" lastClr="000000"/>
                      </a:solidFill>
                    </a:lnT>
                    <a:lnB w="12700" cap="flat" cmpd="sng" algn="ctr">
                      <a:solidFill>
                        <a:sysClr val="windowText" lastClr="000000"/>
                      </a:solidFill>
                      <a:prstDash val="dash"/>
                      <a:round/>
                      <a:headEnd type="none" w="med" len="med"/>
                      <a:tailEnd type="none" w="med" len="med"/>
                    </a:lnB>
                    <a:lnTlToBr w="12700" cmpd="sng">
                      <a:noFill/>
                      <a:prstDash val="solid"/>
                    </a:lnTlToBr>
                    <a:lnBlToTr w="12700" cmpd="sng">
                      <a:noFill/>
                      <a:prstDash val="solid"/>
                    </a:lnBlToTr>
                    <a:solidFill>
                      <a:sysClr val="windowText" lastClr="000000">
                        <a:tint val="20000"/>
                      </a:sysClr>
                    </a:solidFill>
                  </a:tcPr>
                </a:tc>
                <a:tc>
                  <a:txBody>
                    <a:bodyPr/>
                    <a:lstStyle>
                      <a:lvl1pPr marL="0" algn="l" defTabSz="914400" rtl="0" eaLnBrk="1" latinLnBrk="0" hangingPunct="1">
                        <a:defRPr sz="1800" kern="1200">
                          <a:solidFill>
                            <a:schemeClr val="dk1"/>
                          </a:solidFill>
                          <a:latin typeface="Calibri" panose="020F0502020204030204"/>
                          <a:ea typeface="微软雅黑"/>
                        </a:defRPr>
                      </a:lvl1pPr>
                      <a:lvl2pPr marL="457200" algn="l" defTabSz="914400" rtl="0" eaLnBrk="1" latinLnBrk="0" hangingPunct="1">
                        <a:defRPr sz="1800" kern="1200">
                          <a:solidFill>
                            <a:schemeClr val="dk1"/>
                          </a:solidFill>
                          <a:latin typeface="Calibri" panose="020F0502020204030204"/>
                          <a:ea typeface="微软雅黑"/>
                        </a:defRPr>
                      </a:lvl2pPr>
                      <a:lvl3pPr marL="914400" algn="l" defTabSz="914400" rtl="0" eaLnBrk="1" latinLnBrk="0" hangingPunct="1">
                        <a:defRPr sz="1800" kern="1200">
                          <a:solidFill>
                            <a:schemeClr val="dk1"/>
                          </a:solidFill>
                          <a:latin typeface="Calibri" panose="020F0502020204030204"/>
                          <a:ea typeface="微软雅黑"/>
                        </a:defRPr>
                      </a:lvl3pPr>
                      <a:lvl4pPr marL="1371600" algn="l" defTabSz="914400" rtl="0" eaLnBrk="1" latinLnBrk="0" hangingPunct="1">
                        <a:defRPr sz="1800" kern="1200">
                          <a:solidFill>
                            <a:schemeClr val="dk1"/>
                          </a:solidFill>
                          <a:latin typeface="Calibri" panose="020F0502020204030204"/>
                          <a:ea typeface="微软雅黑"/>
                        </a:defRPr>
                      </a:lvl4pPr>
                      <a:lvl5pPr marL="1828800" algn="l" defTabSz="914400" rtl="0" eaLnBrk="1" latinLnBrk="0" hangingPunct="1">
                        <a:defRPr sz="1800" kern="1200">
                          <a:solidFill>
                            <a:schemeClr val="dk1"/>
                          </a:solidFill>
                          <a:latin typeface="Calibri" panose="020F0502020204030204"/>
                          <a:ea typeface="微软雅黑"/>
                        </a:defRPr>
                      </a:lvl5pPr>
                      <a:lvl6pPr marL="2286000" algn="l" defTabSz="914400" rtl="0" eaLnBrk="1" latinLnBrk="0" hangingPunct="1">
                        <a:defRPr sz="1800" kern="1200">
                          <a:solidFill>
                            <a:schemeClr val="dk1"/>
                          </a:solidFill>
                          <a:latin typeface="Calibri" panose="020F0502020204030204"/>
                          <a:ea typeface="微软雅黑"/>
                        </a:defRPr>
                      </a:lvl6pPr>
                      <a:lvl7pPr marL="2743200" algn="l" defTabSz="914400" rtl="0" eaLnBrk="1" latinLnBrk="0" hangingPunct="1">
                        <a:defRPr sz="1800" kern="1200">
                          <a:solidFill>
                            <a:schemeClr val="dk1"/>
                          </a:solidFill>
                          <a:latin typeface="Calibri" panose="020F0502020204030204"/>
                          <a:ea typeface="微软雅黑"/>
                        </a:defRPr>
                      </a:lvl7pPr>
                      <a:lvl8pPr marL="3200400" algn="l" defTabSz="914400" rtl="0" eaLnBrk="1" latinLnBrk="0" hangingPunct="1">
                        <a:defRPr sz="1800" kern="1200">
                          <a:solidFill>
                            <a:schemeClr val="dk1"/>
                          </a:solidFill>
                          <a:latin typeface="Calibri" panose="020F0502020204030204"/>
                          <a:ea typeface="微软雅黑"/>
                        </a:defRPr>
                      </a:lvl8pPr>
                      <a:lvl9pPr marL="3657600" algn="l" defTabSz="914400" rtl="0" eaLnBrk="1" latinLnBrk="0" hangingPunct="1">
                        <a:defRPr sz="1800" kern="1200">
                          <a:solidFill>
                            <a:schemeClr val="dk1"/>
                          </a:solidFill>
                          <a:latin typeface="Calibri" panose="020F0502020204030204"/>
                          <a:ea typeface="微软雅黑"/>
                        </a:defRPr>
                      </a:lvl9pPr>
                    </a:lstStyle>
                    <a:p>
                      <a:pPr marL="36195" indent="0" algn="l">
                        <a:lnSpc>
                          <a:spcPct val="100000"/>
                        </a:lnSpc>
                        <a:spcAft>
                          <a:spcPts val="0"/>
                        </a:spcAft>
                      </a:pPr>
                      <a:r>
                        <a:rPr lang="zh-CN" altLang="en-US" sz="2000">
                          <a:effectLst/>
                          <a:latin typeface="+mj-lt"/>
                        </a:rPr>
                        <a:t>非空值数目</a:t>
                      </a:r>
                      <a:endParaRPr lang="zh-CN" altLang="en-US" sz="2000">
                        <a:effectLst/>
                        <a:latin typeface="+mj-lt"/>
                        <a:ea typeface="+mn-ea"/>
                        <a:cs typeface="Times New Roman" panose="02020603050405020304" pitchFamily="18" charset="0"/>
                      </a:endParaRPr>
                    </a:p>
                  </a:txBody>
                  <a:tcPr marL="9525" marR="9525" marT="9525" marB="9525" anchor="ctr">
                    <a:lnL>
                      <a:noFill/>
                    </a:lnL>
                    <a:lnR>
                      <a:noFill/>
                    </a:lnR>
                    <a:lnT w="25400" cmpd="sng">
                      <a:solidFill>
                        <a:sysClr val="windowText" lastClr="000000"/>
                      </a:solidFill>
                    </a:lnT>
                    <a:lnB w="12700" cap="flat" cmpd="sng" algn="ctr">
                      <a:solidFill>
                        <a:sysClr val="windowText" lastClr="000000"/>
                      </a:solidFill>
                      <a:prstDash val="dash"/>
                      <a:round/>
                      <a:headEnd type="none" w="med" len="med"/>
                      <a:tailEnd type="none" w="med" len="med"/>
                    </a:lnB>
                    <a:lnTlToBr w="12700" cmpd="sng">
                      <a:noFill/>
                      <a:prstDash val="solid"/>
                    </a:lnTlToBr>
                    <a:lnBlToTr w="12700" cmpd="sng">
                      <a:noFill/>
                      <a:prstDash val="solid"/>
                    </a:lnBlToTr>
                    <a:solidFill>
                      <a:sysClr val="windowText" lastClr="000000">
                        <a:tint val="20000"/>
                      </a:sysClr>
                    </a:solidFill>
                  </a:tcPr>
                </a:tc>
                <a:tc>
                  <a:txBody>
                    <a:bodyPr/>
                    <a:lstStyle>
                      <a:lvl1pPr marL="0" algn="l" defTabSz="914400" rtl="0" eaLnBrk="1" latinLnBrk="0" hangingPunct="1">
                        <a:defRPr sz="1800" kern="1200">
                          <a:solidFill>
                            <a:schemeClr val="dk1"/>
                          </a:solidFill>
                          <a:latin typeface="Calibri" panose="020F0502020204030204"/>
                          <a:ea typeface="微软雅黑"/>
                        </a:defRPr>
                      </a:lvl1pPr>
                      <a:lvl2pPr marL="457200" algn="l" defTabSz="914400" rtl="0" eaLnBrk="1" latinLnBrk="0" hangingPunct="1">
                        <a:defRPr sz="1800" kern="1200">
                          <a:solidFill>
                            <a:schemeClr val="dk1"/>
                          </a:solidFill>
                          <a:latin typeface="Calibri" panose="020F0502020204030204"/>
                          <a:ea typeface="微软雅黑"/>
                        </a:defRPr>
                      </a:lvl2pPr>
                      <a:lvl3pPr marL="914400" algn="l" defTabSz="914400" rtl="0" eaLnBrk="1" latinLnBrk="0" hangingPunct="1">
                        <a:defRPr sz="1800" kern="1200">
                          <a:solidFill>
                            <a:schemeClr val="dk1"/>
                          </a:solidFill>
                          <a:latin typeface="Calibri" panose="020F0502020204030204"/>
                          <a:ea typeface="微软雅黑"/>
                        </a:defRPr>
                      </a:lvl3pPr>
                      <a:lvl4pPr marL="1371600" algn="l" defTabSz="914400" rtl="0" eaLnBrk="1" latinLnBrk="0" hangingPunct="1">
                        <a:defRPr sz="1800" kern="1200">
                          <a:solidFill>
                            <a:schemeClr val="dk1"/>
                          </a:solidFill>
                          <a:latin typeface="Calibri" panose="020F0502020204030204"/>
                          <a:ea typeface="微软雅黑"/>
                        </a:defRPr>
                      </a:lvl4pPr>
                      <a:lvl5pPr marL="1828800" algn="l" defTabSz="914400" rtl="0" eaLnBrk="1" latinLnBrk="0" hangingPunct="1">
                        <a:defRPr sz="1800" kern="1200">
                          <a:solidFill>
                            <a:schemeClr val="dk1"/>
                          </a:solidFill>
                          <a:latin typeface="Calibri" panose="020F0502020204030204"/>
                          <a:ea typeface="微软雅黑"/>
                        </a:defRPr>
                      </a:lvl5pPr>
                      <a:lvl6pPr marL="2286000" algn="l" defTabSz="914400" rtl="0" eaLnBrk="1" latinLnBrk="0" hangingPunct="1">
                        <a:defRPr sz="1800" kern="1200">
                          <a:solidFill>
                            <a:schemeClr val="dk1"/>
                          </a:solidFill>
                          <a:latin typeface="Calibri" panose="020F0502020204030204"/>
                          <a:ea typeface="微软雅黑"/>
                        </a:defRPr>
                      </a:lvl6pPr>
                      <a:lvl7pPr marL="2743200" algn="l" defTabSz="914400" rtl="0" eaLnBrk="1" latinLnBrk="0" hangingPunct="1">
                        <a:defRPr sz="1800" kern="1200">
                          <a:solidFill>
                            <a:schemeClr val="dk1"/>
                          </a:solidFill>
                          <a:latin typeface="Calibri" panose="020F0502020204030204"/>
                          <a:ea typeface="微软雅黑"/>
                        </a:defRPr>
                      </a:lvl7pPr>
                      <a:lvl8pPr marL="3200400" algn="l" defTabSz="914400" rtl="0" eaLnBrk="1" latinLnBrk="0" hangingPunct="1">
                        <a:defRPr sz="1800" kern="1200">
                          <a:solidFill>
                            <a:schemeClr val="dk1"/>
                          </a:solidFill>
                          <a:latin typeface="Calibri" panose="020F0502020204030204"/>
                          <a:ea typeface="微软雅黑"/>
                        </a:defRPr>
                      </a:lvl8pPr>
                      <a:lvl9pPr marL="3657600" algn="l" defTabSz="914400" rtl="0" eaLnBrk="1" latinLnBrk="0" hangingPunct="1">
                        <a:defRPr sz="1800" kern="1200">
                          <a:solidFill>
                            <a:schemeClr val="dk1"/>
                          </a:solidFill>
                          <a:latin typeface="Calibri" panose="020F0502020204030204"/>
                          <a:ea typeface="微软雅黑"/>
                        </a:defRPr>
                      </a:lvl9pPr>
                    </a:lstStyle>
                    <a:p>
                      <a:pPr marL="36195" indent="0" algn="l">
                        <a:lnSpc>
                          <a:spcPct val="100000"/>
                        </a:lnSpc>
                        <a:spcAft>
                          <a:spcPts val="0"/>
                        </a:spcAft>
                      </a:pPr>
                      <a:r>
                        <a:rPr lang="en-US" sz="2000">
                          <a:effectLst/>
                          <a:latin typeface="+mj-lt"/>
                        </a:rPr>
                        <a:t>std()</a:t>
                      </a:r>
                      <a:endParaRPr lang="en-US" sz="2000">
                        <a:effectLst/>
                        <a:latin typeface="+mj-lt"/>
                        <a:ea typeface="+mn-ea"/>
                        <a:cs typeface="Times New Roman" panose="02020603050405020304" pitchFamily="18" charset="0"/>
                      </a:endParaRPr>
                    </a:p>
                  </a:txBody>
                  <a:tcPr marL="9525" marR="9525" marT="9525" marB="9525" anchor="ctr">
                    <a:lnL>
                      <a:noFill/>
                    </a:lnL>
                    <a:lnR>
                      <a:noFill/>
                    </a:lnR>
                    <a:lnT w="25400" cmpd="sng">
                      <a:solidFill>
                        <a:sysClr val="windowText" lastClr="000000"/>
                      </a:solidFill>
                    </a:lnT>
                    <a:lnB w="12700" cap="flat" cmpd="sng" algn="ctr">
                      <a:solidFill>
                        <a:sysClr val="windowText" lastClr="000000"/>
                      </a:solidFill>
                      <a:prstDash val="dash"/>
                      <a:round/>
                      <a:headEnd type="none" w="med" len="med"/>
                      <a:tailEnd type="none" w="med" len="med"/>
                    </a:lnB>
                    <a:lnTlToBr w="12700" cmpd="sng">
                      <a:noFill/>
                      <a:prstDash val="solid"/>
                    </a:lnTlToBr>
                    <a:lnBlToTr w="12700" cmpd="sng">
                      <a:noFill/>
                      <a:prstDash val="solid"/>
                    </a:lnBlToTr>
                    <a:solidFill>
                      <a:sysClr val="windowText" lastClr="000000">
                        <a:tint val="20000"/>
                      </a:sysClr>
                    </a:solidFill>
                  </a:tcPr>
                </a:tc>
                <a:tc>
                  <a:txBody>
                    <a:bodyPr/>
                    <a:lstStyle>
                      <a:lvl1pPr marL="0" algn="l" defTabSz="914400" rtl="0" eaLnBrk="1" latinLnBrk="0" hangingPunct="1">
                        <a:defRPr sz="1800" kern="1200">
                          <a:solidFill>
                            <a:schemeClr val="dk1"/>
                          </a:solidFill>
                          <a:latin typeface="Calibri" panose="020F0502020204030204"/>
                          <a:ea typeface="微软雅黑"/>
                        </a:defRPr>
                      </a:lvl1pPr>
                      <a:lvl2pPr marL="457200" algn="l" defTabSz="914400" rtl="0" eaLnBrk="1" latinLnBrk="0" hangingPunct="1">
                        <a:defRPr sz="1800" kern="1200">
                          <a:solidFill>
                            <a:schemeClr val="dk1"/>
                          </a:solidFill>
                          <a:latin typeface="Calibri" panose="020F0502020204030204"/>
                          <a:ea typeface="微软雅黑"/>
                        </a:defRPr>
                      </a:lvl2pPr>
                      <a:lvl3pPr marL="914400" algn="l" defTabSz="914400" rtl="0" eaLnBrk="1" latinLnBrk="0" hangingPunct="1">
                        <a:defRPr sz="1800" kern="1200">
                          <a:solidFill>
                            <a:schemeClr val="dk1"/>
                          </a:solidFill>
                          <a:latin typeface="Calibri" panose="020F0502020204030204"/>
                          <a:ea typeface="微软雅黑"/>
                        </a:defRPr>
                      </a:lvl3pPr>
                      <a:lvl4pPr marL="1371600" algn="l" defTabSz="914400" rtl="0" eaLnBrk="1" latinLnBrk="0" hangingPunct="1">
                        <a:defRPr sz="1800" kern="1200">
                          <a:solidFill>
                            <a:schemeClr val="dk1"/>
                          </a:solidFill>
                          <a:latin typeface="Calibri" panose="020F0502020204030204"/>
                          <a:ea typeface="微软雅黑"/>
                        </a:defRPr>
                      </a:lvl4pPr>
                      <a:lvl5pPr marL="1828800" algn="l" defTabSz="914400" rtl="0" eaLnBrk="1" latinLnBrk="0" hangingPunct="1">
                        <a:defRPr sz="1800" kern="1200">
                          <a:solidFill>
                            <a:schemeClr val="dk1"/>
                          </a:solidFill>
                          <a:latin typeface="Calibri" panose="020F0502020204030204"/>
                          <a:ea typeface="微软雅黑"/>
                        </a:defRPr>
                      </a:lvl5pPr>
                      <a:lvl6pPr marL="2286000" algn="l" defTabSz="914400" rtl="0" eaLnBrk="1" latinLnBrk="0" hangingPunct="1">
                        <a:defRPr sz="1800" kern="1200">
                          <a:solidFill>
                            <a:schemeClr val="dk1"/>
                          </a:solidFill>
                          <a:latin typeface="Calibri" panose="020F0502020204030204"/>
                          <a:ea typeface="微软雅黑"/>
                        </a:defRPr>
                      </a:lvl6pPr>
                      <a:lvl7pPr marL="2743200" algn="l" defTabSz="914400" rtl="0" eaLnBrk="1" latinLnBrk="0" hangingPunct="1">
                        <a:defRPr sz="1800" kern="1200">
                          <a:solidFill>
                            <a:schemeClr val="dk1"/>
                          </a:solidFill>
                          <a:latin typeface="Calibri" panose="020F0502020204030204"/>
                          <a:ea typeface="微软雅黑"/>
                        </a:defRPr>
                      </a:lvl7pPr>
                      <a:lvl8pPr marL="3200400" algn="l" defTabSz="914400" rtl="0" eaLnBrk="1" latinLnBrk="0" hangingPunct="1">
                        <a:defRPr sz="1800" kern="1200">
                          <a:solidFill>
                            <a:schemeClr val="dk1"/>
                          </a:solidFill>
                          <a:latin typeface="Calibri" panose="020F0502020204030204"/>
                          <a:ea typeface="微软雅黑"/>
                        </a:defRPr>
                      </a:lvl8pPr>
                      <a:lvl9pPr marL="3657600" algn="l" defTabSz="914400" rtl="0" eaLnBrk="1" latinLnBrk="0" hangingPunct="1">
                        <a:defRPr sz="1800" kern="1200">
                          <a:solidFill>
                            <a:schemeClr val="dk1"/>
                          </a:solidFill>
                          <a:latin typeface="Calibri" panose="020F0502020204030204"/>
                          <a:ea typeface="微软雅黑"/>
                        </a:defRPr>
                      </a:lvl9pPr>
                    </a:lstStyle>
                    <a:p>
                      <a:pPr marL="36195" indent="0" algn="l">
                        <a:lnSpc>
                          <a:spcPct val="100000"/>
                        </a:lnSpc>
                        <a:spcAft>
                          <a:spcPts val="0"/>
                        </a:spcAft>
                      </a:pPr>
                      <a:r>
                        <a:rPr lang="zh-CN" altLang="en-US" sz="2000">
                          <a:effectLst/>
                          <a:latin typeface="+mj-lt"/>
                        </a:rPr>
                        <a:t>样本标准差</a:t>
                      </a:r>
                      <a:endParaRPr lang="zh-CN" altLang="en-US" sz="2000">
                        <a:effectLst/>
                        <a:latin typeface="+mj-lt"/>
                        <a:ea typeface="+mn-ea"/>
                        <a:cs typeface="Times New Roman" panose="02020603050405020304" pitchFamily="18" charset="0"/>
                      </a:endParaRPr>
                    </a:p>
                  </a:txBody>
                  <a:tcPr marL="9525" marR="9525" marT="9525" marB="9525" anchor="ctr">
                    <a:lnL>
                      <a:noFill/>
                    </a:lnL>
                    <a:lnR>
                      <a:noFill/>
                    </a:lnR>
                    <a:lnT w="25400" cmpd="sng">
                      <a:solidFill>
                        <a:sysClr val="windowText" lastClr="000000"/>
                      </a:solidFill>
                    </a:lnT>
                    <a:lnB w="12700" cap="flat" cmpd="sng" algn="ctr">
                      <a:solidFill>
                        <a:sysClr val="windowText" lastClr="000000"/>
                      </a:solidFill>
                      <a:prstDash val="dash"/>
                      <a:round/>
                      <a:headEnd type="none" w="med" len="med"/>
                      <a:tailEnd type="none" w="med" len="med"/>
                    </a:lnB>
                    <a:lnTlToBr w="12700" cmpd="sng">
                      <a:noFill/>
                      <a:prstDash val="solid"/>
                    </a:lnTlToBr>
                    <a:lnBlToTr w="12700" cmpd="sng">
                      <a:noFill/>
                      <a:prstDash val="solid"/>
                    </a:lnBlToTr>
                    <a:solidFill>
                      <a:sysClr val="windowText" lastClr="000000">
                        <a:tint val="20000"/>
                      </a:sysClr>
                    </a:solidFill>
                  </a:tcPr>
                </a:tc>
              </a:tr>
              <a:tr h="444876">
                <a:tc>
                  <a:txBody>
                    <a:bodyPr/>
                    <a:lstStyle>
                      <a:lvl1pPr marL="0" algn="l" defTabSz="914400" rtl="0" eaLnBrk="1" latinLnBrk="0" hangingPunct="1">
                        <a:defRPr sz="1800" kern="1200">
                          <a:solidFill>
                            <a:schemeClr val="dk1"/>
                          </a:solidFill>
                          <a:latin typeface="Calibri" panose="020F0502020204030204"/>
                          <a:ea typeface="微软雅黑"/>
                        </a:defRPr>
                      </a:lvl1pPr>
                      <a:lvl2pPr marL="457200" algn="l" defTabSz="914400" rtl="0" eaLnBrk="1" latinLnBrk="0" hangingPunct="1">
                        <a:defRPr sz="1800" kern="1200">
                          <a:solidFill>
                            <a:schemeClr val="dk1"/>
                          </a:solidFill>
                          <a:latin typeface="Calibri" panose="020F0502020204030204"/>
                          <a:ea typeface="微软雅黑"/>
                        </a:defRPr>
                      </a:lvl2pPr>
                      <a:lvl3pPr marL="914400" algn="l" defTabSz="914400" rtl="0" eaLnBrk="1" latinLnBrk="0" hangingPunct="1">
                        <a:defRPr sz="1800" kern="1200">
                          <a:solidFill>
                            <a:schemeClr val="dk1"/>
                          </a:solidFill>
                          <a:latin typeface="Calibri" panose="020F0502020204030204"/>
                          <a:ea typeface="微软雅黑"/>
                        </a:defRPr>
                      </a:lvl3pPr>
                      <a:lvl4pPr marL="1371600" algn="l" defTabSz="914400" rtl="0" eaLnBrk="1" latinLnBrk="0" hangingPunct="1">
                        <a:defRPr sz="1800" kern="1200">
                          <a:solidFill>
                            <a:schemeClr val="dk1"/>
                          </a:solidFill>
                          <a:latin typeface="Calibri" panose="020F0502020204030204"/>
                          <a:ea typeface="微软雅黑"/>
                        </a:defRPr>
                      </a:lvl4pPr>
                      <a:lvl5pPr marL="1828800" algn="l" defTabSz="914400" rtl="0" eaLnBrk="1" latinLnBrk="0" hangingPunct="1">
                        <a:defRPr sz="1800" kern="1200">
                          <a:solidFill>
                            <a:schemeClr val="dk1"/>
                          </a:solidFill>
                          <a:latin typeface="Calibri" panose="020F0502020204030204"/>
                          <a:ea typeface="微软雅黑"/>
                        </a:defRPr>
                      </a:lvl5pPr>
                      <a:lvl6pPr marL="2286000" algn="l" defTabSz="914400" rtl="0" eaLnBrk="1" latinLnBrk="0" hangingPunct="1">
                        <a:defRPr sz="1800" kern="1200">
                          <a:solidFill>
                            <a:schemeClr val="dk1"/>
                          </a:solidFill>
                          <a:latin typeface="Calibri" panose="020F0502020204030204"/>
                          <a:ea typeface="微软雅黑"/>
                        </a:defRPr>
                      </a:lvl6pPr>
                      <a:lvl7pPr marL="2743200" algn="l" defTabSz="914400" rtl="0" eaLnBrk="1" latinLnBrk="0" hangingPunct="1">
                        <a:defRPr sz="1800" kern="1200">
                          <a:solidFill>
                            <a:schemeClr val="dk1"/>
                          </a:solidFill>
                          <a:latin typeface="Calibri" panose="020F0502020204030204"/>
                          <a:ea typeface="微软雅黑"/>
                        </a:defRPr>
                      </a:lvl7pPr>
                      <a:lvl8pPr marL="3200400" algn="l" defTabSz="914400" rtl="0" eaLnBrk="1" latinLnBrk="0" hangingPunct="1">
                        <a:defRPr sz="1800" kern="1200">
                          <a:solidFill>
                            <a:schemeClr val="dk1"/>
                          </a:solidFill>
                          <a:latin typeface="Calibri" panose="020F0502020204030204"/>
                          <a:ea typeface="微软雅黑"/>
                        </a:defRPr>
                      </a:lvl8pPr>
                      <a:lvl9pPr marL="3657600" algn="l" defTabSz="914400" rtl="0" eaLnBrk="1" latinLnBrk="0" hangingPunct="1">
                        <a:defRPr sz="1800" kern="1200">
                          <a:solidFill>
                            <a:schemeClr val="dk1"/>
                          </a:solidFill>
                          <a:latin typeface="Calibri" panose="020F0502020204030204"/>
                          <a:ea typeface="微软雅黑"/>
                        </a:defRPr>
                      </a:lvl9pPr>
                    </a:lstStyle>
                    <a:p>
                      <a:pPr marL="36195" indent="0" algn="l">
                        <a:lnSpc>
                          <a:spcPct val="100000"/>
                        </a:lnSpc>
                        <a:spcAft>
                          <a:spcPts val="0"/>
                        </a:spcAft>
                      </a:pPr>
                      <a:r>
                        <a:rPr lang="en-US" sz="2000" dirty="0">
                          <a:solidFill>
                            <a:srgbClr val="EE822F"/>
                          </a:solidFill>
                          <a:effectLst/>
                          <a:latin typeface="+mj-lt"/>
                        </a:rPr>
                        <a:t> sum</a:t>
                      </a:r>
                      <a:r>
                        <a:rPr lang="en-US" sz="2000" dirty="0">
                          <a:effectLst/>
                          <a:latin typeface="+mj-lt"/>
                        </a:rPr>
                        <a:t>()</a:t>
                      </a:r>
                      <a:endParaRPr lang="en-US" sz="2000" dirty="0">
                        <a:effectLst/>
                        <a:latin typeface="+mj-lt"/>
                        <a:ea typeface="+mn-ea"/>
                        <a:cs typeface="Times New Roman" panose="02020603050405020304" pitchFamily="18" charset="0"/>
                      </a:endParaRPr>
                    </a:p>
                  </a:txBody>
                  <a:tcPr marL="9525" marR="9525" marT="9525" marB="9525" anchor="ctr">
                    <a:lnL>
                      <a:noFill/>
                    </a:lnL>
                    <a:lnR>
                      <a:noFill/>
                    </a:lnR>
                    <a:lnT w="12700" cap="flat" cmpd="sng" algn="ctr">
                      <a:solidFill>
                        <a:sysClr val="windowText" lastClr="000000"/>
                      </a:solidFill>
                      <a:prstDash val="dash"/>
                      <a:round/>
                      <a:headEnd type="none" w="med" len="med"/>
                      <a:tailEnd type="none" w="med" len="med"/>
                    </a:lnT>
                    <a:lnB w="12700" cap="flat" cmpd="sng" algn="ctr">
                      <a:solidFill>
                        <a:sysClr val="windowText" lastClr="000000"/>
                      </a:solidFill>
                      <a:prstDash val="dash"/>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ea typeface="微软雅黑"/>
                        </a:defRPr>
                      </a:lvl1pPr>
                      <a:lvl2pPr marL="457200" algn="l" defTabSz="914400" rtl="0" eaLnBrk="1" latinLnBrk="0" hangingPunct="1">
                        <a:defRPr sz="1800" kern="1200">
                          <a:solidFill>
                            <a:schemeClr val="dk1"/>
                          </a:solidFill>
                          <a:latin typeface="Calibri" panose="020F0502020204030204"/>
                          <a:ea typeface="微软雅黑"/>
                        </a:defRPr>
                      </a:lvl2pPr>
                      <a:lvl3pPr marL="914400" algn="l" defTabSz="914400" rtl="0" eaLnBrk="1" latinLnBrk="0" hangingPunct="1">
                        <a:defRPr sz="1800" kern="1200">
                          <a:solidFill>
                            <a:schemeClr val="dk1"/>
                          </a:solidFill>
                          <a:latin typeface="Calibri" panose="020F0502020204030204"/>
                          <a:ea typeface="微软雅黑"/>
                        </a:defRPr>
                      </a:lvl3pPr>
                      <a:lvl4pPr marL="1371600" algn="l" defTabSz="914400" rtl="0" eaLnBrk="1" latinLnBrk="0" hangingPunct="1">
                        <a:defRPr sz="1800" kern="1200">
                          <a:solidFill>
                            <a:schemeClr val="dk1"/>
                          </a:solidFill>
                          <a:latin typeface="Calibri" panose="020F0502020204030204"/>
                          <a:ea typeface="微软雅黑"/>
                        </a:defRPr>
                      </a:lvl4pPr>
                      <a:lvl5pPr marL="1828800" algn="l" defTabSz="914400" rtl="0" eaLnBrk="1" latinLnBrk="0" hangingPunct="1">
                        <a:defRPr sz="1800" kern="1200">
                          <a:solidFill>
                            <a:schemeClr val="dk1"/>
                          </a:solidFill>
                          <a:latin typeface="Calibri" panose="020F0502020204030204"/>
                          <a:ea typeface="微软雅黑"/>
                        </a:defRPr>
                      </a:lvl5pPr>
                      <a:lvl6pPr marL="2286000" algn="l" defTabSz="914400" rtl="0" eaLnBrk="1" latinLnBrk="0" hangingPunct="1">
                        <a:defRPr sz="1800" kern="1200">
                          <a:solidFill>
                            <a:schemeClr val="dk1"/>
                          </a:solidFill>
                          <a:latin typeface="Calibri" panose="020F0502020204030204"/>
                          <a:ea typeface="微软雅黑"/>
                        </a:defRPr>
                      </a:lvl6pPr>
                      <a:lvl7pPr marL="2743200" algn="l" defTabSz="914400" rtl="0" eaLnBrk="1" latinLnBrk="0" hangingPunct="1">
                        <a:defRPr sz="1800" kern="1200">
                          <a:solidFill>
                            <a:schemeClr val="dk1"/>
                          </a:solidFill>
                          <a:latin typeface="Calibri" panose="020F0502020204030204"/>
                          <a:ea typeface="微软雅黑"/>
                        </a:defRPr>
                      </a:lvl7pPr>
                      <a:lvl8pPr marL="3200400" algn="l" defTabSz="914400" rtl="0" eaLnBrk="1" latinLnBrk="0" hangingPunct="1">
                        <a:defRPr sz="1800" kern="1200">
                          <a:solidFill>
                            <a:schemeClr val="dk1"/>
                          </a:solidFill>
                          <a:latin typeface="Calibri" panose="020F0502020204030204"/>
                          <a:ea typeface="微软雅黑"/>
                        </a:defRPr>
                      </a:lvl8pPr>
                      <a:lvl9pPr marL="3657600" algn="l" defTabSz="914400" rtl="0" eaLnBrk="1" latinLnBrk="0" hangingPunct="1">
                        <a:defRPr sz="1800" kern="1200">
                          <a:solidFill>
                            <a:schemeClr val="dk1"/>
                          </a:solidFill>
                          <a:latin typeface="Calibri" panose="020F0502020204030204"/>
                          <a:ea typeface="微软雅黑"/>
                        </a:defRPr>
                      </a:lvl9pPr>
                    </a:lstStyle>
                    <a:p>
                      <a:pPr marL="36195" indent="0" algn="l">
                        <a:lnSpc>
                          <a:spcPct val="100000"/>
                        </a:lnSpc>
                        <a:spcAft>
                          <a:spcPts val="0"/>
                        </a:spcAft>
                      </a:pPr>
                      <a:r>
                        <a:rPr lang="zh-CN" altLang="en-US" sz="2000" dirty="0">
                          <a:effectLst/>
                          <a:latin typeface="+mj-lt"/>
                        </a:rPr>
                        <a:t>求和</a:t>
                      </a:r>
                      <a:endParaRPr lang="zh-CN" altLang="en-US" sz="2000" dirty="0">
                        <a:effectLst/>
                        <a:latin typeface="+mj-lt"/>
                        <a:ea typeface="+mn-ea"/>
                        <a:cs typeface="Times New Roman" panose="02020603050405020304" pitchFamily="18" charset="0"/>
                      </a:endParaRPr>
                    </a:p>
                  </a:txBody>
                  <a:tcPr marL="9525" marR="9525" marT="9525" marB="9525" anchor="ctr">
                    <a:lnL>
                      <a:noFill/>
                    </a:lnL>
                    <a:lnR>
                      <a:noFill/>
                    </a:lnR>
                    <a:lnT w="12700" cap="flat" cmpd="sng" algn="ctr">
                      <a:solidFill>
                        <a:sysClr val="windowText" lastClr="000000"/>
                      </a:solidFill>
                      <a:prstDash val="dash"/>
                      <a:round/>
                      <a:headEnd type="none" w="med" len="med"/>
                      <a:tailEnd type="none" w="med" len="med"/>
                    </a:lnT>
                    <a:lnB w="12700" cap="flat" cmpd="sng" algn="ctr">
                      <a:solidFill>
                        <a:sysClr val="windowText" lastClr="000000"/>
                      </a:solidFill>
                      <a:prstDash val="dash"/>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ea typeface="微软雅黑"/>
                        </a:defRPr>
                      </a:lvl1pPr>
                      <a:lvl2pPr marL="457200" algn="l" defTabSz="914400" rtl="0" eaLnBrk="1" latinLnBrk="0" hangingPunct="1">
                        <a:defRPr sz="1800" kern="1200">
                          <a:solidFill>
                            <a:schemeClr val="dk1"/>
                          </a:solidFill>
                          <a:latin typeface="Calibri" panose="020F0502020204030204"/>
                          <a:ea typeface="微软雅黑"/>
                        </a:defRPr>
                      </a:lvl2pPr>
                      <a:lvl3pPr marL="914400" algn="l" defTabSz="914400" rtl="0" eaLnBrk="1" latinLnBrk="0" hangingPunct="1">
                        <a:defRPr sz="1800" kern="1200">
                          <a:solidFill>
                            <a:schemeClr val="dk1"/>
                          </a:solidFill>
                          <a:latin typeface="Calibri" panose="020F0502020204030204"/>
                          <a:ea typeface="微软雅黑"/>
                        </a:defRPr>
                      </a:lvl3pPr>
                      <a:lvl4pPr marL="1371600" algn="l" defTabSz="914400" rtl="0" eaLnBrk="1" latinLnBrk="0" hangingPunct="1">
                        <a:defRPr sz="1800" kern="1200">
                          <a:solidFill>
                            <a:schemeClr val="dk1"/>
                          </a:solidFill>
                          <a:latin typeface="Calibri" panose="020F0502020204030204"/>
                          <a:ea typeface="微软雅黑"/>
                        </a:defRPr>
                      </a:lvl4pPr>
                      <a:lvl5pPr marL="1828800" algn="l" defTabSz="914400" rtl="0" eaLnBrk="1" latinLnBrk="0" hangingPunct="1">
                        <a:defRPr sz="1800" kern="1200">
                          <a:solidFill>
                            <a:schemeClr val="dk1"/>
                          </a:solidFill>
                          <a:latin typeface="Calibri" panose="020F0502020204030204"/>
                          <a:ea typeface="微软雅黑"/>
                        </a:defRPr>
                      </a:lvl5pPr>
                      <a:lvl6pPr marL="2286000" algn="l" defTabSz="914400" rtl="0" eaLnBrk="1" latinLnBrk="0" hangingPunct="1">
                        <a:defRPr sz="1800" kern="1200">
                          <a:solidFill>
                            <a:schemeClr val="dk1"/>
                          </a:solidFill>
                          <a:latin typeface="Calibri" panose="020F0502020204030204"/>
                          <a:ea typeface="微软雅黑"/>
                        </a:defRPr>
                      </a:lvl6pPr>
                      <a:lvl7pPr marL="2743200" algn="l" defTabSz="914400" rtl="0" eaLnBrk="1" latinLnBrk="0" hangingPunct="1">
                        <a:defRPr sz="1800" kern="1200">
                          <a:solidFill>
                            <a:schemeClr val="dk1"/>
                          </a:solidFill>
                          <a:latin typeface="Calibri" panose="020F0502020204030204"/>
                          <a:ea typeface="微软雅黑"/>
                        </a:defRPr>
                      </a:lvl7pPr>
                      <a:lvl8pPr marL="3200400" algn="l" defTabSz="914400" rtl="0" eaLnBrk="1" latinLnBrk="0" hangingPunct="1">
                        <a:defRPr sz="1800" kern="1200">
                          <a:solidFill>
                            <a:schemeClr val="dk1"/>
                          </a:solidFill>
                          <a:latin typeface="Calibri" panose="020F0502020204030204"/>
                          <a:ea typeface="微软雅黑"/>
                        </a:defRPr>
                      </a:lvl8pPr>
                      <a:lvl9pPr marL="3657600" algn="l" defTabSz="914400" rtl="0" eaLnBrk="1" latinLnBrk="0" hangingPunct="1">
                        <a:defRPr sz="1800" kern="1200">
                          <a:solidFill>
                            <a:schemeClr val="dk1"/>
                          </a:solidFill>
                          <a:latin typeface="Calibri" panose="020F0502020204030204"/>
                          <a:ea typeface="微软雅黑"/>
                        </a:defRPr>
                      </a:lvl9pPr>
                    </a:lstStyle>
                    <a:p>
                      <a:pPr marL="36195" indent="0" algn="l">
                        <a:lnSpc>
                          <a:spcPct val="100000"/>
                        </a:lnSpc>
                        <a:spcAft>
                          <a:spcPts val="0"/>
                        </a:spcAft>
                      </a:pPr>
                      <a:r>
                        <a:rPr lang="en-US" sz="2000">
                          <a:effectLst/>
                          <a:latin typeface="+mj-lt"/>
                        </a:rPr>
                        <a:t>var()</a:t>
                      </a:r>
                      <a:endParaRPr lang="en-US" sz="2000">
                        <a:effectLst/>
                        <a:latin typeface="+mj-lt"/>
                        <a:ea typeface="+mn-ea"/>
                        <a:cs typeface="Times New Roman" panose="02020603050405020304" pitchFamily="18" charset="0"/>
                      </a:endParaRPr>
                    </a:p>
                  </a:txBody>
                  <a:tcPr marL="9525" marR="9525" marT="9525" marB="9525" anchor="ctr">
                    <a:lnL>
                      <a:noFill/>
                    </a:lnL>
                    <a:lnR>
                      <a:noFill/>
                    </a:lnR>
                    <a:lnT w="12700" cap="flat" cmpd="sng" algn="ctr">
                      <a:solidFill>
                        <a:sysClr val="windowText" lastClr="000000"/>
                      </a:solidFill>
                      <a:prstDash val="dash"/>
                      <a:round/>
                      <a:headEnd type="none" w="med" len="med"/>
                      <a:tailEnd type="none" w="med" len="med"/>
                    </a:lnT>
                    <a:lnB w="12700" cap="flat" cmpd="sng" algn="ctr">
                      <a:solidFill>
                        <a:sysClr val="windowText" lastClr="000000"/>
                      </a:solidFill>
                      <a:prstDash val="dash"/>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ea typeface="微软雅黑"/>
                        </a:defRPr>
                      </a:lvl1pPr>
                      <a:lvl2pPr marL="457200" algn="l" defTabSz="914400" rtl="0" eaLnBrk="1" latinLnBrk="0" hangingPunct="1">
                        <a:defRPr sz="1800" kern="1200">
                          <a:solidFill>
                            <a:schemeClr val="dk1"/>
                          </a:solidFill>
                          <a:latin typeface="Calibri" panose="020F0502020204030204"/>
                          <a:ea typeface="微软雅黑"/>
                        </a:defRPr>
                      </a:lvl2pPr>
                      <a:lvl3pPr marL="914400" algn="l" defTabSz="914400" rtl="0" eaLnBrk="1" latinLnBrk="0" hangingPunct="1">
                        <a:defRPr sz="1800" kern="1200">
                          <a:solidFill>
                            <a:schemeClr val="dk1"/>
                          </a:solidFill>
                          <a:latin typeface="Calibri" panose="020F0502020204030204"/>
                          <a:ea typeface="微软雅黑"/>
                        </a:defRPr>
                      </a:lvl3pPr>
                      <a:lvl4pPr marL="1371600" algn="l" defTabSz="914400" rtl="0" eaLnBrk="1" latinLnBrk="0" hangingPunct="1">
                        <a:defRPr sz="1800" kern="1200">
                          <a:solidFill>
                            <a:schemeClr val="dk1"/>
                          </a:solidFill>
                          <a:latin typeface="Calibri" panose="020F0502020204030204"/>
                          <a:ea typeface="微软雅黑"/>
                        </a:defRPr>
                      </a:lvl4pPr>
                      <a:lvl5pPr marL="1828800" algn="l" defTabSz="914400" rtl="0" eaLnBrk="1" latinLnBrk="0" hangingPunct="1">
                        <a:defRPr sz="1800" kern="1200">
                          <a:solidFill>
                            <a:schemeClr val="dk1"/>
                          </a:solidFill>
                          <a:latin typeface="Calibri" panose="020F0502020204030204"/>
                          <a:ea typeface="微软雅黑"/>
                        </a:defRPr>
                      </a:lvl5pPr>
                      <a:lvl6pPr marL="2286000" algn="l" defTabSz="914400" rtl="0" eaLnBrk="1" latinLnBrk="0" hangingPunct="1">
                        <a:defRPr sz="1800" kern="1200">
                          <a:solidFill>
                            <a:schemeClr val="dk1"/>
                          </a:solidFill>
                          <a:latin typeface="Calibri" panose="020F0502020204030204"/>
                          <a:ea typeface="微软雅黑"/>
                        </a:defRPr>
                      </a:lvl6pPr>
                      <a:lvl7pPr marL="2743200" algn="l" defTabSz="914400" rtl="0" eaLnBrk="1" latinLnBrk="0" hangingPunct="1">
                        <a:defRPr sz="1800" kern="1200">
                          <a:solidFill>
                            <a:schemeClr val="dk1"/>
                          </a:solidFill>
                          <a:latin typeface="Calibri" panose="020F0502020204030204"/>
                          <a:ea typeface="微软雅黑"/>
                        </a:defRPr>
                      </a:lvl7pPr>
                      <a:lvl8pPr marL="3200400" algn="l" defTabSz="914400" rtl="0" eaLnBrk="1" latinLnBrk="0" hangingPunct="1">
                        <a:defRPr sz="1800" kern="1200">
                          <a:solidFill>
                            <a:schemeClr val="dk1"/>
                          </a:solidFill>
                          <a:latin typeface="Calibri" panose="020F0502020204030204"/>
                          <a:ea typeface="微软雅黑"/>
                        </a:defRPr>
                      </a:lvl8pPr>
                      <a:lvl9pPr marL="3657600" algn="l" defTabSz="914400" rtl="0" eaLnBrk="1" latinLnBrk="0" hangingPunct="1">
                        <a:defRPr sz="1800" kern="1200">
                          <a:solidFill>
                            <a:schemeClr val="dk1"/>
                          </a:solidFill>
                          <a:latin typeface="Calibri" panose="020F0502020204030204"/>
                          <a:ea typeface="微软雅黑"/>
                        </a:defRPr>
                      </a:lvl9pPr>
                    </a:lstStyle>
                    <a:p>
                      <a:pPr marL="36195" indent="0" algn="l">
                        <a:lnSpc>
                          <a:spcPct val="100000"/>
                        </a:lnSpc>
                        <a:spcAft>
                          <a:spcPts val="0"/>
                        </a:spcAft>
                      </a:pPr>
                      <a:r>
                        <a:rPr lang="zh-CN" altLang="en-US" sz="2000" dirty="0">
                          <a:effectLst/>
                          <a:latin typeface="+mj-lt"/>
                        </a:rPr>
                        <a:t>方差</a:t>
                      </a:r>
                      <a:endParaRPr lang="zh-CN" altLang="en-US" sz="2000" dirty="0">
                        <a:effectLst/>
                        <a:latin typeface="+mj-lt"/>
                        <a:ea typeface="+mn-ea"/>
                        <a:cs typeface="Times New Roman" panose="02020603050405020304" pitchFamily="18" charset="0"/>
                      </a:endParaRPr>
                    </a:p>
                  </a:txBody>
                  <a:tcPr marL="9525" marR="9525" marT="9525" marB="9525" anchor="ctr">
                    <a:lnL>
                      <a:noFill/>
                    </a:lnL>
                    <a:lnR>
                      <a:noFill/>
                    </a:lnR>
                    <a:lnT w="12700" cap="flat" cmpd="sng" algn="ctr">
                      <a:solidFill>
                        <a:sysClr val="windowText" lastClr="000000"/>
                      </a:solidFill>
                      <a:prstDash val="dash"/>
                      <a:round/>
                      <a:headEnd type="none" w="med" len="med"/>
                      <a:tailEnd type="none" w="med" len="med"/>
                    </a:lnT>
                    <a:lnB w="12700" cap="flat" cmpd="sng" algn="ctr">
                      <a:solidFill>
                        <a:sysClr val="windowText" lastClr="000000"/>
                      </a:solidFill>
                      <a:prstDash val="dash"/>
                      <a:round/>
                      <a:headEnd type="none" w="med" len="med"/>
                      <a:tailEnd type="none" w="med" len="med"/>
                    </a:lnB>
                    <a:lnTlToBr w="12700" cmpd="sng">
                      <a:noFill/>
                      <a:prstDash val="solid"/>
                    </a:lnTlToBr>
                    <a:lnBlToTr w="12700" cmpd="sng">
                      <a:noFill/>
                      <a:prstDash val="solid"/>
                    </a:lnBlToTr>
                    <a:solidFill>
                      <a:sysClr val="window" lastClr="FFFFFF"/>
                    </a:solidFill>
                  </a:tcPr>
                </a:tc>
              </a:tr>
              <a:tr h="444876">
                <a:tc>
                  <a:txBody>
                    <a:bodyPr/>
                    <a:lstStyle>
                      <a:lvl1pPr marL="0" algn="l" defTabSz="914400" rtl="0" eaLnBrk="1" latinLnBrk="0" hangingPunct="1">
                        <a:defRPr sz="1800" kern="1200">
                          <a:solidFill>
                            <a:schemeClr val="dk1"/>
                          </a:solidFill>
                          <a:latin typeface="Calibri" panose="020F0502020204030204"/>
                          <a:ea typeface="微软雅黑"/>
                        </a:defRPr>
                      </a:lvl1pPr>
                      <a:lvl2pPr marL="457200" algn="l" defTabSz="914400" rtl="0" eaLnBrk="1" latinLnBrk="0" hangingPunct="1">
                        <a:defRPr sz="1800" kern="1200">
                          <a:solidFill>
                            <a:schemeClr val="dk1"/>
                          </a:solidFill>
                          <a:latin typeface="Calibri" panose="020F0502020204030204"/>
                          <a:ea typeface="微软雅黑"/>
                        </a:defRPr>
                      </a:lvl2pPr>
                      <a:lvl3pPr marL="914400" algn="l" defTabSz="914400" rtl="0" eaLnBrk="1" latinLnBrk="0" hangingPunct="1">
                        <a:defRPr sz="1800" kern="1200">
                          <a:solidFill>
                            <a:schemeClr val="dk1"/>
                          </a:solidFill>
                          <a:latin typeface="Calibri" panose="020F0502020204030204"/>
                          <a:ea typeface="微软雅黑"/>
                        </a:defRPr>
                      </a:lvl3pPr>
                      <a:lvl4pPr marL="1371600" algn="l" defTabSz="914400" rtl="0" eaLnBrk="1" latinLnBrk="0" hangingPunct="1">
                        <a:defRPr sz="1800" kern="1200">
                          <a:solidFill>
                            <a:schemeClr val="dk1"/>
                          </a:solidFill>
                          <a:latin typeface="Calibri" panose="020F0502020204030204"/>
                          <a:ea typeface="微软雅黑"/>
                        </a:defRPr>
                      </a:lvl4pPr>
                      <a:lvl5pPr marL="1828800" algn="l" defTabSz="914400" rtl="0" eaLnBrk="1" latinLnBrk="0" hangingPunct="1">
                        <a:defRPr sz="1800" kern="1200">
                          <a:solidFill>
                            <a:schemeClr val="dk1"/>
                          </a:solidFill>
                          <a:latin typeface="Calibri" panose="020F0502020204030204"/>
                          <a:ea typeface="微软雅黑"/>
                        </a:defRPr>
                      </a:lvl5pPr>
                      <a:lvl6pPr marL="2286000" algn="l" defTabSz="914400" rtl="0" eaLnBrk="1" latinLnBrk="0" hangingPunct="1">
                        <a:defRPr sz="1800" kern="1200">
                          <a:solidFill>
                            <a:schemeClr val="dk1"/>
                          </a:solidFill>
                          <a:latin typeface="Calibri" panose="020F0502020204030204"/>
                          <a:ea typeface="微软雅黑"/>
                        </a:defRPr>
                      </a:lvl6pPr>
                      <a:lvl7pPr marL="2743200" algn="l" defTabSz="914400" rtl="0" eaLnBrk="1" latinLnBrk="0" hangingPunct="1">
                        <a:defRPr sz="1800" kern="1200">
                          <a:solidFill>
                            <a:schemeClr val="dk1"/>
                          </a:solidFill>
                          <a:latin typeface="Calibri" panose="020F0502020204030204"/>
                          <a:ea typeface="微软雅黑"/>
                        </a:defRPr>
                      </a:lvl7pPr>
                      <a:lvl8pPr marL="3200400" algn="l" defTabSz="914400" rtl="0" eaLnBrk="1" latinLnBrk="0" hangingPunct="1">
                        <a:defRPr sz="1800" kern="1200">
                          <a:solidFill>
                            <a:schemeClr val="dk1"/>
                          </a:solidFill>
                          <a:latin typeface="Calibri" panose="020F0502020204030204"/>
                          <a:ea typeface="微软雅黑"/>
                        </a:defRPr>
                      </a:lvl8pPr>
                      <a:lvl9pPr marL="3657600" algn="l" defTabSz="914400" rtl="0" eaLnBrk="1" latinLnBrk="0" hangingPunct="1">
                        <a:defRPr sz="1800" kern="1200">
                          <a:solidFill>
                            <a:schemeClr val="dk1"/>
                          </a:solidFill>
                          <a:latin typeface="Calibri" panose="020F0502020204030204"/>
                          <a:ea typeface="微软雅黑"/>
                        </a:defRPr>
                      </a:lvl9pPr>
                    </a:lstStyle>
                    <a:p>
                      <a:pPr marL="36195" indent="0" algn="l">
                        <a:lnSpc>
                          <a:spcPct val="100000"/>
                        </a:lnSpc>
                        <a:spcAft>
                          <a:spcPts val="0"/>
                        </a:spcAft>
                      </a:pPr>
                      <a:r>
                        <a:rPr lang="en-US" sz="2000" dirty="0">
                          <a:solidFill>
                            <a:srgbClr val="EE822F"/>
                          </a:solidFill>
                          <a:effectLst/>
                          <a:latin typeface="+mj-lt"/>
                        </a:rPr>
                        <a:t> mean</a:t>
                      </a:r>
                      <a:r>
                        <a:rPr lang="en-US" sz="2000" dirty="0">
                          <a:effectLst/>
                          <a:latin typeface="+mj-lt"/>
                        </a:rPr>
                        <a:t>()</a:t>
                      </a:r>
                      <a:endParaRPr lang="en-US" sz="2000" dirty="0">
                        <a:effectLst/>
                        <a:latin typeface="+mj-lt"/>
                        <a:ea typeface="+mn-ea"/>
                        <a:cs typeface="Times New Roman" panose="02020603050405020304" pitchFamily="18" charset="0"/>
                      </a:endParaRPr>
                    </a:p>
                  </a:txBody>
                  <a:tcPr marL="9525" marR="9525" marT="9525" marB="9525" anchor="ctr">
                    <a:lnL>
                      <a:noFill/>
                    </a:lnL>
                    <a:lnR>
                      <a:noFill/>
                    </a:lnR>
                    <a:lnT w="12700" cap="flat" cmpd="sng" algn="ctr">
                      <a:solidFill>
                        <a:sysClr val="windowText" lastClr="000000"/>
                      </a:solidFill>
                      <a:prstDash val="dash"/>
                      <a:round/>
                      <a:headEnd type="none" w="med" len="med"/>
                      <a:tailEnd type="none" w="med" len="med"/>
                    </a:lnT>
                    <a:lnB w="12700" cap="flat" cmpd="sng" algn="ctr">
                      <a:solidFill>
                        <a:sysClr val="windowText" lastClr="000000"/>
                      </a:solidFill>
                      <a:prstDash val="dash"/>
                      <a:round/>
                      <a:headEnd type="none" w="med" len="med"/>
                      <a:tailEnd type="none" w="med" len="med"/>
                    </a:lnB>
                    <a:lnTlToBr w="12700" cmpd="sng">
                      <a:noFill/>
                      <a:prstDash val="solid"/>
                    </a:lnTlToBr>
                    <a:lnBlToTr w="12700" cmpd="sng">
                      <a:noFill/>
                      <a:prstDash val="solid"/>
                    </a:lnBlToTr>
                    <a:solidFill>
                      <a:sysClr val="windowText" lastClr="000000">
                        <a:tint val="20000"/>
                      </a:sysClr>
                    </a:solidFill>
                  </a:tcPr>
                </a:tc>
                <a:tc>
                  <a:txBody>
                    <a:bodyPr/>
                    <a:lstStyle>
                      <a:lvl1pPr marL="0" algn="l" defTabSz="914400" rtl="0" eaLnBrk="1" latinLnBrk="0" hangingPunct="1">
                        <a:defRPr sz="1800" kern="1200">
                          <a:solidFill>
                            <a:schemeClr val="dk1"/>
                          </a:solidFill>
                          <a:latin typeface="Calibri" panose="020F0502020204030204"/>
                          <a:ea typeface="微软雅黑"/>
                        </a:defRPr>
                      </a:lvl1pPr>
                      <a:lvl2pPr marL="457200" algn="l" defTabSz="914400" rtl="0" eaLnBrk="1" latinLnBrk="0" hangingPunct="1">
                        <a:defRPr sz="1800" kern="1200">
                          <a:solidFill>
                            <a:schemeClr val="dk1"/>
                          </a:solidFill>
                          <a:latin typeface="Calibri" panose="020F0502020204030204"/>
                          <a:ea typeface="微软雅黑"/>
                        </a:defRPr>
                      </a:lvl2pPr>
                      <a:lvl3pPr marL="914400" algn="l" defTabSz="914400" rtl="0" eaLnBrk="1" latinLnBrk="0" hangingPunct="1">
                        <a:defRPr sz="1800" kern="1200">
                          <a:solidFill>
                            <a:schemeClr val="dk1"/>
                          </a:solidFill>
                          <a:latin typeface="Calibri" panose="020F0502020204030204"/>
                          <a:ea typeface="微软雅黑"/>
                        </a:defRPr>
                      </a:lvl3pPr>
                      <a:lvl4pPr marL="1371600" algn="l" defTabSz="914400" rtl="0" eaLnBrk="1" latinLnBrk="0" hangingPunct="1">
                        <a:defRPr sz="1800" kern="1200">
                          <a:solidFill>
                            <a:schemeClr val="dk1"/>
                          </a:solidFill>
                          <a:latin typeface="Calibri" panose="020F0502020204030204"/>
                          <a:ea typeface="微软雅黑"/>
                        </a:defRPr>
                      </a:lvl4pPr>
                      <a:lvl5pPr marL="1828800" algn="l" defTabSz="914400" rtl="0" eaLnBrk="1" latinLnBrk="0" hangingPunct="1">
                        <a:defRPr sz="1800" kern="1200">
                          <a:solidFill>
                            <a:schemeClr val="dk1"/>
                          </a:solidFill>
                          <a:latin typeface="Calibri" panose="020F0502020204030204"/>
                          <a:ea typeface="微软雅黑"/>
                        </a:defRPr>
                      </a:lvl5pPr>
                      <a:lvl6pPr marL="2286000" algn="l" defTabSz="914400" rtl="0" eaLnBrk="1" latinLnBrk="0" hangingPunct="1">
                        <a:defRPr sz="1800" kern="1200">
                          <a:solidFill>
                            <a:schemeClr val="dk1"/>
                          </a:solidFill>
                          <a:latin typeface="Calibri" panose="020F0502020204030204"/>
                          <a:ea typeface="微软雅黑"/>
                        </a:defRPr>
                      </a:lvl6pPr>
                      <a:lvl7pPr marL="2743200" algn="l" defTabSz="914400" rtl="0" eaLnBrk="1" latinLnBrk="0" hangingPunct="1">
                        <a:defRPr sz="1800" kern="1200">
                          <a:solidFill>
                            <a:schemeClr val="dk1"/>
                          </a:solidFill>
                          <a:latin typeface="Calibri" panose="020F0502020204030204"/>
                          <a:ea typeface="微软雅黑"/>
                        </a:defRPr>
                      </a:lvl7pPr>
                      <a:lvl8pPr marL="3200400" algn="l" defTabSz="914400" rtl="0" eaLnBrk="1" latinLnBrk="0" hangingPunct="1">
                        <a:defRPr sz="1800" kern="1200">
                          <a:solidFill>
                            <a:schemeClr val="dk1"/>
                          </a:solidFill>
                          <a:latin typeface="Calibri" panose="020F0502020204030204"/>
                          <a:ea typeface="微软雅黑"/>
                        </a:defRPr>
                      </a:lvl8pPr>
                      <a:lvl9pPr marL="3657600" algn="l" defTabSz="914400" rtl="0" eaLnBrk="1" latinLnBrk="0" hangingPunct="1">
                        <a:defRPr sz="1800" kern="1200">
                          <a:solidFill>
                            <a:schemeClr val="dk1"/>
                          </a:solidFill>
                          <a:latin typeface="Calibri" panose="020F0502020204030204"/>
                          <a:ea typeface="微软雅黑"/>
                        </a:defRPr>
                      </a:lvl9pPr>
                    </a:lstStyle>
                    <a:p>
                      <a:pPr marL="36195" indent="0" algn="l">
                        <a:lnSpc>
                          <a:spcPct val="100000"/>
                        </a:lnSpc>
                        <a:spcAft>
                          <a:spcPts val="0"/>
                        </a:spcAft>
                      </a:pPr>
                      <a:r>
                        <a:rPr lang="zh-CN" altLang="en-US" sz="2000" dirty="0">
                          <a:effectLst/>
                          <a:latin typeface="+mj-lt"/>
                        </a:rPr>
                        <a:t>平均值</a:t>
                      </a:r>
                      <a:endParaRPr lang="zh-CN" altLang="en-US" sz="2000" dirty="0">
                        <a:effectLst/>
                        <a:latin typeface="+mj-lt"/>
                        <a:ea typeface="+mn-ea"/>
                        <a:cs typeface="Times New Roman" panose="02020603050405020304" pitchFamily="18" charset="0"/>
                      </a:endParaRPr>
                    </a:p>
                  </a:txBody>
                  <a:tcPr marL="9525" marR="9525" marT="9525" marB="9525" anchor="ctr">
                    <a:lnL>
                      <a:noFill/>
                    </a:lnL>
                    <a:lnR>
                      <a:noFill/>
                    </a:lnR>
                    <a:lnT w="12700" cap="flat" cmpd="sng" algn="ctr">
                      <a:solidFill>
                        <a:sysClr val="windowText" lastClr="000000"/>
                      </a:solidFill>
                      <a:prstDash val="dash"/>
                      <a:round/>
                      <a:headEnd type="none" w="med" len="med"/>
                      <a:tailEnd type="none" w="med" len="med"/>
                    </a:lnT>
                    <a:lnB w="12700" cap="flat" cmpd="sng" algn="ctr">
                      <a:solidFill>
                        <a:sysClr val="windowText" lastClr="000000"/>
                      </a:solidFill>
                      <a:prstDash val="dash"/>
                      <a:round/>
                      <a:headEnd type="none" w="med" len="med"/>
                      <a:tailEnd type="none" w="med" len="med"/>
                    </a:lnB>
                    <a:lnTlToBr w="12700" cmpd="sng">
                      <a:noFill/>
                      <a:prstDash val="solid"/>
                    </a:lnTlToBr>
                    <a:lnBlToTr w="12700" cmpd="sng">
                      <a:noFill/>
                      <a:prstDash val="solid"/>
                    </a:lnBlToTr>
                    <a:solidFill>
                      <a:sysClr val="windowText" lastClr="000000">
                        <a:tint val="20000"/>
                      </a:sysClr>
                    </a:solidFill>
                  </a:tcPr>
                </a:tc>
                <a:tc>
                  <a:txBody>
                    <a:bodyPr/>
                    <a:lstStyle>
                      <a:lvl1pPr marL="0" algn="l" defTabSz="914400" rtl="0" eaLnBrk="1" latinLnBrk="0" hangingPunct="1">
                        <a:defRPr sz="1800" kern="1200">
                          <a:solidFill>
                            <a:schemeClr val="dk1"/>
                          </a:solidFill>
                          <a:latin typeface="Calibri" panose="020F0502020204030204"/>
                          <a:ea typeface="微软雅黑"/>
                        </a:defRPr>
                      </a:lvl1pPr>
                      <a:lvl2pPr marL="457200" algn="l" defTabSz="914400" rtl="0" eaLnBrk="1" latinLnBrk="0" hangingPunct="1">
                        <a:defRPr sz="1800" kern="1200">
                          <a:solidFill>
                            <a:schemeClr val="dk1"/>
                          </a:solidFill>
                          <a:latin typeface="Calibri" panose="020F0502020204030204"/>
                          <a:ea typeface="微软雅黑"/>
                        </a:defRPr>
                      </a:lvl2pPr>
                      <a:lvl3pPr marL="914400" algn="l" defTabSz="914400" rtl="0" eaLnBrk="1" latinLnBrk="0" hangingPunct="1">
                        <a:defRPr sz="1800" kern="1200">
                          <a:solidFill>
                            <a:schemeClr val="dk1"/>
                          </a:solidFill>
                          <a:latin typeface="Calibri" panose="020F0502020204030204"/>
                          <a:ea typeface="微软雅黑"/>
                        </a:defRPr>
                      </a:lvl3pPr>
                      <a:lvl4pPr marL="1371600" algn="l" defTabSz="914400" rtl="0" eaLnBrk="1" latinLnBrk="0" hangingPunct="1">
                        <a:defRPr sz="1800" kern="1200">
                          <a:solidFill>
                            <a:schemeClr val="dk1"/>
                          </a:solidFill>
                          <a:latin typeface="Calibri" panose="020F0502020204030204"/>
                          <a:ea typeface="微软雅黑"/>
                        </a:defRPr>
                      </a:lvl4pPr>
                      <a:lvl5pPr marL="1828800" algn="l" defTabSz="914400" rtl="0" eaLnBrk="1" latinLnBrk="0" hangingPunct="1">
                        <a:defRPr sz="1800" kern="1200">
                          <a:solidFill>
                            <a:schemeClr val="dk1"/>
                          </a:solidFill>
                          <a:latin typeface="Calibri" panose="020F0502020204030204"/>
                          <a:ea typeface="微软雅黑"/>
                        </a:defRPr>
                      </a:lvl5pPr>
                      <a:lvl6pPr marL="2286000" algn="l" defTabSz="914400" rtl="0" eaLnBrk="1" latinLnBrk="0" hangingPunct="1">
                        <a:defRPr sz="1800" kern="1200">
                          <a:solidFill>
                            <a:schemeClr val="dk1"/>
                          </a:solidFill>
                          <a:latin typeface="Calibri" panose="020F0502020204030204"/>
                          <a:ea typeface="微软雅黑"/>
                        </a:defRPr>
                      </a:lvl6pPr>
                      <a:lvl7pPr marL="2743200" algn="l" defTabSz="914400" rtl="0" eaLnBrk="1" latinLnBrk="0" hangingPunct="1">
                        <a:defRPr sz="1800" kern="1200">
                          <a:solidFill>
                            <a:schemeClr val="dk1"/>
                          </a:solidFill>
                          <a:latin typeface="Calibri" panose="020F0502020204030204"/>
                          <a:ea typeface="微软雅黑"/>
                        </a:defRPr>
                      </a:lvl7pPr>
                      <a:lvl8pPr marL="3200400" algn="l" defTabSz="914400" rtl="0" eaLnBrk="1" latinLnBrk="0" hangingPunct="1">
                        <a:defRPr sz="1800" kern="1200">
                          <a:solidFill>
                            <a:schemeClr val="dk1"/>
                          </a:solidFill>
                          <a:latin typeface="Calibri" panose="020F0502020204030204"/>
                          <a:ea typeface="微软雅黑"/>
                        </a:defRPr>
                      </a:lvl8pPr>
                      <a:lvl9pPr marL="3657600" algn="l" defTabSz="914400" rtl="0" eaLnBrk="1" latinLnBrk="0" hangingPunct="1">
                        <a:defRPr sz="1800" kern="1200">
                          <a:solidFill>
                            <a:schemeClr val="dk1"/>
                          </a:solidFill>
                          <a:latin typeface="Calibri" panose="020F0502020204030204"/>
                          <a:ea typeface="微软雅黑"/>
                        </a:defRPr>
                      </a:lvl9pPr>
                    </a:lstStyle>
                    <a:p>
                      <a:pPr marL="36195" indent="0" algn="l">
                        <a:lnSpc>
                          <a:spcPct val="100000"/>
                        </a:lnSpc>
                        <a:spcAft>
                          <a:spcPts val="0"/>
                        </a:spcAft>
                      </a:pPr>
                      <a:r>
                        <a:rPr lang="en-US" sz="2000">
                          <a:effectLst/>
                          <a:latin typeface="+mj-lt"/>
                        </a:rPr>
                        <a:t>sem()</a:t>
                      </a:r>
                      <a:endParaRPr lang="en-US" sz="2000">
                        <a:effectLst/>
                        <a:latin typeface="+mj-lt"/>
                        <a:ea typeface="+mn-ea"/>
                        <a:cs typeface="Times New Roman" panose="02020603050405020304" pitchFamily="18" charset="0"/>
                      </a:endParaRPr>
                    </a:p>
                  </a:txBody>
                  <a:tcPr marL="9525" marR="9525" marT="9525" marB="9525" anchor="ctr">
                    <a:lnL>
                      <a:noFill/>
                    </a:lnL>
                    <a:lnR>
                      <a:noFill/>
                    </a:lnR>
                    <a:lnT w="12700" cap="flat" cmpd="sng" algn="ctr">
                      <a:solidFill>
                        <a:sysClr val="windowText" lastClr="000000"/>
                      </a:solidFill>
                      <a:prstDash val="dash"/>
                      <a:round/>
                      <a:headEnd type="none" w="med" len="med"/>
                      <a:tailEnd type="none" w="med" len="med"/>
                    </a:lnT>
                    <a:lnB w="12700" cap="flat" cmpd="sng" algn="ctr">
                      <a:solidFill>
                        <a:sysClr val="windowText" lastClr="000000"/>
                      </a:solidFill>
                      <a:prstDash val="dash"/>
                      <a:round/>
                      <a:headEnd type="none" w="med" len="med"/>
                      <a:tailEnd type="none" w="med" len="med"/>
                    </a:lnB>
                    <a:lnTlToBr w="12700" cmpd="sng">
                      <a:noFill/>
                      <a:prstDash val="solid"/>
                    </a:lnTlToBr>
                    <a:lnBlToTr w="12700" cmpd="sng">
                      <a:noFill/>
                      <a:prstDash val="solid"/>
                    </a:lnBlToTr>
                    <a:solidFill>
                      <a:sysClr val="windowText" lastClr="000000">
                        <a:tint val="20000"/>
                      </a:sysClr>
                    </a:solidFill>
                  </a:tcPr>
                </a:tc>
                <a:tc>
                  <a:txBody>
                    <a:bodyPr/>
                    <a:lstStyle>
                      <a:lvl1pPr marL="0" algn="l" defTabSz="914400" rtl="0" eaLnBrk="1" latinLnBrk="0" hangingPunct="1">
                        <a:defRPr sz="1800" kern="1200">
                          <a:solidFill>
                            <a:schemeClr val="dk1"/>
                          </a:solidFill>
                          <a:latin typeface="Calibri" panose="020F0502020204030204"/>
                          <a:ea typeface="微软雅黑"/>
                        </a:defRPr>
                      </a:lvl1pPr>
                      <a:lvl2pPr marL="457200" algn="l" defTabSz="914400" rtl="0" eaLnBrk="1" latinLnBrk="0" hangingPunct="1">
                        <a:defRPr sz="1800" kern="1200">
                          <a:solidFill>
                            <a:schemeClr val="dk1"/>
                          </a:solidFill>
                          <a:latin typeface="Calibri" panose="020F0502020204030204"/>
                          <a:ea typeface="微软雅黑"/>
                        </a:defRPr>
                      </a:lvl2pPr>
                      <a:lvl3pPr marL="914400" algn="l" defTabSz="914400" rtl="0" eaLnBrk="1" latinLnBrk="0" hangingPunct="1">
                        <a:defRPr sz="1800" kern="1200">
                          <a:solidFill>
                            <a:schemeClr val="dk1"/>
                          </a:solidFill>
                          <a:latin typeface="Calibri" panose="020F0502020204030204"/>
                          <a:ea typeface="微软雅黑"/>
                        </a:defRPr>
                      </a:lvl3pPr>
                      <a:lvl4pPr marL="1371600" algn="l" defTabSz="914400" rtl="0" eaLnBrk="1" latinLnBrk="0" hangingPunct="1">
                        <a:defRPr sz="1800" kern="1200">
                          <a:solidFill>
                            <a:schemeClr val="dk1"/>
                          </a:solidFill>
                          <a:latin typeface="Calibri" panose="020F0502020204030204"/>
                          <a:ea typeface="微软雅黑"/>
                        </a:defRPr>
                      </a:lvl4pPr>
                      <a:lvl5pPr marL="1828800" algn="l" defTabSz="914400" rtl="0" eaLnBrk="1" latinLnBrk="0" hangingPunct="1">
                        <a:defRPr sz="1800" kern="1200">
                          <a:solidFill>
                            <a:schemeClr val="dk1"/>
                          </a:solidFill>
                          <a:latin typeface="Calibri" panose="020F0502020204030204"/>
                          <a:ea typeface="微软雅黑"/>
                        </a:defRPr>
                      </a:lvl5pPr>
                      <a:lvl6pPr marL="2286000" algn="l" defTabSz="914400" rtl="0" eaLnBrk="1" latinLnBrk="0" hangingPunct="1">
                        <a:defRPr sz="1800" kern="1200">
                          <a:solidFill>
                            <a:schemeClr val="dk1"/>
                          </a:solidFill>
                          <a:latin typeface="Calibri" panose="020F0502020204030204"/>
                          <a:ea typeface="微软雅黑"/>
                        </a:defRPr>
                      </a:lvl6pPr>
                      <a:lvl7pPr marL="2743200" algn="l" defTabSz="914400" rtl="0" eaLnBrk="1" latinLnBrk="0" hangingPunct="1">
                        <a:defRPr sz="1800" kern="1200">
                          <a:solidFill>
                            <a:schemeClr val="dk1"/>
                          </a:solidFill>
                          <a:latin typeface="Calibri" panose="020F0502020204030204"/>
                          <a:ea typeface="微软雅黑"/>
                        </a:defRPr>
                      </a:lvl7pPr>
                      <a:lvl8pPr marL="3200400" algn="l" defTabSz="914400" rtl="0" eaLnBrk="1" latinLnBrk="0" hangingPunct="1">
                        <a:defRPr sz="1800" kern="1200">
                          <a:solidFill>
                            <a:schemeClr val="dk1"/>
                          </a:solidFill>
                          <a:latin typeface="Calibri" panose="020F0502020204030204"/>
                          <a:ea typeface="微软雅黑"/>
                        </a:defRPr>
                      </a:lvl8pPr>
                      <a:lvl9pPr marL="3657600" algn="l" defTabSz="914400" rtl="0" eaLnBrk="1" latinLnBrk="0" hangingPunct="1">
                        <a:defRPr sz="1800" kern="1200">
                          <a:solidFill>
                            <a:schemeClr val="dk1"/>
                          </a:solidFill>
                          <a:latin typeface="Calibri" panose="020F0502020204030204"/>
                          <a:ea typeface="微软雅黑"/>
                        </a:defRPr>
                      </a:lvl9pPr>
                    </a:lstStyle>
                    <a:p>
                      <a:pPr marL="36195" indent="0" algn="l">
                        <a:lnSpc>
                          <a:spcPct val="100000"/>
                        </a:lnSpc>
                        <a:spcAft>
                          <a:spcPts val="0"/>
                        </a:spcAft>
                      </a:pPr>
                      <a:r>
                        <a:rPr lang="zh-CN" altLang="en-US" sz="2000" dirty="0">
                          <a:effectLst/>
                          <a:latin typeface="+mj-lt"/>
                        </a:rPr>
                        <a:t>标准误差</a:t>
                      </a:r>
                      <a:endParaRPr lang="zh-CN" altLang="en-US" sz="2000" dirty="0">
                        <a:effectLst/>
                        <a:latin typeface="+mj-lt"/>
                        <a:ea typeface="+mn-ea"/>
                        <a:cs typeface="Times New Roman" panose="02020603050405020304" pitchFamily="18" charset="0"/>
                      </a:endParaRPr>
                    </a:p>
                  </a:txBody>
                  <a:tcPr marL="9525" marR="9525" marT="9525" marB="9525" anchor="ctr">
                    <a:lnL>
                      <a:noFill/>
                    </a:lnL>
                    <a:lnR>
                      <a:noFill/>
                    </a:lnR>
                    <a:lnT w="12700" cap="flat" cmpd="sng" algn="ctr">
                      <a:solidFill>
                        <a:sysClr val="windowText" lastClr="000000"/>
                      </a:solidFill>
                      <a:prstDash val="dash"/>
                      <a:round/>
                      <a:headEnd type="none" w="med" len="med"/>
                      <a:tailEnd type="none" w="med" len="med"/>
                    </a:lnT>
                    <a:lnB w="12700" cap="flat" cmpd="sng" algn="ctr">
                      <a:solidFill>
                        <a:sysClr val="windowText" lastClr="000000"/>
                      </a:solidFill>
                      <a:prstDash val="dash"/>
                      <a:round/>
                      <a:headEnd type="none" w="med" len="med"/>
                      <a:tailEnd type="none" w="med" len="med"/>
                    </a:lnB>
                    <a:lnTlToBr w="12700" cmpd="sng">
                      <a:noFill/>
                      <a:prstDash val="solid"/>
                    </a:lnTlToBr>
                    <a:lnBlToTr w="12700" cmpd="sng">
                      <a:noFill/>
                      <a:prstDash val="solid"/>
                    </a:lnBlToTr>
                    <a:solidFill>
                      <a:sysClr val="windowText" lastClr="000000">
                        <a:tint val="20000"/>
                      </a:sysClr>
                    </a:solidFill>
                  </a:tcPr>
                </a:tc>
              </a:tr>
              <a:tr h="444876">
                <a:tc>
                  <a:txBody>
                    <a:bodyPr/>
                    <a:lstStyle>
                      <a:lvl1pPr marL="0" algn="l" defTabSz="914400" rtl="0" eaLnBrk="1" latinLnBrk="0" hangingPunct="1">
                        <a:defRPr sz="1800" kern="1200">
                          <a:solidFill>
                            <a:schemeClr val="dk1"/>
                          </a:solidFill>
                          <a:latin typeface="Calibri" panose="020F0502020204030204"/>
                          <a:ea typeface="微软雅黑"/>
                        </a:defRPr>
                      </a:lvl1pPr>
                      <a:lvl2pPr marL="457200" algn="l" defTabSz="914400" rtl="0" eaLnBrk="1" latinLnBrk="0" hangingPunct="1">
                        <a:defRPr sz="1800" kern="1200">
                          <a:solidFill>
                            <a:schemeClr val="dk1"/>
                          </a:solidFill>
                          <a:latin typeface="Calibri" panose="020F0502020204030204"/>
                          <a:ea typeface="微软雅黑"/>
                        </a:defRPr>
                      </a:lvl2pPr>
                      <a:lvl3pPr marL="914400" algn="l" defTabSz="914400" rtl="0" eaLnBrk="1" latinLnBrk="0" hangingPunct="1">
                        <a:defRPr sz="1800" kern="1200">
                          <a:solidFill>
                            <a:schemeClr val="dk1"/>
                          </a:solidFill>
                          <a:latin typeface="Calibri" panose="020F0502020204030204"/>
                          <a:ea typeface="微软雅黑"/>
                        </a:defRPr>
                      </a:lvl3pPr>
                      <a:lvl4pPr marL="1371600" algn="l" defTabSz="914400" rtl="0" eaLnBrk="1" latinLnBrk="0" hangingPunct="1">
                        <a:defRPr sz="1800" kern="1200">
                          <a:solidFill>
                            <a:schemeClr val="dk1"/>
                          </a:solidFill>
                          <a:latin typeface="Calibri" panose="020F0502020204030204"/>
                          <a:ea typeface="微软雅黑"/>
                        </a:defRPr>
                      </a:lvl4pPr>
                      <a:lvl5pPr marL="1828800" algn="l" defTabSz="914400" rtl="0" eaLnBrk="1" latinLnBrk="0" hangingPunct="1">
                        <a:defRPr sz="1800" kern="1200">
                          <a:solidFill>
                            <a:schemeClr val="dk1"/>
                          </a:solidFill>
                          <a:latin typeface="Calibri" panose="020F0502020204030204"/>
                          <a:ea typeface="微软雅黑"/>
                        </a:defRPr>
                      </a:lvl5pPr>
                      <a:lvl6pPr marL="2286000" algn="l" defTabSz="914400" rtl="0" eaLnBrk="1" latinLnBrk="0" hangingPunct="1">
                        <a:defRPr sz="1800" kern="1200">
                          <a:solidFill>
                            <a:schemeClr val="dk1"/>
                          </a:solidFill>
                          <a:latin typeface="Calibri" panose="020F0502020204030204"/>
                          <a:ea typeface="微软雅黑"/>
                        </a:defRPr>
                      </a:lvl6pPr>
                      <a:lvl7pPr marL="2743200" algn="l" defTabSz="914400" rtl="0" eaLnBrk="1" latinLnBrk="0" hangingPunct="1">
                        <a:defRPr sz="1800" kern="1200">
                          <a:solidFill>
                            <a:schemeClr val="dk1"/>
                          </a:solidFill>
                          <a:latin typeface="Calibri" panose="020F0502020204030204"/>
                          <a:ea typeface="微软雅黑"/>
                        </a:defRPr>
                      </a:lvl7pPr>
                      <a:lvl8pPr marL="3200400" algn="l" defTabSz="914400" rtl="0" eaLnBrk="1" latinLnBrk="0" hangingPunct="1">
                        <a:defRPr sz="1800" kern="1200">
                          <a:solidFill>
                            <a:schemeClr val="dk1"/>
                          </a:solidFill>
                          <a:latin typeface="Calibri" panose="020F0502020204030204"/>
                          <a:ea typeface="微软雅黑"/>
                        </a:defRPr>
                      </a:lvl8pPr>
                      <a:lvl9pPr marL="3657600" algn="l" defTabSz="914400" rtl="0" eaLnBrk="1" latinLnBrk="0" hangingPunct="1">
                        <a:defRPr sz="1800" kern="1200">
                          <a:solidFill>
                            <a:schemeClr val="dk1"/>
                          </a:solidFill>
                          <a:latin typeface="Calibri" panose="020F0502020204030204"/>
                          <a:ea typeface="微软雅黑"/>
                        </a:defRPr>
                      </a:lvl9pPr>
                    </a:lstStyle>
                    <a:p>
                      <a:pPr marL="36195" indent="0" algn="l">
                        <a:lnSpc>
                          <a:spcPct val="100000"/>
                        </a:lnSpc>
                        <a:spcAft>
                          <a:spcPts val="0"/>
                        </a:spcAft>
                      </a:pPr>
                      <a:r>
                        <a:rPr lang="en-US" sz="2000" dirty="0">
                          <a:solidFill>
                            <a:srgbClr val="EE822F"/>
                          </a:solidFill>
                          <a:effectLst/>
                          <a:latin typeface="+mj-lt"/>
                        </a:rPr>
                        <a:t> mad</a:t>
                      </a:r>
                      <a:r>
                        <a:rPr lang="en-US" sz="2000" dirty="0">
                          <a:effectLst/>
                          <a:latin typeface="+mj-lt"/>
                        </a:rPr>
                        <a:t>()</a:t>
                      </a:r>
                      <a:endParaRPr lang="en-US" sz="2000" dirty="0">
                        <a:effectLst/>
                        <a:latin typeface="+mj-lt"/>
                        <a:ea typeface="+mn-ea"/>
                        <a:cs typeface="Times New Roman" panose="02020603050405020304" pitchFamily="18" charset="0"/>
                      </a:endParaRPr>
                    </a:p>
                  </a:txBody>
                  <a:tcPr marL="9525" marR="9525" marT="9525" marB="9525" anchor="ctr">
                    <a:lnL>
                      <a:noFill/>
                    </a:lnL>
                    <a:lnR>
                      <a:noFill/>
                    </a:lnR>
                    <a:lnT w="12700" cap="flat" cmpd="sng" algn="ctr">
                      <a:solidFill>
                        <a:sysClr val="windowText" lastClr="000000"/>
                      </a:solidFill>
                      <a:prstDash val="dash"/>
                      <a:round/>
                      <a:headEnd type="none" w="med" len="med"/>
                      <a:tailEnd type="none" w="med" len="med"/>
                    </a:lnT>
                    <a:lnB w="12700" cap="flat" cmpd="sng" algn="ctr">
                      <a:solidFill>
                        <a:sysClr val="windowText" lastClr="000000"/>
                      </a:solidFill>
                      <a:prstDash val="dash"/>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ea typeface="微软雅黑"/>
                        </a:defRPr>
                      </a:lvl1pPr>
                      <a:lvl2pPr marL="457200" algn="l" defTabSz="914400" rtl="0" eaLnBrk="1" latinLnBrk="0" hangingPunct="1">
                        <a:defRPr sz="1800" kern="1200">
                          <a:solidFill>
                            <a:schemeClr val="dk1"/>
                          </a:solidFill>
                          <a:latin typeface="Calibri" panose="020F0502020204030204"/>
                          <a:ea typeface="微软雅黑"/>
                        </a:defRPr>
                      </a:lvl2pPr>
                      <a:lvl3pPr marL="914400" algn="l" defTabSz="914400" rtl="0" eaLnBrk="1" latinLnBrk="0" hangingPunct="1">
                        <a:defRPr sz="1800" kern="1200">
                          <a:solidFill>
                            <a:schemeClr val="dk1"/>
                          </a:solidFill>
                          <a:latin typeface="Calibri" panose="020F0502020204030204"/>
                          <a:ea typeface="微软雅黑"/>
                        </a:defRPr>
                      </a:lvl3pPr>
                      <a:lvl4pPr marL="1371600" algn="l" defTabSz="914400" rtl="0" eaLnBrk="1" latinLnBrk="0" hangingPunct="1">
                        <a:defRPr sz="1800" kern="1200">
                          <a:solidFill>
                            <a:schemeClr val="dk1"/>
                          </a:solidFill>
                          <a:latin typeface="Calibri" panose="020F0502020204030204"/>
                          <a:ea typeface="微软雅黑"/>
                        </a:defRPr>
                      </a:lvl4pPr>
                      <a:lvl5pPr marL="1828800" algn="l" defTabSz="914400" rtl="0" eaLnBrk="1" latinLnBrk="0" hangingPunct="1">
                        <a:defRPr sz="1800" kern="1200">
                          <a:solidFill>
                            <a:schemeClr val="dk1"/>
                          </a:solidFill>
                          <a:latin typeface="Calibri" panose="020F0502020204030204"/>
                          <a:ea typeface="微软雅黑"/>
                        </a:defRPr>
                      </a:lvl5pPr>
                      <a:lvl6pPr marL="2286000" algn="l" defTabSz="914400" rtl="0" eaLnBrk="1" latinLnBrk="0" hangingPunct="1">
                        <a:defRPr sz="1800" kern="1200">
                          <a:solidFill>
                            <a:schemeClr val="dk1"/>
                          </a:solidFill>
                          <a:latin typeface="Calibri" panose="020F0502020204030204"/>
                          <a:ea typeface="微软雅黑"/>
                        </a:defRPr>
                      </a:lvl6pPr>
                      <a:lvl7pPr marL="2743200" algn="l" defTabSz="914400" rtl="0" eaLnBrk="1" latinLnBrk="0" hangingPunct="1">
                        <a:defRPr sz="1800" kern="1200">
                          <a:solidFill>
                            <a:schemeClr val="dk1"/>
                          </a:solidFill>
                          <a:latin typeface="Calibri" panose="020F0502020204030204"/>
                          <a:ea typeface="微软雅黑"/>
                        </a:defRPr>
                      </a:lvl7pPr>
                      <a:lvl8pPr marL="3200400" algn="l" defTabSz="914400" rtl="0" eaLnBrk="1" latinLnBrk="0" hangingPunct="1">
                        <a:defRPr sz="1800" kern="1200">
                          <a:solidFill>
                            <a:schemeClr val="dk1"/>
                          </a:solidFill>
                          <a:latin typeface="Calibri" panose="020F0502020204030204"/>
                          <a:ea typeface="微软雅黑"/>
                        </a:defRPr>
                      </a:lvl8pPr>
                      <a:lvl9pPr marL="3657600" algn="l" defTabSz="914400" rtl="0" eaLnBrk="1" latinLnBrk="0" hangingPunct="1">
                        <a:defRPr sz="1800" kern="1200">
                          <a:solidFill>
                            <a:schemeClr val="dk1"/>
                          </a:solidFill>
                          <a:latin typeface="Calibri" panose="020F0502020204030204"/>
                          <a:ea typeface="微软雅黑"/>
                        </a:defRPr>
                      </a:lvl9pPr>
                    </a:lstStyle>
                    <a:p>
                      <a:pPr marL="36195" indent="0" algn="l">
                        <a:lnSpc>
                          <a:spcPct val="100000"/>
                        </a:lnSpc>
                        <a:spcAft>
                          <a:spcPts val="0"/>
                        </a:spcAft>
                      </a:pPr>
                      <a:r>
                        <a:rPr lang="zh-CN" altLang="en-US" sz="2000" dirty="0">
                          <a:effectLst/>
                          <a:latin typeface="+mj-lt"/>
                        </a:rPr>
                        <a:t>平均绝对偏差</a:t>
                      </a:r>
                      <a:endParaRPr lang="zh-CN" altLang="en-US" sz="2000" dirty="0">
                        <a:effectLst/>
                        <a:latin typeface="+mj-lt"/>
                        <a:ea typeface="+mn-ea"/>
                        <a:cs typeface="Times New Roman" panose="02020603050405020304" pitchFamily="18" charset="0"/>
                      </a:endParaRPr>
                    </a:p>
                  </a:txBody>
                  <a:tcPr marL="9525" marR="9525" marT="9525" marB="9525" anchor="ctr">
                    <a:lnL>
                      <a:noFill/>
                    </a:lnL>
                    <a:lnR>
                      <a:noFill/>
                    </a:lnR>
                    <a:lnT w="12700" cap="flat" cmpd="sng" algn="ctr">
                      <a:solidFill>
                        <a:sysClr val="windowText" lastClr="000000"/>
                      </a:solidFill>
                      <a:prstDash val="dash"/>
                      <a:round/>
                      <a:headEnd type="none" w="med" len="med"/>
                      <a:tailEnd type="none" w="med" len="med"/>
                    </a:lnT>
                    <a:lnB w="12700" cap="flat" cmpd="sng" algn="ctr">
                      <a:solidFill>
                        <a:sysClr val="windowText" lastClr="000000"/>
                      </a:solidFill>
                      <a:prstDash val="dash"/>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ea typeface="微软雅黑"/>
                        </a:defRPr>
                      </a:lvl1pPr>
                      <a:lvl2pPr marL="457200" algn="l" defTabSz="914400" rtl="0" eaLnBrk="1" latinLnBrk="0" hangingPunct="1">
                        <a:defRPr sz="1800" kern="1200">
                          <a:solidFill>
                            <a:schemeClr val="dk1"/>
                          </a:solidFill>
                          <a:latin typeface="Calibri" panose="020F0502020204030204"/>
                          <a:ea typeface="微软雅黑"/>
                        </a:defRPr>
                      </a:lvl2pPr>
                      <a:lvl3pPr marL="914400" algn="l" defTabSz="914400" rtl="0" eaLnBrk="1" latinLnBrk="0" hangingPunct="1">
                        <a:defRPr sz="1800" kern="1200">
                          <a:solidFill>
                            <a:schemeClr val="dk1"/>
                          </a:solidFill>
                          <a:latin typeface="Calibri" panose="020F0502020204030204"/>
                          <a:ea typeface="微软雅黑"/>
                        </a:defRPr>
                      </a:lvl3pPr>
                      <a:lvl4pPr marL="1371600" algn="l" defTabSz="914400" rtl="0" eaLnBrk="1" latinLnBrk="0" hangingPunct="1">
                        <a:defRPr sz="1800" kern="1200">
                          <a:solidFill>
                            <a:schemeClr val="dk1"/>
                          </a:solidFill>
                          <a:latin typeface="Calibri" panose="020F0502020204030204"/>
                          <a:ea typeface="微软雅黑"/>
                        </a:defRPr>
                      </a:lvl4pPr>
                      <a:lvl5pPr marL="1828800" algn="l" defTabSz="914400" rtl="0" eaLnBrk="1" latinLnBrk="0" hangingPunct="1">
                        <a:defRPr sz="1800" kern="1200">
                          <a:solidFill>
                            <a:schemeClr val="dk1"/>
                          </a:solidFill>
                          <a:latin typeface="Calibri" panose="020F0502020204030204"/>
                          <a:ea typeface="微软雅黑"/>
                        </a:defRPr>
                      </a:lvl5pPr>
                      <a:lvl6pPr marL="2286000" algn="l" defTabSz="914400" rtl="0" eaLnBrk="1" latinLnBrk="0" hangingPunct="1">
                        <a:defRPr sz="1800" kern="1200">
                          <a:solidFill>
                            <a:schemeClr val="dk1"/>
                          </a:solidFill>
                          <a:latin typeface="Calibri" panose="020F0502020204030204"/>
                          <a:ea typeface="微软雅黑"/>
                        </a:defRPr>
                      </a:lvl6pPr>
                      <a:lvl7pPr marL="2743200" algn="l" defTabSz="914400" rtl="0" eaLnBrk="1" latinLnBrk="0" hangingPunct="1">
                        <a:defRPr sz="1800" kern="1200">
                          <a:solidFill>
                            <a:schemeClr val="dk1"/>
                          </a:solidFill>
                          <a:latin typeface="Calibri" panose="020F0502020204030204"/>
                          <a:ea typeface="微软雅黑"/>
                        </a:defRPr>
                      </a:lvl7pPr>
                      <a:lvl8pPr marL="3200400" algn="l" defTabSz="914400" rtl="0" eaLnBrk="1" latinLnBrk="0" hangingPunct="1">
                        <a:defRPr sz="1800" kern="1200">
                          <a:solidFill>
                            <a:schemeClr val="dk1"/>
                          </a:solidFill>
                          <a:latin typeface="Calibri" panose="020F0502020204030204"/>
                          <a:ea typeface="微软雅黑"/>
                        </a:defRPr>
                      </a:lvl8pPr>
                      <a:lvl9pPr marL="3657600" algn="l" defTabSz="914400" rtl="0" eaLnBrk="1" latinLnBrk="0" hangingPunct="1">
                        <a:defRPr sz="1800" kern="1200">
                          <a:solidFill>
                            <a:schemeClr val="dk1"/>
                          </a:solidFill>
                          <a:latin typeface="Calibri" panose="020F0502020204030204"/>
                          <a:ea typeface="微软雅黑"/>
                        </a:defRPr>
                      </a:lvl9pPr>
                    </a:lstStyle>
                    <a:p>
                      <a:pPr marL="36195" indent="0" algn="l">
                        <a:lnSpc>
                          <a:spcPct val="100000"/>
                        </a:lnSpc>
                        <a:spcAft>
                          <a:spcPts val="0"/>
                        </a:spcAft>
                      </a:pPr>
                      <a:r>
                        <a:rPr lang="en-US" sz="2000">
                          <a:effectLst/>
                          <a:latin typeface="+mj-lt"/>
                        </a:rPr>
                        <a:t>skew()</a:t>
                      </a:r>
                      <a:endParaRPr lang="en-US" sz="2000">
                        <a:effectLst/>
                        <a:latin typeface="+mj-lt"/>
                        <a:ea typeface="+mn-ea"/>
                        <a:cs typeface="Times New Roman" panose="02020603050405020304" pitchFamily="18" charset="0"/>
                      </a:endParaRPr>
                    </a:p>
                  </a:txBody>
                  <a:tcPr marL="9525" marR="9525" marT="9525" marB="9525" anchor="ctr">
                    <a:lnL>
                      <a:noFill/>
                    </a:lnL>
                    <a:lnR>
                      <a:noFill/>
                    </a:lnR>
                    <a:lnT w="12700" cap="flat" cmpd="sng" algn="ctr">
                      <a:solidFill>
                        <a:sysClr val="windowText" lastClr="000000"/>
                      </a:solidFill>
                      <a:prstDash val="dash"/>
                      <a:round/>
                      <a:headEnd type="none" w="med" len="med"/>
                      <a:tailEnd type="none" w="med" len="med"/>
                    </a:lnT>
                    <a:lnB w="12700" cap="flat" cmpd="sng" algn="ctr">
                      <a:solidFill>
                        <a:sysClr val="windowText" lastClr="000000"/>
                      </a:solidFill>
                      <a:prstDash val="dash"/>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ea typeface="微软雅黑"/>
                        </a:defRPr>
                      </a:lvl1pPr>
                      <a:lvl2pPr marL="457200" algn="l" defTabSz="914400" rtl="0" eaLnBrk="1" latinLnBrk="0" hangingPunct="1">
                        <a:defRPr sz="1800" kern="1200">
                          <a:solidFill>
                            <a:schemeClr val="dk1"/>
                          </a:solidFill>
                          <a:latin typeface="Calibri" panose="020F0502020204030204"/>
                          <a:ea typeface="微软雅黑"/>
                        </a:defRPr>
                      </a:lvl2pPr>
                      <a:lvl3pPr marL="914400" algn="l" defTabSz="914400" rtl="0" eaLnBrk="1" latinLnBrk="0" hangingPunct="1">
                        <a:defRPr sz="1800" kern="1200">
                          <a:solidFill>
                            <a:schemeClr val="dk1"/>
                          </a:solidFill>
                          <a:latin typeface="Calibri" panose="020F0502020204030204"/>
                          <a:ea typeface="微软雅黑"/>
                        </a:defRPr>
                      </a:lvl3pPr>
                      <a:lvl4pPr marL="1371600" algn="l" defTabSz="914400" rtl="0" eaLnBrk="1" latinLnBrk="0" hangingPunct="1">
                        <a:defRPr sz="1800" kern="1200">
                          <a:solidFill>
                            <a:schemeClr val="dk1"/>
                          </a:solidFill>
                          <a:latin typeface="Calibri" panose="020F0502020204030204"/>
                          <a:ea typeface="微软雅黑"/>
                        </a:defRPr>
                      </a:lvl4pPr>
                      <a:lvl5pPr marL="1828800" algn="l" defTabSz="914400" rtl="0" eaLnBrk="1" latinLnBrk="0" hangingPunct="1">
                        <a:defRPr sz="1800" kern="1200">
                          <a:solidFill>
                            <a:schemeClr val="dk1"/>
                          </a:solidFill>
                          <a:latin typeface="Calibri" panose="020F0502020204030204"/>
                          <a:ea typeface="微软雅黑"/>
                        </a:defRPr>
                      </a:lvl5pPr>
                      <a:lvl6pPr marL="2286000" algn="l" defTabSz="914400" rtl="0" eaLnBrk="1" latinLnBrk="0" hangingPunct="1">
                        <a:defRPr sz="1800" kern="1200">
                          <a:solidFill>
                            <a:schemeClr val="dk1"/>
                          </a:solidFill>
                          <a:latin typeface="Calibri" panose="020F0502020204030204"/>
                          <a:ea typeface="微软雅黑"/>
                        </a:defRPr>
                      </a:lvl6pPr>
                      <a:lvl7pPr marL="2743200" algn="l" defTabSz="914400" rtl="0" eaLnBrk="1" latinLnBrk="0" hangingPunct="1">
                        <a:defRPr sz="1800" kern="1200">
                          <a:solidFill>
                            <a:schemeClr val="dk1"/>
                          </a:solidFill>
                          <a:latin typeface="Calibri" panose="020F0502020204030204"/>
                          <a:ea typeface="微软雅黑"/>
                        </a:defRPr>
                      </a:lvl7pPr>
                      <a:lvl8pPr marL="3200400" algn="l" defTabSz="914400" rtl="0" eaLnBrk="1" latinLnBrk="0" hangingPunct="1">
                        <a:defRPr sz="1800" kern="1200">
                          <a:solidFill>
                            <a:schemeClr val="dk1"/>
                          </a:solidFill>
                          <a:latin typeface="Calibri" panose="020F0502020204030204"/>
                          <a:ea typeface="微软雅黑"/>
                        </a:defRPr>
                      </a:lvl8pPr>
                      <a:lvl9pPr marL="3657600" algn="l" defTabSz="914400" rtl="0" eaLnBrk="1" latinLnBrk="0" hangingPunct="1">
                        <a:defRPr sz="1800" kern="1200">
                          <a:solidFill>
                            <a:schemeClr val="dk1"/>
                          </a:solidFill>
                          <a:latin typeface="Calibri" panose="020F0502020204030204"/>
                          <a:ea typeface="微软雅黑"/>
                        </a:defRPr>
                      </a:lvl9pPr>
                    </a:lstStyle>
                    <a:p>
                      <a:pPr marL="36195" indent="0" algn="l">
                        <a:lnSpc>
                          <a:spcPct val="100000"/>
                        </a:lnSpc>
                        <a:spcAft>
                          <a:spcPts val="0"/>
                        </a:spcAft>
                      </a:pPr>
                      <a:r>
                        <a:rPr lang="zh-CN" altLang="en-US" sz="2000">
                          <a:effectLst/>
                          <a:latin typeface="+mj-lt"/>
                        </a:rPr>
                        <a:t>样本偏离</a:t>
                      </a:r>
                      <a:endParaRPr lang="zh-CN" altLang="en-US" sz="2000">
                        <a:effectLst/>
                        <a:latin typeface="+mj-lt"/>
                        <a:ea typeface="+mn-ea"/>
                        <a:cs typeface="Times New Roman" panose="02020603050405020304" pitchFamily="18" charset="0"/>
                      </a:endParaRPr>
                    </a:p>
                  </a:txBody>
                  <a:tcPr marL="9525" marR="9525" marT="9525" marB="9525" anchor="ctr">
                    <a:lnL>
                      <a:noFill/>
                    </a:lnL>
                    <a:lnR>
                      <a:noFill/>
                    </a:lnR>
                    <a:lnT w="12700" cap="flat" cmpd="sng" algn="ctr">
                      <a:solidFill>
                        <a:sysClr val="windowText" lastClr="000000"/>
                      </a:solidFill>
                      <a:prstDash val="dash"/>
                      <a:round/>
                      <a:headEnd type="none" w="med" len="med"/>
                      <a:tailEnd type="none" w="med" len="med"/>
                    </a:lnT>
                    <a:lnB w="12700" cap="flat" cmpd="sng" algn="ctr">
                      <a:solidFill>
                        <a:sysClr val="windowText" lastClr="000000"/>
                      </a:solidFill>
                      <a:prstDash val="dash"/>
                      <a:round/>
                      <a:headEnd type="none" w="med" len="med"/>
                      <a:tailEnd type="none" w="med" len="med"/>
                    </a:lnB>
                    <a:lnTlToBr w="12700" cmpd="sng">
                      <a:noFill/>
                      <a:prstDash val="solid"/>
                    </a:lnTlToBr>
                    <a:lnBlToTr w="12700" cmpd="sng">
                      <a:noFill/>
                      <a:prstDash val="solid"/>
                    </a:lnBlToTr>
                    <a:solidFill>
                      <a:sysClr val="window" lastClr="FFFFFF"/>
                    </a:solidFill>
                  </a:tcPr>
                </a:tc>
              </a:tr>
              <a:tr h="444876">
                <a:tc>
                  <a:txBody>
                    <a:bodyPr/>
                    <a:lstStyle>
                      <a:lvl1pPr marL="0" algn="l" defTabSz="914400" rtl="0" eaLnBrk="1" latinLnBrk="0" hangingPunct="1">
                        <a:defRPr sz="1800" kern="1200">
                          <a:solidFill>
                            <a:schemeClr val="dk1"/>
                          </a:solidFill>
                          <a:latin typeface="Calibri" panose="020F0502020204030204"/>
                          <a:ea typeface="微软雅黑"/>
                        </a:defRPr>
                      </a:lvl1pPr>
                      <a:lvl2pPr marL="457200" algn="l" defTabSz="914400" rtl="0" eaLnBrk="1" latinLnBrk="0" hangingPunct="1">
                        <a:defRPr sz="1800" kern="1200">
                          <a:solidFill>
                            <a:schemeClr val="dk1"/>
                          </a:solidFill>
                          <a:latin typeface="Calibri" panose="020F0502020204030204"/>
                          <a:ea typeface="微软雅黑"/>
                        </a:defRPr>
                      </a:lvl2pPr>
                      <a:lvl3pPr marL="914400" algn="l" defTabSz="914400" rtl="0" eaLnBrk="1" latinLnBrk="0" hangingPunct="1">
                        <a:defRPr sz="1800" kern="1200">
                          <a:solidFill>
                            <a:schemeClr val="dk1"/>
                          </a:solidFill>
                          <a:latin typeface="Calibri" panose="020F0502020204030204"/>
                          <a:ea typeface="微软雅黑"/>
                        </a:defRPr>
                      </a:lvl3pPr>
                      <a:lvl4pPr marL="1371600" algn="l" defTabSz="914400" rtl="0" eaLnBrk="1" latinLnBrk="0" hangingPunct="1">
                        <a:defRPr sz="1800" kern="1200">
                          <a:solidFill>
                            <a:schemeClr val="dk1"/>
                          </a:solidFill>
                          <a:latin typeface="Calibri" panose="020F0502020204030204"/>
                          <a:ea typeface="微软雅黑"/>
                        </a:defRPr>
                      </a:lvl4pPr>
                      <a:lvl5pPr marL="1828800" algn="l" defTabSz="914400" rtl="0" eaLnBrk="1" latinLnBrk="0" hangingPunct="1">
                        <a:defRPr sz="1800" kern="1200">
                          <a:solidFill>
                            <a:schemeClr val="dk1"/>
                          </a:solidFill>
                          <a:latin typeface="Calibri" panose="020F0502020204030204"/>
                          <a:ea typeface="微软雅黑"/>
                        </a:defRPr>
                      </a:lvl5pPr>
                      <a:lvl6pPr marL="2286000" algn="l" defTabSz="914400" rtl="0" eaLnBrk="1" latinLnBrk="0" hangingPunct="1">
                        <a:defRPr sz="1800" kern="1200">
                          <a:solidFill>
                            <a:schemeClr val="dk1"/>
                          </a:solidFill>
                          <a:latin typeface="Calibri" panose="020F0502020204030204"/>
                          <a:ea typeface="微软雅黑"/>
                        </a:defRPr>
                      </a:lvl6pPr>
                      <a:lvl7pPr marL="2743200" algn="l" defTabSz="914400" rtl="0" eaLnBrk="1" latinLnBrk="0" hangingPunct="1">
                        <a:defRPr sz="1800" kern="1200">
                          <a:solidFill>
                            <a:schemeClr val="dk1"/>
                          </a:solidFill>
                          <a:latin typeface="Calibri" panose="020F0502020204030204"/>
                          <a:ea typeface="微软雅黑"/>
                        </a:defRPr>
                      </a:lvl7pPr>
                      <a:lvl8pPr marL="3200400" algn="l" defTabSz="914400" rtl="0" eaLnBrk="1" latinLnBrk="0" hangingPunct="1">
                        <a:defRPr sz="1800" kern="1200">
                          <a:solidFill>
                            <a:schemeClr val="dk1"/>
                          </a:solidFill>
                          <a:latin typeface="Calibri" panose="020F0502020204030204"/>
                          <a:ea typeface="微软雅黑"/>
                        </a:defRPr>
                      </a:lvl8pPr>
                      <a:lvl9pPr marL="3657600" algn="l" defTabSz="914400" rtl="0" eaLnBrk="1" latinLnBrk="0" hangingPunct="1">
                        <a:defRPr sz="1800" kern="1200">
                          <a:solidFill>
                            <a:schemeClr val="dk1"/>
                          </a:solidFill>
                          <a:latin typeface="Calibri" panose="020F0502020204030204"/>
                          <a:ea typeface="微软雅黑"/>
                        </a:defRPr>
                      </a:lvl9pPr>
                    </a:lstStyle>
                    <a:p>
                      <a:pPr marL="36195" indent="0" algn="l">
                        <a:lnSpc>
                          <a:spcPct val="100000"/>
                        </a:lnSpc>
                        <a:spcAft>
                          <a:spcPts val="0"/>
                        </a:spcAft>
                      </a:pPr>
                      <a:r>
                        <a:rPr lang="en-US" sz="2000" dirty="0">
                          <a:solidFill>
                            <a:srgbClr val="EE822F"/>
                          </a:solidFill>
                          <a:effectLst/>
                          <a:latin typeface="+mj-lt"/>
                        </a:rPr>
                        <a:t> median</a:t>
                      </a:r>
                      <a:r>
                        <a:rPr lang="en-US" sz="2000" dirty="0">
                          <a:effectLst/>
                          <a:latin typeface="+mj-lt"/>
                        </a:rPr>
                        <a:t>()</a:t>
                      </a:r>
                      <a:endParaRPr lang="en-US" sz="2000" dirty="0">
                        <a:effectLst/>
                        <a:latin typeface="+mj-lt"/>
                        <a:ea typeface="+mn-ea"/>
                        <a:cs typeface="Times New Roman" panose="02020603050405020304" pitchFamily="18" charset="0"/>
                      </a:endParaRPr>
                    </a:p>
                  </a:txBody>
                  <a:tcPr marL="9525" marR="9525" marT="9525" marB="9525" anchor="ctr">
                    <a:lnL>
                      <a:noFill/>
                    </a:lnL>
                    <a:lnR>
                      <a:noFill/>
                    </a:lnR>
                    <a:lnT w="12700" cap="flat" cmpd="sng" algn="ctr">
                      <a:solidFill>
                        <a:sysClr val="windowText" lastClr="000000"/>
                      </a:solidFill>
                      <a:prstDash val="dash"/>
                      <a:round/>
                      <a:headEnd type="none" w="med" len="med"/>
                      <a:tailEnd type="none" w="med" len="med"/>
                    </a:lnT>
                    <a:lnB w="12700" cap="flat" cmpd="sng" algn="ctr">
                      <a:solidFill>
                        <a:sysClr val="windowText" lastClr="000000"/>
                      </a:solidFill>
                      <a:prstDash val="dash"/>
                      <a:round/>
                      <a:headEnd type="none" w="med" len="med"/>
                      <a:tailEnd type="none" w="med" len="med"/>
                    </a:lnB>
                    <a:lnTlToBr w="12700" cmpd="sng">
                      <a:noFill/>
                      <a:prstDash val="solid"/>
                    </a:lnTlToBr>
                    <a:lnBlToTr w="12700" cmpd="sng">
                      <a:noFill/>
                      <a:prstDash val="solid"/>
                    </a:lnBlToTr>
                    <a:solidFill>
                      <a:sysClr val="windowText" lastClr="000000">
                        <a:tint val="20000"/>
                      </a:sysClr>
                    </a:solidFill>
                  </a:tcPr>
                </a:tc>
                <a:tc>
                  <a:txBody>
                    <a:bodyPr/>
                    <a:lstStyle>
                      <a:lvl1pPr marL="0" algn="l" defTabSz="914400" rtl="0" eaLnBrk="1" latinLnBrk="0" hangingPunct="1">
                        <a:defRPr sz="1800" kern="1200">
                          <a:solidFill>
                            <a:schemeClr val="dk1"/>
                          </a:solidFill>
                          <a:latin typeface="Calibri" panose="020F0502020204030204"/>
                          <a:ea typeface="微软雅黑"/>
                        </a:defRPr>
                      </a:lvl1pPr>
                      <a:lvl2pPr marL="457200" algn="l" defTabSz="914400" rtl="0" eaLnBrk="1" latinLnBrk="0" hangingPunct="1">
                        <a:defRPr sz="1800" kern="1200">
                          <a:solidFill>
                            <a:schemeClr val="dk1"/>
                          </a:solidFill>
                          <a:latin typeface="Calibri" panose="020F0502020204030204"/>
                          <a:ea typeface="微软雅黑"/>
                        </a:defRPr>
                      </a:lvl2pPr>
                      <a:lvl3pPr marL="914400" algn="l" defTabSz="914400" rtl="0" eaLnBrk="1" latinLnBrk="0" hangingPunct="1">
                        <a:defRPr sz="1800" kern="1200">
                          <a:solidFill>
                            <a:schemeClr val="dk1"/>
                          </a:solidFill>
                          <a:latin typeface="Calibri" panose="020F0502020204030204"/>
                          <a:ea typeface="微软雅黑"/>
                        </a:defRPr>
                      </a:lvl3pPr>
                      <a:lvl4pPr marL="1371600" algn="l" defTabSz="914400" rtl="0" eaLnBrk="1" latinLnBrk="0" hangingPunct="1">
                        <a:defRPr sz="1800" kern="1200">
                          <a:solidFill>
                            <a:schemeClr val="dk1"/>
                          </a:solidFill>
                          <a:latin typeface="Calibri" panose="020F0502020204030204"/>
                          <a:ea typeface="微软雅黑"/>
                        </a:defRPr>
                      </a:lvl4pPr>
                      <a:lvl5pPr marL="1828800" algn="l" defTabSz="914400" rtl="0" eaLnBrk="1" latinLnBrk="0" hangingPunct="1">
                        <a:defRPr sz="1800" kern="1200">
                          <a:solidFill>
                            <a:schemeClr val="dk1"/>
                          </a:solidFill>
                          <a:latin typeface="Calibri" panose="020F0502020204030204"/>
                          <a:ea typeface="微软雅黑"/>
                        </a:defRPr>
                      </a:lvl5pPr>
                      <a:lvl6pPr marL="2286000" algn="l" defTabSz="914400" rtl="0" eaLnBrk="1" latinLnBrk="0" hangingPunct="1">
                        <a:defRPr sz="1800" kern="1200">
                          <a:solidFill>
                            <a:schemeClr val="dk1"/>
                          </a:solidFill>
                          <a:latin typeface="Calibri" panose="020F0502020204030204"/>
                          <a:ea typeface="微软雅黑"/>
                        </a:defRPr>
                      </a:lvl6pPr>
                      <a:lvl7pPr marL="2743200" algn="l" defTabSz="914400" rtl="0" eaLnBrk="1" latinLnBrk="0" hangingPunct="1">
                        <a:defRPr sz="1800" kern="1200">
                          <a:solidFill>
                            <a:schemeClr val="dk1"/>
                          </a:solidFill>
                          <a:latin typeface="Calibri" panose="020F0502020204030204"/>
                          <a:ea typeface="微软雅黑"/>
                        </a:defRPr>
                      </a:lvl7pPr>
                      <a:lvl8pPr marL="3200400" algn="l" defTabSz="914400" rtl="0" eaLnBrk="1" latinLnBrk="0" hangingPunct="1">
                        <a:defRPr sz="1800" kern="1200">
                          <a:solidFill>
                            <a:schemeClr val="dk1"/>
                          </a:solidFill>
                          <a:latin typeface="Calibri" panose="020F0502020204030204"/>
                          <a:ea typeface="微软雅黑"/>
                        </a:defRPr>
                      </a:lvl8pPr>
                      <a:lvl9pPr marL="3657600" algn="l" defTabSz="914400" rtl="0" eaLnBrk="1" latinLnBrk="0" hangingPunct="1">
                        <a:defRPr sz="1800" kern="1200">
                          <a:solidFill>
                            <a:schemeClr val="dk1"/>
                          </a:solidFill>
                          <a:latin typeface="Calibri" panose="020F0502020204030204"/>
                          <a:ea typeface="微软雅黑"/>
                        </a:defRPr>
                      </a:lvl9pPr>
                    </a:lstStyle>
                    <a:p>
                      <a:pPr marL="36195" indent="0" algn="l">
                        <a:lnSpc>
                          <a:spcPct val="100000"/>
                        </a:lnSpc>
                        <a:spcAft>
                          <a:spcPts val="0"/>
                        </a:spcAft>
                      </a:pPr>
                      <a:r>
                        <a:rPr lang="zh-CN" altLang="en-US" sz="2000" dirty="0">
                          <a:effectLst/>
                          <a:latin typeface="+mj-lt"/>
                        </a:rPr>
                        <a:t>中位数</a:t>
                      </a:r>
                      <a:endParaRPr lang="zh-CN" altLang="en-US" sz="2000" dirty="0">
                        <a:effectLst/>
                        <a:latin typeface="+mj-lt"/>
                        <a:ea typeface="+mn-ea"/>
                        <a:cs typeface="Times New Roman" panose="02020603050405020304" pitchFamily="18" charset="0"/>
                      </a:endParaRPr>
                    </a:p>
                  </a:txBody>
                  <a:tcPr marL="9525" marR="9525" marT="9525" marB="9525" anchor="ctr">
                    <a:lnL>
                      <a:noFill/>
                    </a:lnL>
                    <a:lnR>
                      <a:noFill/>
                    </a:lnR>
                    <a:lnT w="12700" cap="flat" cmpd="sng" algn="ctr">
                      <a:solidFill>
                        <a:sysClr val="windowText" lastClr="000000"/>
                      </a:solidFill>
                      <a:prstDash val="dash"/>
                      <a:round/>
                      <a:headEnd type="none" w="med" len="med"/>
                      <a:tailEnd type="none" w="med" len="med"/>
                    </a:lnT>
                    <a:lnB w="12700" cap="flat" cmpd="sng" algn="ctr">
                      <a:solidFill>
                        <a:sysClr val="windowText" lastClr="000000"/>
                      </a:solidFill>
                      <a:prstDash val="dash"/>
                      <a:round/>
                      <a:headEnd type="none" w="med" len="med"/>
                      <a:tailEnd type="none" w="med" len="med"/>
                    </a:lnB>
                    <a:lnTlToBr w="12700" cmpd="sng">
                      <a:noFill/>
                      <a:prstDash val="solid"/>
                    </a:lnTlToBr>
                    <a:lnBlToTr w="12700" cmpd="sng">
                      <a:noFill/>
                      <a:prstDash val="solid"/>
                    </a:lnBlToTr>
                    <a:solidFill>
                      <a:sysClr val="windowText" lastClr="000000">
                        <a:tint val="20000"/>
                      </a:sysClr>
                    </a:solidFill>
                  </a:tcPr>
                </a:tc>
                <a:tc>
                  <a:txBody>
                    <a:bodyPr/>
                    <a:lstStyle>
                      <a:lvl1pPr marL="0" algn="l" defTabSz="914400" rtl="0" eaLnBrk="1" latinLnBrk="0" hangingPunct="1">
                        <a:defRPr sz="1800" kern="1200">
                          <a:solidFill>
                            <a:schemeClr val="dk1"/>
                          </a:solidFill>
                          <a:latin typeface="Calibri" panose="020F0502020204030204"/>
                          <a:ea typeface="微软雅黑"/>
                        </a:defRPr>
                      </a:lvl1pPr>
                      <a:lvl2pPr marL="457200" algn="l" defTabSz="914400" rtl="0" eaLnBrk="1" latinLnBrk="0" hangingPunct="1">
                        <a:defRPr sz="1800" kern="1200">
                          <a:solidFill>
                            <a:schemeClr val="dk1"/>
                          </a:solidFill>
                          <a:latin typeface="Calibri" panose="020F0502020204030204"/>
                          <a:ea typeface="微软雅黑"/>
                        </a:defRPr>
                      </a:lvl2pPr>
                      <a:lvl3pPr marL="914400" algn="l" defTabSz="914400" rtl="0" eaLnBrk="1" latinLnBrk="0" hangingPunct="1">
                        <a:defRPr sz="1800" kern="1200">
                          <a:solidFill>
                            <a:schemeClr val="dk1"/>
                          </a:solidFill>
                          <a:latin typeface="Calibri" panose="020F0502020204030204"/>
                          <a:ea typeface="微软雅黑"/>
                        </a:defRPr>
                      </a:lvl3pPr>
                      <a:lvl4pPr marL="1371600" algn="l" defTabSz="914400" rtl="0" eaLnBrk="1" latinLnBrk="0" hangingPunct="1">
                        <a:defRPr sz="1800" kern="1200">
                          <a:solidFill>
                            <a:schemeClr val="dk1"/>
                          </a:solidFill>
                          <a:latin typeface="Calibri" panose="020F0502020204030204"/>
                          <a:ea typeface="微软雅黑"/>
                        </a:defRPr>
                      </a:lvl4pPr>
                      <a:lvl5pPr marL="1828800" algn="l" defTabSz="914400" rtl="0" eaLnBrk="1" latinLnBrk="0" hangingPunct="1">
                        <a:defRPr sz="1800" kern="1200">
                          <a:solidFill>
                            <a:schemeClr val="dk1"/>
                          </a:solidFill>
                          <a:latin typeface="Calibri" panose="020F0502020204030204"/>
                          <a:ea typeface="微软雅黑"/>
                        </a:defRPr>
                      </a:lvl5pPr>
                      <a:lvl6pPr marL="2286000" algn="l" defTabSz="914400" rtl="0" eaLnBrk="1" latinLnBrk="0" hangingPunct="1">
                        <a:defRPr sz="1800" kern="1200">
                          <a:solidFill>
                            <a:schemeClr val="dk1"/>
                          </a:solidFill>
                          <a:latin typeface="Calibri" panose="020F0502020204030204"/>
                          <a:ea typeface="微软雅黑"/>
                        </a:defRPr>
                      </a:lvl6pPr>
                      <a:lvl7pPr marL="2743200" algn="l" defTabSz="914400" rtl="0" eaLnBrk="1" latinLnBrk="0" hangingPunct="1">
                        <a:defRPr sz="1800" kern="1200">
                          <a:solidFill>
                            <a:schemeClr val="dk1"/>
                          </a:solidFill>
                          <a:latin typeface="Calibri" panose="020F0502020204030204"/>
                          <a:ea typeface="微软雅黑"/>
                        </a:defRPr>
                      </a:lvl7pPr>
                      <a:lvl8pPr marL="3200400" algn="l" defTabSz="914400" rtl="0" eaLnBrk="1" latinLnBrk="0" hangingPunct="1">
                        <a:defRPr sz="1800" kern="1200">
                          <a:solidFill>
                            <a:schemeClr val="dk1"/>
                          </a:solidFill>
                          <a:latin typeface="Calibri" panose="020F0502020204030204"/>
                          <a:ea typeface="微软雅黑"/>
                        </a:defRPr>
                      </a:lvl8pPr>
                      <a:lvl9pPr marL="3657600" algn="l" defTabSz="914400" rtl="0" eaLnBrk="1" latinLnBrk="0" hangingPunct="1">
                        <a:defRPr sz="1800" kern="1200">
                          <a:solidFill>
                            <a:schemeClr val="dk1"/>
                          </a:solidFill>
                          <a:latin typeface="Calibri" panose="020F0502020204030204"/>
                          <a:ea typeface="微软雅黑"/>
                        </a:defRPr>
                      </a:lvl9pPr>
                    </a:lstStyle>
                    <a:p>
                      <a:pPr marL="36195" indent="0" algn="l">
                        <a:lnSpc>
                          <a:spcPct val="100000"/>
                        </a:lnSpc>
                        <a:spcAft>
                          <a:spcPts val="0"/>
                        </a:spcAft>
                      </a:pPr>
                      <a:r>
                        <a:rPr lang="en-US" sz="2000">
                          <a:effectLst/>
                          <a:latin typeface="+mj-lt"/>
                        </a:rPr>
                        <a:t>kurt()</a:t>
                      </a:r>
                      <a:endParaRPr lang="en-US" sz="2000">
                        <a:effectLst/>
                        <a:latin typeface="+mj-lt"/>
                        <a:ea typeface="+mn-ea"/>
                        <a:cs typeface="Times New Roman" panose="02020603050405020304" pitchFamily="18" charset="0"/>
                      </a:endParaRPr>
                    </a:p>
                  </a:txBody>
                  <a:tcPr marL="9525" marR="9525" marT="9525" marB="9525" anchor="ctr">
                    <a:lnL>
                      <a:noFill/>
                    </a:lnL>
                    <a:lnR>
                      <a:noFill/>
                    </a:lnR>
                    <a:lnT w="12700" cap="flat" cmpd="sng" algn="ctr">
                      <a:solidFill>
                        <a:sysClr val="windowText" lastClr="000000"/>
                      </a:solidFill>
                      <a:prstDash val="dash"/>
                      <a:round/>
                      <a:headEnd type="none" w="med" len="med"/>
                      <a:tailEnd type="none" w="med" len="med"/>
                    </a:lnT>
                    <a:lnB w="12700" cap="flat" cmpd="sng" algn="ctr">
                      <a:solidFill>
                        <a:sysClr val="windowText" lastClr="000000"/>
                      </a:solidFill>
                      <a:prstDash val="dash"/>
                      <a:round/>
                      <a:headEnd type="none" w="med" len="med"/>
                      <a:tailEnd type="none" w="med" len="med"/>
                    </a:lnB>
                    <a:lnTlToBr w="12700" cmpd="sng">
                      <a:noFill/>
                      <a:prstDash val="solid"/>
                    </a:lnTlToBr>
                    <a:lnBlToTr w="12700" cmpd="sng">
                      <a:noFill/>
                      <a:prstDash val="solid"/>
                    </a:lnBlToTr>
                    <a:solidFill>
                      <a:sysClr val="windowText" lastClr="000000">
                        <a:tint val="20000"/>
                      </a:sysClr>
                    </a:solidFill>
                  </a:tcPr>
                </a:tc>
                <a:tc>
                  <a:txBody>
                    <a:bodyPr/>
                    <a:lstStyle>
                      <a:lvl1pPr marL="0" algn="l" defTabSz="914400" rtl="0" eaLnBrk="1" latinLnBrk="0" hangingPunct="1">
                        <a:defRPr sz="1800" kern="1200">
                          <a:solidFill>
                            <a:schemeClr val="dk1"/>
                          </a:solidFill>
                          <a:latin typeface="Calibri" panose="020F0502020204030204"/>
                          <a:ea typeface="微软雅黑"/>
                        </a:defRPr>
                      </a:lvl1pPr>
                      <a:lvl2pPr marL="457200" algn="l" defTabSz="914400" rtl="0" eaLnBrk="1" latinLnBrk="0" hangingPunct="1">
                        <a:defRPr sz="1800" kern="1200">
                          <a:solidFill>
                            <a:schemeClr val="dk1"/>
                          </a:solidFill>
                          <a:latin typeface="Calibri" panose="020F0502020204030204"/>
                          <a:ea typeface="微软雅黑"/>
                        </a:defRPr>
                      </a:lvl2pPr>
                      <a:lvl3pPr marL="914400" algn="l" defTabSz="914400" rtl="0" eaLnBrk="1" latinLnBrk="0" hangingPunct="1">
                        <a:defRPr sz="1800" kern="1200">
                          <a:solidFill>
                            <a:schemeClr val="dk1"/>
                          </a:solidFill>
                          <a:latin typeface="Calibri" panose="020F0502020204030204"/>
                          <a:ea typeface="微软雅黑"/>
                        </a:defRPr>
                      </a:lvl3pPr>
                      <a:lvl4pPr marL="1371600" algn="l" defTabSz="914400" rtl="0" eaLnBrk="1" latinLnBrk="0" hangingPunct="1">
                        <a:defRPr sz="1800" kern="1200">
                          <a:solidFill>
                            <a:schemeClr val="dk1"/>
                          </a:solidFill>
                          <a:latin typeface="Calibri" panose="020F0502020204030204"/>
                          <a:ea typeface="微软雅黑"/>
                        </a:defRPr>
                      </a:lvl4pPr>
                      <a:lvl5pPr marL="1828800" algn="l" defTabSz="914400" rtl="0" eaLnBrk="1" latinLnBrk="0" hangingPunct="1">
                        <a:defRPr sz="1800" kern="1200">
                          <a:solidFill>
                            <a:schemeClr val="dk1"/>
                          </a:solidFill>
                          <a:latin typeface="Calibri" panose="020F0502020204030204"/>
                          <a:ea typeface="微软雅黑"/>
                        </a:defRPr>
                      </a:lvl5pPr>
                      <a:lvl6pPr marL="2286000" algn="l" defTabSz="914400" rtl="0" eaLnBrk="1" latinLnBrk="0" hangingPunct="1">
                        <a:defRPr sz="1800" kern="1200">
                          <a:solidFill>
                            <a:schemeClr val="dk1"/>
                          </a:solidFill>
                          <a:latin typeface="Calibri" panose="020F0502020204030204"/>
                          <a:ea typeface="微软雅黑"/>
                        </a:defRPr>
                      </a:lvl6pPr>
                      <a:lvl7pPr marL="2743200" algn="l" defTabSz="914400" rtl="0" eaLnBrk="1" latinLnBrk="0" hangingPunct="1">
                        <a:defRPr sz="1800" kern="1200">
                          <a:solidFill>
                            <a:schemeClr val="dk1"/>
                          </a:solidFill>
                          <a:latin typeface="Calibri" panose="020F0502020204030204"/>
                          <a:ea typeface="微软雅黑"/>
                        </a:defRPr>
                      </a:lvl7pPr>
                      <a:lvl8pPr marL="3200400" algn="l" defTabSz="914400" rtl="0" eaLnBrk="1" latinLnBrk="0" hangingPunct="1">
                        <a:defRPr sz="1800" kern="1200">
                          <a:solidFill>
                            <a:schemeClr val="dk1"/>
                          </a:solidFill>
                          <a:latin typeface="Calibri" panose="020F0502020204030204"/>
                          <a:ea typeface="微软雅黑"/>
                        </a:defRPr>
                      </a:lvl8pPr>
                      <a:lvl9pPr marL="3657600" algn="l" defTabSz="914400" rtl="0" eaLnBrk="1" latinLnBrk="0" hangingPunct="1">
                        <a:defRPr sz="1800" kern="1200">
                          <a:solidFill>
                            <a:schemeClr val="dk1"/>
                          </a:solidFill>
                          <a:latin typeface="Calibri" panose="020F0502020204030204"/>
                          <a:ea typeface="微软雅黑"/>
                        </a:defRPr>
                      </a:lvl9pPr>
                    </a:lstStyle>
                    <a:p>
                      <a:pPr marL="36195" indent="0" algn="l">
                        <a:lnSpc>
                          <a:spcPct val="100000"/>
                        </a:lnSpc>
                        <a:spcAft>
                          <a:spcPts val="0"/>
                        </a:spcAft>
                      </a:pPr>
                      <a:r>
                        <a:rPr lang="zh-CN" altLang="en-US" sz="2000">
                          <a:effectLst/>
                          <a:latin typeface="+mj-lt"/>
                        </a:rPr>
                        <a:t>样本峰度</a:t>
                      </a:r>
                      <a:endParaRPr lang="zh-CN" altLang="en-US" sz="2000">
                        <a:effectLst/>
                        <a:latin typeface="+mj-lt"/>
                        <a:ea typeface="+mn-ea"/>
                        <a:cs typeface="Times New Roman" panose="02020603050405020304" pitchFamily="18" charset="0"/>
                      </a:endParaRPr>
                    </a:p>
                  </a:txBody>
                  <a:tcPr marL="9525" marR="9525" marT="9525" marB="9525" anchor="ctr">
                    <a:lnL>
                      <a:noFill/>
                    </a:lnL>
                    <a:lnR>
                      <a:noFill/>
                    </a:lnR>
                    <a:lnT w="12700" cap="flat" cmpd="sng" algn="ctr">
                      <a:solidFill>
                        <a:sysClr val="windowText" lastClr="000000"/>
                      </a:solidFill>
                      <a:prstDash val="dash"/>
                      <a:round/>
                      <a:headEnd type="none" w="med" len="med"/>
                      <a:tailEnd type="none" w="med" len="med"/>
                    </a:lnT>
                    <a:lnB w="12700" cap="flat" cmpd="sng" algn="ctr">
                      <a:solidFill>
                        <a:sysClr val="windowText" lastClr="000000"/>
                      </a:solidFill>
                      <a:prstDash val="dash"/>
                      <a:round/>
                      <a:headEnd type="none" w="med" len="med"/>
                      <a:tailEnd type="none" w="med" len="med"/>
                    </a:lnB>
                    <a:lnTlToBr w="12700" cmpd="sng">
                      <a:noFill/>
                      <a:prstDash val="solid"/>
                    </a:lnTlToBr>
                    <a:lnBlToTr w="12700" cmpd="sng">
                      <a:noFill/>
                      <a:prstDash val="solid"/>
                    </a:lnBlToTr>
                    <a:solidFill>
                      <a:sysClr val="windowText" lastClr="000000">
                        <a:tint val="20000"/>
                      </a:sysClr>
                    </a:solidFill>
                  </a:tcPr>
                </a:tc>
              </a:tr>
              <a:tr h="444876">
                <a:tc>
                  <a:txBody>
                    <a:bodyPr/>
                    <a:lstStyle>
                      <a:lvl1pPr marL="0" algn="l" defTabSz="914400" rtl="0" eaLnBrk="1" latinLnBrk="0" hangingPunct="1">
                        <a:defRPr sz="1800" kern="1200">
                          <a:solidFill>
                            <a:schemeClr val="dk1"/>
                          </a:solidFill>
                          <a:latin typeface="Calibri" panose="020F0502020204030204"/>
                          <a:ea typeface="微软雅黑"/>
                        </a:defRPr>
                      </a:lvl1pPr>
                      <a:lvl2pPr marL="457200" algn="l" defTabSz="914400" rtl="0" eaLnBrk="1" latinLnBrk="0" hangingPunct="1">
                        <a:defRPr sz="1800" kern="1200">
                          <a:solidFill>
                            <a:schemeClr val="dk1"/>
                          </a:solidFill>
                          <a:latin typeface="Calibri" panose="020F0502020204030204"/>
                          <a:ea typeface="微软雅黑"/>
                        </a:defRPr>
                      </a:lvl2pPr>
                      <a:lvl3pPr marL="914400" algn="l" defTabSz="914400" rtl="0" eaLnBrk="1" latinLnBrk="0" hangingPunct="1">
                        <a:defRPr sz="1800" kern="1200">
                          <a:solidFill>
                            <a:schemeClr val="dk1"/>
                          </a:solidFill>
                          <a:latin typeface="Calibri" panose="020F0502020204030204"/>
                          <a:ea typeface="微软雅黑"/>
                        </a:defRPr>
                      </a:lvl3pPr>
                      <a:lvl4pPr marL="1371600" algn="l" defTabSz="914400" rtl="0" eaLnBrk="1" latinLnBrk="0" hangingPunct="1">
                        <a:defRPr sz="1800" kern="1200">
                          <a:solidFill>
                            <a:schemeClr val="dk1"/>
                          </a:solidFill>
                          <a:latin typeface="Calibri" panose="020F0502020204030204"/>
                          <a:ea typeface="微软雅黑"/>
                        </a:defRPr>
                      </a:lvl4pPr>
                      <a:lvl5pPr marL="1828800" algn="l" defTabSz="914400" rtl="0" eaLnBrk="1" latinLnBrk="0" hangingPunct="1">
                        <a:defRPr sz="1800" kern="1200">
                          <a:solidFill>
                            <a:schemeClr val="dk1"/>
                          </a:solidFill>
                          <a:latin typeface="Calibri" panose="020F0502020204030204"/>
                          <a:ea typeface="微软雅黑"/>
                        </a:defRPr>
                      </a:lvl5pPr>
                      <a:lvl6pPr marL="2286000" algn="l" defTabSz="914400" rtl="0" eaLnBrk="1" latinLnBrk="0" hangingPunct="1">
                        <a:defRPr sz="1800" kern="1200">
                          <a:solidFill>
                            <a:schemeClr val="dk1"/>
                          </a:solidFill>
                          <a:latin typeface="Calibri" panose="020F0502020204030204"/>
                          <a:ea typeface="微软雅黑"/>
                        </a:defRPr>
                      </a:lvl6pPr>
                      <a:lvl7pPr marL="2743200" algn="l" defTabSz="914400" rtl="0" eaLnBrk="1" latinLnBrk="0" hangingPunct="1">
                        <a:defRPr sz="1800" kern="1200">
                          <a:solidFill>
                            <a:schemeClr val="dk1"/>
                          </a:solidFill>
                          <a:latin typeface="Calibri" panose="020F0502020204030204"/>
                          <a:ea typeface="微软雅黑"/>
                        </a:defRPr>
                      </a:lvl7pPr>
                      <a:lvl8pPr marL="3200400" algn="l" defTabSz="914400" rtl="0" eaLnBrk="1" latinLnBrk="0" hangingPunct="1">
                        <a:defRPr sz="1800" kern="1200">
                          <a:solidFill>
                            <a:schemeClr val="dk1"/>
                          </a:solidFill>
                          <a:latin typeface="Calibri" panose="020F0502020204030204"/>
                          <a:ea typeface="微软雅黑"/>
                        </a:defRPr>
                      </a:lvl8pPr>
                      <a:lvl9pPr marL="3657600" algn="l" defTabSz="914400" rtl="0" eaLnBrk="1" latinLnBrk="0" hangingPunct="1">
                        <a:defRPr sz="1800" kern="1200">
                          <a:solidFill>
                            <a:schemeClr val="dk1"/>
                          </a:solidFill>
                          <a:latin typeface="Calibri" panose="020F0502020204030204"/>
                          <a:ea typeface="微软雅黑"/>
                        </a:defRPr>
                      </a:lvl9pPr>
                    </a:lstStyle>
                    <a:p>
                      <a:pPr marL="36195" indent="0" algn="l">
                        <a:lnSpc>
                          <a:spcPct val="100000"/>
                        </a:lnSpc>
                        <a:spcAft>
                          <a:spcPts val="0"/>
                        </a:spcAft>
                      </a:pPr>
                      <a:r>
                        <a:rPr lang="en-US" sz="2000" dirty="0">
                          <a:solidFill>
                            <a:srgbClr val="EE822F"/>
                          </a:solidFill>
                          <a:effectLst/>
                          <a:latin typeface="+mj-lt"/>
                        </a:rPr>
                        <a:t> min</a:t>
                      </a:r>
                      <a:r>
                        <a:rPr lang="en-US" sz="2000" dirty="0">
                          <a:effectLst/>
                          <a:latin typeface="+mj-lt"/>
                        </a:rPr>
                        <a:t>()</a:t>
                      </a:r>
                      <a:endParaRPr lang="en-US" sz="2000" dirty="0">
                        <a:effectLst/>
                        <a:latin typeface="+mj-lt"/>
                        <a:ea typeface="+mn-ea"/>
                        <a:cs typeface="Times New Roman" panose="02020603050405020304" pitchFamily="18" charset="0"/>
                      </a:endParaRPr>
                    </a:p>
                  </a:txBody>
                  <a:tcPr marL="9525" marR="9525" marT="9525" marB="9525" anchor="ctr">
                    <a:lnL>
                      <a:noFill/>
                    </a:lnL>
                    <a:lnR>
                      <a:noFill/>
                    </a:lnR>
                    <a:lnT w="12700" cap="flat" cmpd="sng" algn="ctr">
                      <a:solidFill>
                        <a:sysClr val="windowText" lastClr="000000"/>
                      </a:solidFill>
                      <a:prstDash val="dash"/>
                      <a:round/>
                      <a:headEnd type="none" w="med" len="med"/>
                      <a:tailEnd type="none" w="med" len="med"/>
                    </a:lnT>
                    <a:lnB w="12700" cap="flat" cmpd="sng" algn="ctr">
                      <a:solidFill>
                        <a:sysClr val="windowText" lastClr="000000"/>
                      </a:solidFill>
                      <a:prstDash val="dash"/>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ea typeface="微软雅黑"/>
                        </a:defRPr>
                      </a:lvl1pPr>
                      <a:lvl2pPr marL="457200" algn="l" defTabSz="914400" rtl="0" eaLnBrk="1" latinLnBrk="0" hangingPunct="1">
                        <a:defRPr sz="1800" kern="1200">
                          <a:solidFill>
                            <a:schemeClr val="dk1"/>
                          </a:solidFill>
                          <a:latin typeface="Calibri" panose="020F0502020204030204"/>
                          <a:ea typeface="微软雅黑"/>
                        </a:defRPr>
                      </a:lvl2pPr>
                      <a:lvl3pPr marL="914400" algn="l" defTabSz="914400" rtl="0" eaLnBrk="1" latinLnBrk="0" hangingPunct="1">
                        <a:defRPr sz="1800" kern="1200">
                          <a:solidFill>
                            <a:schemeClr val="dk1"/>
                          </a:solidFill>
                          <a:latin typeface="Calibri" panose="020F0502020204030204"/>
                          <a:ea typeface="微软雅黑"/>
                        </a:defRPr>
                      </a:lvl3pPr>
                      <a:lvl4pPr marL="1371600" algn="l" defTabSz="914400" rtl="0" eaLnBrk="1" latinLnBrk="0" hangingPunct="1">
                        <a:defRPr sz="1800" kern="1200">
                          <a:solidFill>
                            <a:schemeClr val="dk1"/>
                          </a:solidFill>
                          <a:latin typeface="Calibri" panose="020F0502020204030204"/>
                          <a:ea typeface="微软雅黑"/>
                        </a:defRPr>
                      </a:lvl4pPr>
                      <a:lvl5pPr marL="1828800" algn="l" defTabSz="914400" rtl="0" eaLnBrk="1" latinLnBrk="0" hangingPunct="1">
                        <a:defRPr sz="1800" kern="1200">
                          <a:solidFill>
                            <a:schemeClr val="dk1"/>
                          </a:solidFill>
                          <a:latin typeface="Calibri" panose="020F0502020204030204"/>
                          <a:ea typeface="微软雅黑"/>
                        </a:defRPr>
                      </a:lvl5pPr>
                      <a:lvl6pPr marL="2286000" algn="l" defTabSz="914400" rtl="0" eaLnBrk="1" latinLnBrk="0" hangingPunct="1">
                        <a:defRPr sz="1800" kern="1200">
                          <a:solidFill>
                            <a:schemeClr val="dk1"/>
                          </a:solidFill>
                          <a:latin typeface="Calibri" panose="020F0502020204030204"/>
                          <a:ea typeface="微软雅黑"/>
                        </a:defRPr>
                      </a:lvl6pPr>
                      <a:lvl7pPr marL="2743200" algn="l" defTabSz="914400" rtl="0" eaLnBrk="1" latinLnBrk="0" hangingPunct="1">
                        <a:defRPr sz="1800" kern="1200">
                          <a:solidFill>
                            <a:schemeClr val="dk1"/>
                          </a:solidFill>
                          <a:latin typeface="Calibri" panose="020F0502020204030204"/>
                          <a:ea typeface="微软雅黑"/>
                        </a:defRPr>
                      </a:lvl7pPr>
                      <a:lvl8pPr marL="3200400" algn="l" defTabSz="914400" rtl="0" eaLnBrk="1" latinLnBrk="0" hangingPunct="1">
                        <a:defRPr sz="1800" kern="1200">
                          <a:solidFill>
                            <a:schemeClr val="dk1"/>
                          </a:solidFill>
                          <a:latin typeface="Calibri" panose="020F0502020204030204"/>
                          <a:ea typeface="微软雅黑"/>
                        </a:defRPr>
                      </a:lvl8pPr>
                      <a:lvl9pPr marL="3657600" algn="l" defTabSz="914400" rtl="0" eaLnBrk="1" latinLnBrk="0" hangingPunct="1">
                        <a:defRPr sz="1800" kern="1200">
                          <a:solidFill>
                            <a:schemeClr val="dk1"/>
                          </a:solidFill>
                          <a:latin typeface="Calibri" panose="020F0502020204030204"/>
                          <a:ea typeface="微软雅黑"/>
                        </a:defRPr>
                      </a:lvl9pPr>
                    </a:lstStyle>
                    <a:p>
                      <a:pPr marL="36195" indent="0" algn="l">
                        <a:lnSpc>
                          <a:spcPct val="100000"/>
                        </a:lnSpc>
                        <a:spcAft>
                          <a:spcPts val="0"/>
                        </a:spcAft>
                      </a:pPr>
                      <a:r>
                        <a:rPr lang="zh-CN" altLang="en-US" sz="2000">
                          <a:effectLst/>
                          <a:latin typeface="+mj-lt"/>
                        </a:rPr>
                        <a:t>最小值</a:t>
                      </a:r>
                      <a:endParaRPr lang="zh-CN" altLang="en-US" sz="2000">
                        <a:effectLst/>
                        <a:latin typeface="+mj-lt"/>
                        <a:ea typeface="+mn-ea"/>
                        <a:cs typeface="Times New Roman" panose="02020603050405020304" pitchFamily="18" charset="0"/>
                      </a:endParaRPr>
                    </a:p>
                  </a:txBody>
                  <a:tcPr marL="9525" marR="9525" marT="9525" marB="9525" anchor="ctr">
                    <a:lnL>
                      <a:noFill/>
                    </a:lnL>
                    <a:lnR>
                      <a:noFill/>
                    </a:lnR>
                    <a:lnT w="12700" cap="flat" cmpd="sng" algn="ctr">
                      <a:solidFill>
                        <a:sysClr val="windowText" lastClr="000000"/>
                      </a:solidFill>
                      <a:prstDash val="dash"/>
                      <a:round/>
                      <a:headEnd type="none" w="med" len="med"/>
                      <a:tailEnd type="none" w="med" len="med"/>
                    </a:lnT>
                    <a:lnB w="12700" cap="flat" cmpd="sng" algn="ctr">
                      <a:solidFill>
                        <a:sysClr val="windowText" lastClr="000000"/>
                      </a:solidFill>
                      <a:prstDash val="dash"/>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ea typeface="微软雅黑"/>
                        </a:defRPr>
                      </a:lvl1pPr>
                      <a:lvl2pPr marL="457200" algn="l" defTabSz="914400" rtl="0" eaLnBrk="1" latinLnBrk="0" hangingPunct="1">
                        <a:defRPr sz="1800" kern="1200">
                          <a:solidFill>
                            <a:schemeClr val="dk1"/>
                          </a:solidFill>
                          <a:latin typeface="Calibri" panose="020F0502020204030204"/>
                          <a:ea typeface="微软雅黑"/>
                        </a:defRPr>
                      </a:lvl2pPr>
                      <a:lvl3pPr marL="914400" algn="l" defTabSz="914400" rtl="0" eaLnBrk="1" latinLnBrk="0" hangingPunct="1">
                        <a:defRPr sz="1800" kern="1200">
                          <a:solidFill>
                            <a:schemeClr val="dk1"/>
                          </a:solidFill>
                          <a:latin typeface="Calibri" panose="020F0502020204030204"/>
                          <a:ea typeface="微软雅黑"/>
                        </a:defRPr>
                      </a:lvl3pPr>
                      <a:lvl4pPr marL="1371600" algn="l" defTabSz="914400" rtl="0" eaLnBrk="1" latinLnBrk="0" hangingPunct="1">
                        <a:defRPr sz="1800" kern="1200">
                          <a:solidFill>
                            <a:schemeClr val="dk1"/>
                          </a:solidFill>
                          <a:latin typeface="Calibri" panose="020F0502020204030204"/>
                          <a:ea typeface="微软雅黑"/>
                        </a:defRPr>
                      </a:lvl4pPr>
                      <a:lvl5pPr marL="1828800" algn="l" defTabSz="914400" rtl="0" eaLnBrk="1" latinLnBrk="0" hangingPunct="1">
                        <a:defRPr sz="1800" kern="1200">
                          <a:solidFill>
                            <a:schemeClr val="dk1"/>
                          </a:solidFill>
                          <a:latin typeface="Calibri" panose="020F0502020204030204"/>
                          <a:ea typeface="微软雅黑"/>
                        </a:defRPr>
                      </a:lvl5pPr>
                      <a:lvl6pPr marL="2286000" algn="l" defTabSz="914400" rtl="0" eaLnBrk="1" latinLnBrk="0" hangingPunct="1">
                        <a:defRPr sz="1800" kern="1200">
                          <a:solidFill>
                            <a:schemeClr val="dk1"/>
                          </a:solidFill>
                          <a:latin typeface="Calibri" panose="020F0502020204030204"/>
                          <a:ea typeface="微软雅黑"/>
                        </a:defRPr>
                      </a:lvl6pPr>
                      <a:lvl7pPr marL="2743200" algn="l" defTabSz="914400" rtl="0" eaLnBrk="1" latinLnBrk="0" hangingPunct="1">
                        <a:defRPr sz="1800" kern="1200">
                          <a:solidFill>
                            <a:schemeClr val="dk1"/>
                          </a:solidFill>
                          <a:latin typeface="Calibri" panose="020F0502020204030204"/>
                          <a:ea typeface="微软雅黑"/>
                        </a:defRPr>
                      </a:lvl7pPr>
                      <a:lvl8pPr marL="3200400" algn="l" defTabSz="914400" rtl="0" eaLnBrk="1" latinLnBrk="0" hangingPunct="1">
                        <a:defRPr sz="1800" kern="1200">
                          <a:solidFill>
                            <a:schemeClr val="dk1"/>
                          </a:solidFill>
                          <a:latin typeface="Calibri" panose="020F0502020204030204"/>
                          <a:ea typeface="微软雅黑"/>
                        </a:defRPr>
                      </a:lvl8pPr>
                      <a:lvl9pPr marL="3657600" algn="l" defTabSz="914400" rtl="0" eaLnBrk="1" latinLnBrk="0" hangingPunct="1">
                        <a:defRPr sz="1800" kern="1200">
                          <a:solidFill>
                            <a:schemeClr val="dk1"/>
                          </a:solidFill>
                          <a:latin typeface="Calibri" panose="020F0502020204030204"/>
                          <a:ea typeface="微软雅黑"/>
                        </a:defRPr>
                      </a:lvl9pPr>
                    </a:lstStyle>
                    <a:p>
                      <a:pPr marL="36195" indent="0" algn="l">
                        <a:lnSpc>
                          <a:spcPct val="100000"/>
                        </a:lnSpc>
                        <a:spcAft>
                          <a:spcPts val="0"/>
                        </a:spcAft>
                      </a:pPr>
                      <a:r>
                        <a:rPr lang="en-US" sz="2000" dirty="0">
                          <a:effectLst/>
                          <a:latin typeface="+mj-lt"/>
                        </a:rPr>
                        <a:t>quantile()</a:t>
                      </a:r>
                      <a:endParaRPr lang="en-US" sz="2000" dirty="0">
                        <a:effectLst/>
                        <a:latin typeface="+mj-lt"/>
                        <a:ea typeface="+mn-ea"/>
                        <a:cs typeface="Times New Roman" panose="02020603050405020304" pitchFamily="18" charset="0"/>
                      </a:endParaRPr>
                    </a:p>
                  </a:txBody>
                  <a:tcPr marL="9525" marR="9525" marT="9525" marB="9525" anchor="ctr">
                    <a:lnL>
                      <a:noFill/>
                    </a:lnL>
                    <a:lnR>
                      <a:noFill/>
                    </a:lnR>
                    <a:lnT w="12700" cap="flat" cmpd="sng" algn="ctr">
                      <a:solidFill>
                        <a:sysClr val="windowText" lastClr="000000"/>
                      </a:solidFill>
                      <a:prstDash val="dash"/>
                      <a:round/>
                      <a:headEnd type="none" w="med" len="med"/>
                      <a:tailEnd type="none" w="med" len="med"/>
                    </a:lnT>
                    <a:lnB w="12700" cap="flat" cmpd="sng" algn="ctr">
                      <a:solidFill>
                        <a:sysClr val="windowText" lastClr="000000"/>
                      </a:solidFill>
                      <a:prstDash val="dash"/>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ea typeface="微软雅黑"/>
                        </a:defRPr>
                      </a:lvl1pPr>
                      <a:lvl2pPr marL="457200" algn="l" defTabSz="914400" rtl="0" eaLnBrk="1" latinLnBrk="0" hangingPunct="1">
                        <a:defRPr sz="1800" kern="1200">
                          <a:solidFill>
                            <a:schemeClr val="dk1"/>
                          </a:solidFill>
                          <a:latin typeface="Calibri" panose="020F0502020204030204"/>
                          <a:ea typeface="微软雅黑"/>
                        </a:defRPr>
                      </a:lvl2pPr>
                      <a:lvl3pPr marL="914400" algn="l" defTabSz="914400" rtl="0" eaLnBrk="1" latinLnBrk="0" hangingPunct="1">
                        <a:defRPr sz="1800" kern="1200">
                          <a:solidFill>
                            <a:schemeClr val="dk1"/>
                          </a:solidFill>
                          <a:latin typeface="Calibri" panose="020F0502020204030204"/>
                          <a:ea typeface="微软雅黑"/>
                        </a:defRPr>
                      </a:lvl3pPr>
                      <a:lvl4pPr marL="1371600" algn="l" defTabSz="914400" rtl="0" eaLnBrk="1" latinLnBrk="0" hangingPunct="1">
                        <a:defRPr sz="1800" kern="1200">
                          <a:solidFill>
                            <a:schemeClr val="dk1"/>
                          </a:solidFill>
                          <a:latin typeface="Calibri" panose="020F0502020204030204"/>
                          <a:ea typeface="微软雅黑"/>
                        </a:defRPr>
                      </a:lvl4pPr>
                      <a:lvl5pPr marL="1828800" algn="l" defTabSz="914400" rtl="0" eaLnBrk="1" latinLnBrk="0" hangingPunct="1">
                        <a:defRPr sz="1800" kern="1200">
                          <a:solidFill>
                            <a:schemeClr val="dk1"/>
                          </a:solidFill>
                          <a:latin typeface="Calibri" panose="020F0502020204030204"/>
                          <a:ea typeface="微软雅黑"/>
                        </a:defRPr>
                      </a:lvl5pPr>
                      <a:lvl6pPr marL="2286000" algn="l" defTabSz="914400" rtl="0" eaLnBrk="1" latinLnBrk="0" hangingPunct="1">
                        <a:defRPr sz="1800" kern="1200">
                          <a:solidFill>
                            <a:schemeClr val="dk1"/>
                          </a:solidFill>
                          <a:latin typeface="Calibri" panose="020F0502020204030204"/>
                          <a:ea typeface="微软雅黑"/>
                        </a:defRPr>
                      </a:lvl6pPr>
                      <a:lvl7pPr marL="2743200" algn="l" defTabSz="914400" rtl="0" eaLnBrk="1" latinLnBrk="0" hangingPunct="1">
                        <a:defRPr sz="1800" kern="1200">
                          <a:solidFill>
                            <a:schemeClr val="dk1"/>
                          </a:solidFill>
                          <a:latin typeface="Calibri" panose="020F0502020204030204"/>
                          <a:ea typeface="微软雅黑"/>
                        </a:defRPr>
                      </a:lvl7pPr>
                      <a:lvl8pPr marL="3200400" algn="l" defTabSz="914400" rtl="0" eaLnBrk="1" latinLnBrk="0" hangingPunct="1">
                        <a:defRPr sz="1800" kern="1200">
                          <a:solidFill>
                            <a:schemeClr val="dk1"/>
                          </a:solidFill>
                          <a:latin typeface="Calibri" panose="020F0502020204030204"/>
                          <a:ea typeface="微软雅黑"/>
                        </a:defRPr>
                      </a:lvl8pPr>
                      <a:lvl9pPr marL="3657600" algn="l" defTabSz="914400" rtl="0" eaLnBrk="1" latinLnBrk="0" hangingPunct="1">
                        <a:defRPr sz="1800" kern="1200">
                          <a:solidFill>
                            <a:schemeClr val="dk1"/>
                          </a:solidFill>
                          <a:latin typeface="Calibri" panose="020F0502020204030204"/>
                          <a:ea typeface="微软雅黑"/>
                        </a:defRPr>
                      </a:lvl9pPr>
                    </a:lstStyle>
                    <a:p>
                      <a:pPr marL="36195" indent="0" algn="l">
                        <a:lnSpc>
                          <a:spcPct val="100000"/>
                        </a:lnSpc>
                        <a:spcAft>
                          <a:spcPts val="0"/>
                        </a:spcAft>
                      </a:pPr>
                      <a:r>
                        <a:rPr lang="zh-CN" altLang="en-US" sz="2000">
                          <a:effectLst/>
                          <a:latin typeface="+mj-lt"/>
                        </a:rPr>
                        <a:t>样本分位数</a:t>
                      </a:r>
                      <a:endParaRPr lang="zh-CN" altLang="en-US" sz="2000">
                        <a:effectLst/>
                        <a:latin typeface="+mj-lt"/>
                        <a:ea typeface="+mn-ea"/>
                        <a:cs typeface="Times New Roman" panose="02020603050405020304" pitchFamily="18" charset="0"/>
                      </a:endParaRPr>
                    </a:p>
                  </a:txBody>
                  <a:tcPr marL="9525" marR="9525" marT="9525" marB="9525" anchor="ctr">
                    <a:lnL>
                      <a:noFill/>
                    </a:lnL>
                    <a:lnR>
                      <a:noFill/>
                    </a:lnR>
                    <a:lnT w="12700" cap="flat" cmpd="sng" algn="ctr">
                      <a:solidFill>
                        <a:sysClr val="windowText" lastClr="000000"/>
                      </a:solidFill>
                      <a:prstDash val="dash"/>
                      <a:round/>
                      <a:headEnd type="none" w="med" len="med"/>
                      <a:tailEnd type="none" w="med" len="med"/>
                    </a:lnT>
                    <a:lnB w="12700" cap="flat" cmpd="sng" algn="ctr">
                      <a:solidFill>
                        <a:sysClr val="windowText" lastClr="000000"/>
                      </a:solidFill>
                      <a:prstDash val="dash"/>
                      <a:round/>
                      <a:headEnd type="none" w="med" len="med"/>
                      <a:tailEnd type="none" w="med" len="med"/>
                    </a:lnB>
                    <a:lnTlToBr w="12700" cmpd="sng">
                      <a:noFill/>
                      <a:prstDash val="solid"/>
                    </a:lnTlToBr>
                    <a:lnBlToTr w="12700" cmpd="sng">
                      <a:noFill/>
                      <a:prstDash val="solid"/>
                    </a:lnBlToTr>
                    <a:solidFill>
                      <a:sysClr val="window" lastClr="FFFFFF"/>
                    </a:solidFill>
                  </a:tcPr>
                </a:tc>
              </a:tr>
              <a:tr h="444876">
                <a:tc>
                  <a:txBody>
                    <a:bodyPr/>
                    <a:lstStyle>
                      <a:lvl1pPr marL="0" algn="l" defTabSz="914400" rtl="0" eaLnBrk="1" latinLnBrk="0" hangingPunct="1">
                        <a:defRPr sz="1800" kern="1200">
                          <a:solidFill>
                            <a:schemeClr val="dk1"/>
                          </a:solidFill>
                          <a:latin typeface="Calibri" panose="020F0502020204030204"/>
                          <a:ea typeface="微软雅黑"/>
                        </a:defRPr>
                      </a:lvl1pPr>
                      <a:lvl2pPr marL="457200" algn="l" defTabSz="914400" rtl="0" eaLnBrk="1" latinLnBrk="0" hangingPunct="1">
                        <a:defRPr sz="1800" kern="1200">
                          <a:solidFill>
                            <a:schemeClr val="dk1"/>
                          </a:solidFill>
                          <a:latin typeface="Calibri" panose="020F0502020204030204"/>
                          <a:ea typeface="微软雅黑"/>
                        </a:defRPr>
                      </a:lvl2pPr>
                      <a:lvl3pPr marL="914400" algn="l" defTabSz="914400" rtl="0" eaLnBrk="1" latinLnBrk="0" hangingPunct="1">
                        <a:defRPr sz="1800" kern="1200">
                          <a:solidFill>
                            <a:schemeClr val="dk1"/>
                          </a:solidFill>
                          <a:latin typeface="Calibri" panose="020F0502020204030204"/>
                          <a:ea typeface="微软雅黑"/>
                        </a:defRPr>
                      </a:lvl3pPr>
                      <a:lvl4pPr marL="1371600" algn="l" defTabSz="914400" rtl="0" eaLnBrk="1" latinLnBrk="0" hangingPunct="1">
                        <a:defRPr sz="1800" kern="1200">
                          <a:solidFill>
                            <a:schemeClr val="dk1"/>
                          </a:solidFill>
                          <a:latin typeface="Calibri" panose="020F0502020204030204"/>
                          <a:ea typeface="微软雅黑"/>
                        </a:defRPr>
                      </a:lvl4pPr>
                      <a:lvl5pPr marL="1828800" algn="l" defTabSz="914400" rtl="0" eaLnBrk="1" latinLnBrk="0" hangingPunct="1">
                        <a:defRPr sz="1800" kern="1200">
                          <a:solidFill>
                            <a:schemeClr val="dk1"/>
                          </a:solidFill>
                          <a:latin typeface="Calibri" panose="020F0502020204030204"/>
                          <a:ea typeface="微软雅黑"/>
                        </a:defRPr>
                      </a:lvl5pPr>
                      <a:lvl6pPr marL="2286000" algn="l" defTabSz="914400" rtl="0" eaLnBrk="1" latinLnBrk="0" hangingPunct="1">
                        <a:defRPr sz="1800" kern="1200">
                          <a:solidFill>
                            <a:schemeClr val="dk1"/>
                          </a:solidFill>
                          <a:latin typeface="Calibri" panose="020F0502020204030204"/>
                          <a:ea typeface="微软雅黑"/>
                        </a:defRPr>
                      </a:lvl6pPr>
                      <a:lvl7pPr marL="2743200" algn="l" defTabSz="914400" rtl="0" eaLnBrk="1" latinLnBrk="0" hangingPunct="1">
                        <a:defRPr sz="1800" kern="1200">
                          <a:solidFill>
                            <a:schemeClr val="dk1"/>
                          </a:solidFill>
                          <a:latin typeface="Calibri" panose="020F0502020204030204"/>
                          <a:ea typeface="微软雅黑"/>
                        </a:defRPr>
                      </a:lvl7pPr>
                      <a:lvl8pPr marL="3200400" algn="l" defTabSz="914400" rtl="0" eaLnBrk="1" latinLnBrk="0" hangingPunct="1">
                        <a:defRPr sz="1800" kern="1200">
                          <a:solidFill>
                            <a:schemeClr val="dk1"/>
                          </a:solidFill>
                          <a:latin typeface="Calibri" panose="020F0502020204030204"/>
                          <a:ea typeface="微软雅黑"/>
                        </a:defRPr>
                      </a:lvl8pPr>
                      <a:lvl9pPr marL="3657600" algn="l" defTabSz="914400" rtl="0" eaLnBrk="1" latinLnBrk="0" hangingPunct="1">
                        <a:defRPr sz="1800" kern="1200">
                          <a:solidFill>
                            <a:schemeClr val="dk1"/>
                          </a:solidFill>
                          <a:latin typeface="Calibri" panose="020F0502020204030204"/>
                          <a:ea typeface="微软雅黑"/>
                        </a:defRPr>
                      </a:lvl9pPr>
                    </a:lstStyle>
                    <a:p>
                      <a:pPr marL="36195" indent="0" algn="l">
                        <a:lnSpc>
                          <a:spcPct val="100000"/>
                        </a:lnSpc>
                        <a:spcAft>
                          <a:spcPts val="0"/>
                        </a:spcAft>
                      </a:pPr>
                      <a:r>
                        <a:rPr lang="en-US" sz="2000" dirty="0">
                          <a:solidFill>
                            <a:srgbClr val="EE822F"/>
                          </a:solidFill>
                          <a:effectLst/>
                          <a:latin typeface="+mj-lt"/>
                        </a:rPr>
                        <a:t> max</a:t>
                      </a:r>
                      <a:r>
                        <a:rPr lang="en-US" sz="2000" dirty="0">
                          <a:effectLst/>
                          <a:latin typeface="+mj-lt"/>
                        </a:rPr>
                        <a:t>()</a:t>
                      </a:r>
                      <a:endParaRPr lang="en-US" sz="2000" dirty="0">
                        <a:effectLst/>
                        <a:latin typeface="+mj-lt"/>
                        <a:ea typeface="+mn-ea"/>
                        <a:cs typeface="Times New Roman" panose="02020603050405020304" pitchFamily="18" charset="0"/>
                      </a:endParaRPr>
                    </a:p>
                  </a:txBody>
                  <a:tcPr marL="9525" marR="9525" marT="9525" marB="9525" anchor="ctr">
                    <a:lnL>
                      <a:noFill/>
                    </a:lnL>
                    <a:lnR>
                      <a:noFill/>
                    </a:lnR>
                    <a:lnT w="12700" cap="flat" cmpd="sng" algn="ctr">
                      <a:solidFill>
                        <a:sysClr val="windowText" lastClr="000000"/>
                      </a:solidFill>
                      <a:prstDash val="dash"/>
                      <a:round/>
                      <a:headEnd type="none" w="med" len="med"/>
                      <a:tailEnd type="none" w="med" len="med"/>
                    </a:lnT>
                    <a:lnB w="12700" cap="flat" cmpd="sng" algn="ctr">
                      <a:solidFill>
                        <a:sysClr val="windowText" lastClr="000000"/>
                      </a:solidFill>
                      <a:prstDash val="dash"/>
                      <a:round/>
                      <a:headEnd type="none" w="med" len="med"/>
                      <a:tailEnd type="none" w="med" len="med"/>
                    </a:lnB>
                    <a:lnTlToBr w="12700" cmpd="sng">
                      <a:noFill/>
                      <a:prstDash val="solid"/>
                    </a:lnTlToBr>
                    <a:lnBlToTr w="12700" cmpd="sng">
                      <a:noFill/>
                      <a:prstDash val="solid"/>
                    </a:lnBlToTr>
                    <a:solidFill>
                      <a:sysClr val="windowText" lastClr="000000">
                        <a:tint val="20000"/>
                      </a:sysClr>
                    </a:solidFill>
                  </a:tcPr>
                </a:tc>
                <a:tc>
                  <a:txBody>
                    <a:bodyPr/>
                    <a:lstStyle>
                      <a:lvl1pPr marL="0" algn="l" defTabSz="914400" rtl="0" eaLnBrk="1" latinLnBrk="0" hangingPunct="1">
                        <a:defRPr sz="1800" kern="1200">
                          <a:solidFill>
                            <a:schemeClr val="dk1"/>
                          </a:solidFill>
                          <a:latin typeface="Calibri" panose="020F0502020204030204"/>
                          <a:ea typeface="微软雅黑"/>
                        </a:defRPr>
                      </a:lvl1pPr>
                      <a:lvl2pPr marL="457200" algn="l" defTabSz="914400" rtl="0" eaLnBrk="1" latinLnBrk="0" hangingPunct="1">
                        <a:defRPr sz="1800" kern="1200">
                          <a:solidFill>
                            <a:schemeClr val="dk1"/>
                          </a:solidFill>
                          <a:latin typeface="Calibri" panose="020F0502020204030204"/>
                          <a:ea typeface="微软雅黑"/>
                        </a:defRPr>
                      </a:lvl2pPr>
                      <a:lvl3pPr marL="914400" algn="l" defTabSz="914400" rtl="0" eaLnBrk="1" latinLnBrk="0" hangingPunct="1">
                        <a:defRPr sz="1800" kern="1200">
                          <a:solidFill>
                            <a:schemeClr val="dk1"/>
                          </a:solidFill>
                          <a:latin typeface="Calibri" panose="020F0502020204030204"/>
                          <a:ea typeface="微软雅黑"/>
                        </a:defRPr>
                      </a:lvl3pPr>
                      <a:lvl4pPr marL="1371600" algn="l" defTabSz="914400" rtl="0" eaLnBrk="1" latinLnBrk="0" hangingPunct="1">
                        <a:defRPr sz="1800" kern="1200">
                          <a:solidFill>
                            <a:schemeClr val="dk1"/>
                          </a:solidFill>
                          <a:latin typeface="Calibri" panose="020F0502020204030204"/>
                          <a:ea typeface="微软雅黑"/>
                        </a:defRPr>
                      </a:lvl4pPr>
                      <a:lvl5pPr marL="1828800" algn="l" defTabSz="914400" rtl="0" eaLnBrk="1" latinLnBrk="0" hangingPunct="1">
                        <a:defRPr sz="1800" kern="1200">
                          <a:solidFill>
                            <a:schemeClr val="dk1"/>
                          </a:solidFill>
                          <a:latin typeface="Calibri" panose="020F0502020204030204"/>
                          <a:ea typeface="微软雅黑"/>
                        </a:defRPr>
                      </a:lvl5pPr>
                      <a:lvl6pPr marL="2286000" algn="l" defTabSz="914400" rtl="0" eaLnBrk="1" latinLnBrk="0" hangingPunct="1">
                        <a:defRPr sz="1800" kern="1200">
                          <a:solidFill>
                            <a:schemeClr val="dk1"/>
                          </a:solidFill>
                          <a:latin typeface="Calibri" panose="020F0502020204030204"/>
                          <a:ea typeface="微软雅黑"/>
                        </a:defRPr>
                      </a:lvl6pPr>
                      <a:lvl7pPr marL="2743200" algn="l" defTabSz="914400" rtl="0" eaLnBrk="1" latinLnBrk="0" hangingPunct="1">
                        <a:defRPr sz="1800" kern="1200">
                          <a:solidFill>
                            <a:schemeClr val="dk1"/>
                          </a:solidFill>
                          <a:latin typeface="Calibri" panose="020F0502020204030204"/>
                          <a:ea typeface="微软雅黑"/>
                        </a:defRPr>
                      </a:lvl7pPr>
                      <a:lvl8pPr marL="3200400" algn="l" defTabSz="914400" rtl="0" eaLnBrk="1" latinLnBrk="0" hangingPunct="1">
                        <a:defRPr sz="1800" kern="1200">
                          <a:solidFill>
                            <a:schemeClr val="dk1"/>
                          </a:solidFill>
                          <a:latin typeface="Calibri" panose="020F0502020204030204"/>
                          <a:ea typeface="微软雅黑"/>
                        </a:defRPr>
                      </a:lvl8pPr>
                      <a:lvl9pPr marL="3657600" algn="l" defTabSz="914400" rtl="0" eaLnBrk="1" latinLnBrk="0" hangingPunct="1">
                        <a:defRPr sz="1800" kern="1200">
                          <a:solidFill>
                            <a:schemeClr val="dk1"/>
                          </a:solidFill>
                          <a:latin typeface="Calibri" panose="020F0502020204030204"/>
                          <a:ea typeface="微软雅黑"/>
                        </a:defRPr>
                      </a:lvl9pPr>
                    </a:lstStyle>
                    <a:p>
                      <a:pPr marL="36195" indent="0" algn="l">
                        <a:lnSpc>
                          <a:spcPct val="100000"/>
                        </a:lnSpc>
                        <a:spcAft>
                          <a:spcPts val="0"/>
                        </a:spcAft>
                      </a:pPr>
                      <a:r>
                        <a:rPr lang="zh-CN" altLang="en-US" sz="2000" dirty="0">
                          <a:effectLst/>
                          <a:latin typeface="+mj-lt"/>
                        </a:rPr>
                        <a:t>最大值</a:t>
                      </a:r>
                      <a:endParaRPr lang="zh-CN" altLang="en-US" sz="2000" dirty="0">
                        <a:effectLst/>
                        <a:latin typeface="+mj-lt"/>
                        <a:ea typeface="+mn-ea"/>
                        <a:cs typeface="Times New Roman" panose="02020603050405020304" pitchFamily="18" charset="0"/>
                      </a:endParaRPr>
                    </a:p>
                  </a:txBody>
                  <a:tcPr marL="9525" marR="9525" marT="9525" marB="9525" anchor="ctr">
                    <a:lnL>
                      <a:noFill/>
                    </a:lnL>
                    <a:lnR>
                      <a:noFill/>
                    </a:lnR>
                    <a:lnT w="12700" cap="flat" cmpd="sng" algn="ctr">
                      <a:solidFill>
                        <a:sysClr val="windowText" lastClr="000000"/>
                      </a:solidFill>
                      <a:prstDash val="dash"/>
                      <a:round/>
                      <a:headEnd type="none" w="med" len="med"/>
                      <a:tailEnd type="none" w="med" len="med"/>
                    </a:lnT>
                    <a:lnB w="12700" cap="flat" cmpd="sng" algn="ctr">
                      <a:solidFill>
                        <a:sysClr val="windowText" lastClr="000000"/>
                      </a:solidFill>
                      <a:prstDash val="dash"/>
                      <a:round/>
                      <a:headEnd type="none" w="med" len="med"/>
                      <a:tailEnd type="none" w="med" len="med"/>
                    </a:lnB>
                    <a:lnTlToBr w="12700" cmpd="sng">
                      <a:noFill/>
                      <a:prstDash val="solid"/>
                    </a:lnTlToBr>
                    <a:lnBlToTr w="12700" cmpd="sng">
                      <a:noFill/>
                      <a:prstDash val="solid"/>
                    </a:lnBlToTr>
                    <a:solidFill>
                      <a:sysClr val="windowText" lastClr="000000">
                        <a:tint val="20000"/>
                      </a:sysClr>
                    </a:solidFill>
                  </a:tcPr>
                </a:tc>
                <a:tc>
                  <a:txBody>
                    <a:bodyPr/>
                    <a:lstStyle>
                      <a:lvl1pPr marL="0" algn="l" defTabSz="914400" rtl="0" eaLnBrk="1" latinLnBrk="0" hangingPunct="1">
                        <a:defRPr sz="1800" kern="1200">
                          <a:solidFill>
                            <a:schemeClr val="dk1"/>
                          </a:solidFill>
                          <a:latin typeface="Calibri" panose="020F0502020204030204"/>
                          <a:ea typeface="微软雅黑"/>
                        </a:defRPr>
                      </a:lvl1pPr>
                      <a:lvl2pPr marL="457200" algn="l" defTabSz="914400" rtl="0" eaLnBrk="1" latinLnBrk="0" hangingPunct="1">
                        <a:defRPr sz="1800" kern="1200">
                          <a:solidFill>
                            <a:schemeClr val="dk1"/>
                          </a:solidFill>
                          <a:latin typeface="Calibri" panose="020F0502020204030204"/>
                          <a:ea typeface="微软雅黑"/>
                        </a:defRPr>
                      </a:lvl2pPr>
                      <a:lvl3pPr marL="914400" algn="l" defTabSz="914400" rtl="0" eaLnBrk="1" latinLnBrk="0" hangingPunct="1">
                        <a:defRPr sz="1800" kern="1200">
                          <a:solidFill>
                            <a:schemeClr val="dk1"/>
                          </a:solidFill>
                          <a:latin typeface="Calibri" panose="020F0502020204030204"/>
                          <a:ea typeface="微软雅黑"/>
                        </a:defRPr>
                      </a:lvl3pPr>
                      <a:lvl4pPr marL="1371600" algn="l" defTabSz="914400" rtl="0" eaLnBrk="1" latinLnBrk="0" hangingPunct="1">
                        <a:defRPr sz="1800" kern="1200">
                          <a:solidFill>
                            <a:schemeClr val="dk1"/>
                          </a:solidFill>
                          <a:latin typeface="Calibri" panose="020F0502020204030204"/>
                          <a:ea typeface="微软雅黑"/>
                        </a:defRPr>
                      </a:lvl4pPr>
                      <a:lvl5pPr marL="1828800" algn="l" defTabSz="914400" rtl="0" eaLnBrk="1" latinLnBrk="0" hangingPunct="1">
                        <a:defRPr sz="1800" kern="1200">
                          <a:solidFill>
                            <a:schemeClr val="dk1"/>
                          </a:solidFill>
                          <a:latin typeface="Calibri" panose="020F0502020204030204"/>
                          <a:ea typeface="微软雅黑"/>
                        </a:defRPr>
                      </a:lvl5pPr>
                      <a:lvl6pPr marL="2286000" algn="l" defTabSz="914400" rtl="0" eaLnBrk="1" latinLnBrk="0" hangingPunct="1">
                        <a:defRPr sz="1800" kern="1200">
                          <a:solidFill>
                            <a:schemeClr val="dk1"/>
                          </a:solidFill>
                          <a:latin typeface="Calibri" panose="020F0502020204030204"/>
                          <a:ea typeface="微软雅黑"/>
                        </a:defRPr>
                      </a:lvl6pPr>
                      <a:lvl7pPr marL="2743200" algn="l" defTabSz="914400" rtl="0" eaLnBrk="1" latinLnBrk="0" hangingPunct="1">
                        <a:defRPr sz="1800" kern="1200">
                          <a:solidFill>
                            <a:schemeClr val="dk1"/>
                          </a:solidFill>
                          <a:latin typeface="Calibri" panose="020F0502020204030204"/>
                          <a:ea typeface="微软雅黑"/>
                        </a:defRPr>
                      </a:lvl7pPr>
                      <a:lvl8pPr marL="3200400" algn="l" defTabSz="914400" rtl="0" eaLnBrk="1" latinLnBrk="0" hangingPunct="1">
                        <a:defRPr sz="1800" kern="1200">
                          <a:solidFill>
                            <a:schemeClr val="dk1"/>
                          </a:solidFill>
                          <a:latin typeface="Calibri" panose="020F0502020204030204"/>
                          <a:ea typeface="微软雅黑"/>
                        </a:defRPr>
                      </a:lvl8pPr>
                      <a:lvl9pPr marL="3657600" algn="l" defTabSz="914400" rtl="0" eaLnBrk="1" latinLnBrk="0" hangingPunct="1">
                        <a:defRPr sz="1800" kern="1200">
                          <a:solidFill>
                            <a:schemeClr val="dk1"/>
                          </a:solidFill>
                          <a:latin typeface="Calibri" panose="020F0502020204030204"/>
                          <a:ea typeface="微软雅黑"/>
                        </a:defRPr>
                      </a:lvl9pPr>
                    </a:lstStyle>
                    <a:p>
                      <a:pPr marL="36195" indent="0" algn="l">
                        <a:lnSpc>
                          <a:spcPct val="100000"/>
                        </a:lnSpc>
                        <a:spcAft>
                          <a:spcPts val="0"/>
                        </a:spcAft>
                      </a:pPr>
                      <a:r>
                        <a:rPr lang="en-US" sz="2000" dirty="0" err="1">
                          <a:effectLst/>
                          <a:latin typeface="+mj-lt"/>
                        </a:rPr>
                        <a:t>cumsum</a:t>
                      </a:r>
                      <a:r>
                        <a:rPr lang="en-US" sz="2000" dirty="0">
                          <a:effectLst/>
                          <a:latin typeface="+mj-lt"/>
                        </a:rPr>
                        <a:t>()</a:t>
                      </a:r>
                      <a:endParaRPr lang="en-US" sz="2000" dirty="0">
                        <a:effectLst/>
                        <a:latin typeface="+mj-lt"/>
                        <a:ea typeface="+mn-ea"/>
                        <a:cs typeface="Times New Roman" panose="02020603050405020304" pitchFamily="18" charset="0"/>
                      </a:endParaRPr>
                    </a:p>
                  </a:txBody>
                  <a:tcPr marL="9525" marR="9525" marT="9525" marB="9525" anchor="ctr">
                    <a:lnL>
                      <a:noFill/>
                    </a:lnL>
                    <a:lnR>
                      <a:noFill/>
                    </a:lnR>
                    <a:lnT w="12700" cap="flat" cmpd="sng" algn="ctr">
                      <a:solidFill>
                        <a:sysClr val="windowText" lastClr="000000"/>
                      </a:solidFill>
                      <a:prstDash val="dash"/>
                      <a:round/>
                      <a:headEnd type="none" w="med" len="med"/>
                      <a:tailEnd type="none" w="med" len="med"/>
                    </a:lnT>
                    <a:lnB w="12700" cap="flat" cmpd="sng" algn="ctr">
                      <a:solidFill>
                        <a:sysClr val="windowText" lastClr="000000"/>
                      </a:solidFill>
                      <a:prstDash val="dash"/>
                      <a:round/>
                      <a:headEnd type="none" w="med" len="med"/>
                      <a:tailEnd type="none" w="med" len="med"/>
                    </a:lnB>
                    <a:lnTlToBr w="12700" cmpd="sng">
                      <a:noFill/>
                      <a:prstDash val="solid"/>
                    </a:lnTlToBr>
                    <a:lnBlToTr w="12700" cmpd="sng">
                      <a:noFill/>
                      <a:prstDash val="solid"/>
                    </a:lnBlToTr>
                    <a:solidFill>
                      <a:sysClr val="windowText" lastClr="000000">
                        <a:tint val="20000"/>
                      </a:sysClr>
                    </a:solidFill>
                  </a:tcPr>
                </a:tc>
                <a:tc>
                  <a:txBody>
                    <a:bodyPr/>
                    <a:lstStyle>
                      <a:lvl1pPr marL="0" algn="l" defTabSz="914400" rtl="0" eaLnBrk="1" latinLnBrk="0" hangingPunct="1">
                        <a:defRPr sz="1800" kern="1200">
                          <a:solidFill>
                            <a:schemeClr val="dk1"/>
                          </a:solidFill>
                          <a:latin typeface="Calibri" panose="020F0502020204030204"/>
                          <a:ea typeface="微软雅黑"/>
                        </a:defRPr>
                      </a:lvl1pPr>
                      <a:lvl2pPr marL="457200" algn="l" defTabSz="914400" rtl="0" eaLnBrk="1" latinLnBrk="0" hangingPunct="1">
                        <a:defRPr sz="1800" kern="1200">
                          <a:solidFill>
                            <a:schemeClr val="dk1"/>
                          </a:solidFill>
                          <a:latin typeface="Calibri" panose="020F0502020204030204"/>
                          <a:ea typeface="微软雅黑"/>
                        </a:defRPr>
                      </a:lvl2pPr>
                      <a:lvl3pPr marL="914400" algn="l" defTabSz="914400" rtl="0" eaLnBrk="1" latinLnBrk="0" hangingPunct="1">
                        <a:defRPr sz="1800" kern="1200">
                          <a:solidFill>
                            <a:schemeClr val="dk1"/>
                          </a:solidFill>
                          <a:latin typeface="Calibri" panose="020F0502020204030204"/>
                          <a:ea typeface="微软雅黑"/>
                        </a:defRPr>
                      </a:lvl3pPr>
                      <a:lvl4pPr marL="1371600" algn="l" defTabSz="914400" rtl="0" eaLnBrk="1" latinLnBrk="0" hangingPunct="1">
                        <a:defRPr sz="1800" kern="1200">
                          <a:solidFill>
                            <a:schemeClr val="dk1"/>
                          </a:solidFill>
                          <a:latin typeface="Calibri" panose="020F0502020204030204"/>
                          <a:ea typeface="微软雅黑"/>
                        </a:defRPr>
                      </a:lvl4pPr>
                      <a:lvl5pPr marL="1828800" algn="l" defTabSz="914400" rtl="0" eaLnBrk="1" latinLnBrk="0" hangingPunct="1">
                        <a:defRPr sz="1800" kern="1200">
                          <a:solidFill>
                            <a:schemeClr val="dk1"/>
                          </a:solidFill>
                          <a:latin typeface="Calibri" panose="020F0502020204030204"/>
                          <a:ea typeface="微软雅黑"/>
                        </a:defRPr>
                      </a:lvl5pPr>
                      <a:lvl6pPr marL="2286000" algn="l" defTabSz="914400" rtl="0" eaLnBrk="1" latinLnBrk="0" hangingPunct="1">
                        <a:defRPr sz="1800" kern="1200">
                          <a:solidFill>
                            <a:schemeClr val="dk1"/>
                          </a:solidFill>
                          <a:latin typeface="Calibri" panose="020F0502020204030204"/>
                          <a:ea typeface="微软雅黑"/>
                        </a:defRPr>
                      </a:lvl6pPr>
                      <a:lvl7pPr marL="2743200" algn="l" defTabSz="914400" rtl="0" eaLnBrk="1" latinLnBrk="0" hangingPunct="1">
                        <a:defRPr sz="1800" kern="1200">
                          <a:solidFill>
                            <a:schemeClr val="dk1"/>
                          </a:solidFill>
                          <a:latin typeface="Calibri" panose="020F0502020204030204"/>
                          <a:ea typeface="微软雅黑"/>
                        </a:defRPr>
                      </a:lvl7pPr>
                      <a:lvl8pPr marL="3200400" algn="l" defTabSz="914400" rtl="0" eaLnBrk="1" latinLnBrk="0" hangingPunct="1">
                        <a:defRPr sz="1800" kern="1200">
                          <a:solidFill>
                            <a:schemeClr val="dk1"/>
                          </a:solidFill>
                          <a:latin typeface="Calibri" panose="020F0502020204030204"/>
                          <a:ea typeface="微软雅黑"/>
                        </a:defRPr>
                      </a:lvl8pPr>
                      <a:lvl9pPr marL="3657600" algn="l" defTabSz="914400" rtl="0" eaLnBrk="1" latinLnBrk="0" hangingPunct="1">
                        <a:defRPr sz="1800" kern="1200">
                          <a:solidFill>
                            <a:schemeClr val="dk1"/>
                          </a:solidFill>
                          <a:latin typeface="Calibri" panose="020F0502020204030204"/>
                          <a:ea typeface="微软雅黑"/>
                        </a:defRPr>
                      </a:lvl9pPr>
                    </a:lstStyle>
                    <a:p>
                      <a:pPr marL="36195" indent="0" algn="l">
                        <a:lnSpc>
                          <a:spcPct val="100000"/>
                        </a:lnSpc>
                        <a:spcAft>
                          <a:spcPts val="0"/>
                        </a:spcAft>
                      </a:pPr>
                      <a:r>
                        <a:rPr lang="zh-CN" altLang="en-US" sz="2000">
                          <a:effectLst/>
                          <a:latin typeface="+mj-lt"/>
                        </a:rPr>
                        <a:t>累加</a:t>
                      </a:r>
                      <a:endParaRPr lang="zh-CN" altLang="en-US" sz="2000">
                        <a:effectLst/>
                        <a:latin typeface="+mj-lt"/>
                        <a:ea typeface="+mn-ea"/>
                        <a:cs typeface="Times New Roman" panose="02020603050405020304" pitchFamily="18" charset="0"/>
                      </a:endParaRPr>
                    </a:p>
                  </a:txBody>
                  <a:tcPr marL="9525" marR="9525" marT="9525" marB="9525" anchor="ctr">
                    <a:lnL>
                      <a:noFill/>
                    </a:lnL>
                    <a:lnR>
                      <a:noFill/>
                    </a:lnR>
                    <a:lnT w="12700" cap="flat" cmpd="sng" algn="ctr">
                      <a:solidFill>
                        <a:sysClr val="windowText" lastClr="000000"/>
                      </a:solidFill>
                      <a:prstDash val="dash"/>
                      <a:round/>
                      <a:headEnd type="none" w="med" len="med"/>
                      <a:tailEnd type="none" w="med" len="med"/>
                    </a:lnT>
                    <a:lnB w="12700" cap="flat" cmpd="sng" algn="ctr">
                      <a:solidFill>
                        <a:sysClr val="windowText" lastClr="000000"/>
                      </a:solidFill>
                      <a:prstDash val="dash"/>
                      <a:round/>
                      <a:headEnd type="none" w="med" len="med"/>
                      <a:tailEnd type="none" w="med" len="med"/>
                    </a:lnB>
                    <a:lnTlToBr w="12700" cmpd="sng">
                      <a:noFill/>
                      <a:prstDash val="solid"/>
                    </a:lnTlToBr>
                    <a:lnBlToTr w="12700" cmpd="sng">
                      <a:noFill/>
                      <a:prstDash val="solid"/>
                    </a:lnBlToTr>
                    <a:solidFill>
                      <a:sysClr val="windowText" lastClr="000000">
                        <a:tint val="20000"/>
                      </a:sysClr>
                    </a:solidFill>
                  </a:tcPr>
                </a:tc>
              </a:tr>
              <a:tr h="444876">
                <a:tc>
                  <a:txBody>
                    <a:bodyPr/>
                    <a:lstStyle>
                      <a:lvl1pPr marL="0" algn="l" defTabSz="914400" rtl="0" eaLnBrk="1" latinLnBrk="0" hangingPunct="1">
                        <a:defRPr sz="1800" kern="1200">
                          <a:solidFill>
                            <a:schemeClr val="dk1"/>
                          </a:solidFill>
                          <a:latin typeface="Calibri" panose="020F0502020204030204"/>
                          <a:ea typeface="微软雅黑"/>
                        </a:defRPr>
                      </a:lvl1pPr>
                      <a:lvl2pPr marL="457200" algn="l" defTabSz="914400" rtl="0" eaLnBrk="1" latinLnBrk="0" hangingPunct="1">
                        <a:defRPr sz="1800" kern="1200">
                          <a:solidFill>
                            <a:schemeClr val="dk1"/>
                          </a:solidFill>
                          <a:latin typeface="Calibri" panose="020F0502020204030204"/>
                          <a:ea typeface="微软雅黑"/>
                        </a:defRPr>
                      </a:lvl2pPr>
                      <a:lvl3pPr marL="914400" algn="l" defTabSz="914400" rtl="0" eaLnBrk="1" latinLnBrk="0" hangingPunct="1">
                        <a:defRPr sz="1800" kern="1200">
                          <a:solidFill>
                            <a:schemeClr val="dk1"/>
                          </a:solidFill>
                          <a:latin typeface="Calibri" panose="020F0502020204030204"/>
                          <a:ea typeface="微软雅黑"/>
                        </a:defRPr>
                      </a:lvl3pPr>
                      <a:lvl4pPr marL="1371600" algn="l" defTabSz="914400" rtl="0" eaLnBrk="1" latinLnBrk="0" hangingPunct="1">
                        <a:defRPr sz="1800" kern="1200">
                          <a:solidFill>
                            <a:schemeClr val="dk1"/>
                          </a:solidFill>
                          <a:latin typeface="Calibri" panose="020F0502020204030204"/>
                          <a:ea typeface="微软雅黑"/>
                        </a:defRPr>
                      </a:lvl4pPr>
                      <a:lvl5pPr marL="1828800" algn="l" defTabSz="914400" rtl="0" eaLnBrk="1" latinLnBrk="0" hangingPunct="1">
                        <a:defRPr sz="1800" kern="1200">
                          <a:solidFill>
                            <a:schemeClr val="dk1"/>
                          </a:solidFill>
                          <a:latin typeface="Calibri" panose="020F0502020204030204"/>
                          <a:ea typeface="微软雅黑"/>
                        </a:defRPr>
                      </a:lvl5pPr>
                      <a:lvl6pPr marL="2286000" algn="l" defTabSz="914400" rtl="0" eaLnBrk="1" latinLnBrk="0" hangingPunct="1">
                        <a:defRPr sz="1800" kern="1200">
                          <a:solidFill>
                            <a:schemeClr val="dk1"/>
                          </a:solidFill>
                          <a:latin typeface="Calibri" panose="020F0502020204030204"/>
                          <a:ea typeface="微软雅黑"/>
                        </a:defRPr>
                      </a:lvl6pPr>
                      <a:lvl7pPr marL="2743200" algn="l" defTabSz="914400" rtl="0" eaLnBrk="1" latinLnBrk="0" hangingPunct="1">
                        <a:defRPr sz="1800" kern="1200">
                          <a:solidFill>
                            <a:schemeClr val="dk1"/>
                          </a:solidFill>
                          <a:latin typeface="Calibri" panose="020F0502020204030204"/>
                          <a:ea typeface="微软雅黑"/>
                        </a:defRPr>
                      </a:lvl7pPr>
                      <a:lvl8pPr marL="3200400" algn="l" defTabSz="914400" rtl="0" eaLnBrk="1" latinLnBrk="0" hangingPunct="1">
                        <a:defRPr sz="1800" kern="1200">
                          <a:solidFill>
                            <a:schemeClr val="dk1"/>
                          </a:solidFill>
                          <a:latin typeface="Calibri" panose="020F0502020204030204"/>
                          <a:ea typeface="微软雅黑"/>
                        </a:defRPr>
                      </a:lvl8pPr>
                      <a:lvl9pPr marL="3657600" algn="l" defTabSz="914400" rtl="0" eaLnBrk="1" latinLnBrk="0" hangingPunct="1">
                        <a:defRPr sz="1800" kern="1200">
                          <a:solidFill>
                            <a:schemeClr val="dk1"/>
                          </a:solidFill>
                          <a:latin typeface="Calibri" panose="020F0502020204030204"/>
                          <a:ea typeface="微软雅黑"/>
                        </a:defRPr>
                      </a:lvl9pPr>
                    </a:lstStyle>
                    <a:p>
                      <a:pPr marL="36195" indent="0" algn="l">
                        <a:lnSpc>
                          <a:spcPct val="100000"/>
                        </a:lnSpc>
                        <a:spcAft>
                          <a:spcPts val="0"/>
                        </a:spcAft>
                      </a:pPr>
                      <a:r>
                        <a:rPr lang="en-US" sz="2000" dirty="0">
                          <a:solidFill>
                            <a:srgbClr val="EE822F"/>
                          </a:solidFill>
                          <a:effectLst/>
                          <a:latin typeface="+mj-lt"/>
                        </a:rPr>
                        <a:t> mode</a:t>
                      </a:r>
                      <a:r>
                        <a:rPr lang="en-US" sz="2000" dirty="0">
                          <a:effectLst/>
                          <a:latin typeface="+mj-lt"/>
                        </a:rPr>
                        <a:t>()</a:t>
                      </a:r>
                      <a:endParaRPr lang="en-US" sz="2000" dirty="0">
                        <a:effectLst/>
                        <a:latin typeface="+mj-lt"/>
                        <a:ea typeface="+mn-ea"/>
                        <a:cs typeface="Times New Roman" panose="02020603050405020304" pitchFamily="18" charset="0"/>
                      </a:endParaRPr>
                    </a:p>
                  </a:txBody>
                  <a:tcPr marL="9525" marR="9525" marT="9525" marB="9525" anchor="ctr">
                    <a:lnL>
                      <a:noFill/>
                    </a:lnL>
                    <a:lnR>
                      <a:noFill/>
                    </a:lnR>
                    <a:lnT w="12700" cap="flat" cmpd="sng" algn="ctr">
                      <a:solidFill>
                        <a:sysClr val="windowText" lastClr="000000"/>
                      </a:solidFill>
                      <a:prstDash val="dash"/>
                      <a:round/>
                      <a:headEnd type="none" w="med" len="med"/>
                      <a:tailEnd type="none" w="med" len="med"/>
                    </a:lnT>
                    <a:lnB w="12700" cap="flat" cmpd="sng" algn="ctr">
                      <a:solidFill>
                        <a:sysClr val="windowText" lastClr="000000"/>
                      </a:solidFill>
                      <a:prstDash val="dash"/>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ea typeface="微软雅黑"/>
                        </a:defRPr>
                      </a:lvl1pPr>
                      <a:lvl2pPr marL="457200" algn="l" defTabSz="914400" rtl="0" eaLnBrk="1" latinLnBrk="0" hangingPunct="1">
                        <a:defRPr sz="1800" kern="1200">
                          <a:solidFill>
                            <a:schemeClr val="dk1"/>
                          </a:solidFill>
                          <a:latin typeface="Calibri" panose="020F0502020204030204"/>
                          <a:ea typeface="微软雅黑"/>
                        </a:defRPr>
                      </a:lvl2pPr>
                      <a:lvl3pPr marL="914400" algn="l" defTabSz="914400" rtl="0" eaLnBrk="1" latinLnBrk="0" hangingPunct="1">
                        <a:defRPr sz="1800" kern="1200">
                          <a:solidFill>
                            <a:schemeClr val="dk1"/>
                          </a:solidFill>
                          <a:latin typeface="Calibri" panose="020F0502020204030204"/>
                          <a:ea typeface="微软雅黑"/>
                        </a:defRPr>
                      </a:lvl3pPr>
                      <a:lvl4pPr marL="1371600" algn="l" defTabSz="914400" rtl="0" eaLnBrk="1" latinLnBrk="0" hangingPunct="1">
                        <a:defRPr sz="1800" kern="1200">
                          <a:solidFill>
                            <a:schemeClr val="dk1"/>
                          </a:solidFill>
                          <a:latin typeface="Calibri" panose="020F0502020204030204"/>
                          <a:ea typeface="微软雅黑"/>
                        </a:defRPr>
                      </a:lvl4pPr>
                      <a:lvl5pPr marL="1828800" algn="l" defTabSz="914400" rtl="0" eaLnBrk="1" latinLnBrk="0" hangingPunct="1">
                        <a:defRPr sz="1800" kern="1200">
                          <a:solidFill>
                            <a:schemeClr val="dk1"/>
                          </a:solidFill>
                          <a:latin typeface="Calibri" panose="020F0502020204030204"/>
                          <a:ea typeface="微软雅黑"/>
                        </a:defRPr>
                      </a:lvl5pPr>
                      <a:lvl6pPr marL="2286000" algn="l" defTabSz="914400" rtl="0" eaLnBrk="1" latinLnBrk="0" hangingPunct="1">
                        <a:defRPr sz="1800" kern="1200">
                          <a:solidFill>
                            <a:schemeClr val="dk1"/>
                          </a:solidFill>
                          <a:latin typeface="Calibri" panose="020F0502020204030204"/>
                          <a:ea typeface="微软雅黑"/>
                        </a:defRPr>
                      </a:lvl6pPr>
                      <a:lvl7pPr marL="2743200" algn="l" defTabSz="914400" rtl="0" eaLnBrk="1" latinLnBrk="0" hangingPunct="1">
                        <a:defRPr sz="1800" kern="1200">
                          <a:solidFill>
                            <a:schemeClr val="dk1"/>
                          </a:solidFill>
                          <a:latin typeface="Calibri" panose="020F0502020204030204"/>
                          <a:ea typeface="微软雅黑"/>
                        </a:defRPr>
                      </a:lvl7pPr>
                      <a:lvl8pPr marL="3200400" algn="l" defTabSz="914400" rtl="0" eaLnBrk="1" latinLnBrk="0" hangingPunct="1">
                        <a:defRPr sz="1800" kern="1200">
                          <a:solidFill>
                            <a:schemeClr val="dk1"/>
                          </a:solidFill>
                          <a:latin typeface="Calibri" panose="020F0502020204030204"/>
                          <a:ea typeface="微软雅黑"/>
                        </a:defRPr>
                      </a:lvl8pPr>
                      <a:lvl9pPr marL="3657600" algn="l" defTabSz="914400" rtl="0" eaLnBrk="1" latinLnBrk="0" hangingPunct="1">
                        <a:defRPr sz="1800" kern="1200">
                          <a:solidFill>
                            <a:schemeClr val="dk1"/>
                          </a:solidFill>
                          <a:latin typeface="Calibri" panose="020F0502020204030204"/>
                          <a:ea typeface="微软雅黑"/>
                        </a:defRPr>
                      </a:lvl9pPr>
                    </a:lstStyle>
                    <a:p>
                      <a:pPr marL="36195" indent="0" algn="l">
                        <a:lnSpc>
                          <a:spcPct val="100000"/>
                        </a:lnSpc>
                        <a:spcAft>
                          <a:spcPts val="0"/>
                        </a:spcAft>
                      </a:pPr>
                      <a:r>
                        <a:rPr lang="zh-CN" altLang="en-US" sz="2000" dirty="0">
                          <a:effectLst/>
                          <a:latin typeface="+mj-lt"/>
                        </a:rPr>
                        <a:t>众数</a:t>
                      </a:r>
                      <a:endParaRPr lang="zh-CN" altLang="en-US" sz="2000" dirty="0">
                        <a:effectLst/>
                        <a:latin typeface="+mj-lt"/>
                        <a:ea typeface="+mn-ea"/>
                        <a:cs typeface="Times New Roman" panose="02020603050405020304" pitchFamily="18" charset="0"/>
                      </a:endParaRPr>
                    </a:p>
                  </a:txBody>
                  <a:tcPr marL="9525" marR="9525" marT="9525" marB="9525" anchor="ctr">
                    <a:lnL>
                      <a:noFill/>
                    </a:lnL>
                    <a:lnR>
                      <a:noFill/>
                    </a:lnR>
                    <a:lnT w="12700" cap="flat" cmpd="sng" algn="ctr">
                      <a:solidFill>
                        <a:sysClr val="windowText" lastClr="000000"/>
                      </a:solidFill>
                      <a:prstDash val="dash"/>
                      <a:round/>
                      <a:headEnd type="none" w="med" len="med"/>
                      <a:tailEnd type="none" w="med" len="med"/>
                    </a:lnT>
                    <a:lnB w="12700" cap="flat" cmpd="sng" algn="ctr">
                      <a:solidFill>
                        <a:sysClr val="windowText" lastClr="000000"/>
                      </a:solidFill>
                      <a:prstDash val="dash"/>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ea typeface="微软雅黑"/>
                        </a:defRPr>
                      </a:lvl1pPr>
                      <a:lvl2pPr marL="457200" algn="l" defTabSz="914400" rtl="0" eaLnBrk="1" latinLnBrk="0" hangingPunct="1">
                        <a:defRPr sz="1800" kern="1200">
                          <a:solidFill>
                            <a:schemeClr val="dk1"/>
                          </a:solidFill>
                          <a:latin typeface="Calibri" panose="020F0502020204030204"/>
                          <a:ea typeface="微软雅黑"/>
                        </a:defRPr>
                      </a:lvl2pPr>
                      <a:lvl3pPr marL="914400" algn="l" defTabSz="914400" rtl="0" eaLnBrk="1" latinLnBrk="0" hangingPunct="1">
                        <a:defRPr sz="1800" kern="1200">
                          <a:solidFill>
                            <a:schemeClr val="dk1"/>
                          </a:solidFill>
                          <a:latin typeface="Calibri" panose="020F0502020204030204"/>
                          <a:ea typeface="微软雅黑"/>
                        </a:defRPr>
                      </a:lvl3pPr>
                      <a:lvl4pPr marL="1371600" algn="l" defTabSz="914400" rtl="0" eaLnBrk="1" latinLnBrk="0" hangingPunct="1">
                        <a:defRPr sz="1800" kern="1200">
                          <a:solidFill>
                            <a:schemeClr val="dk1"/>
                          </a:solidFill>
                          <a:latin typeface="Calibri" panose="020F0502020204030204"/>
                          <a:ea typeface="微软雅黑"/>
                        </a:defRPr>
                      </a:lvl4pPr>
                      <a:lvl5pPr marL="1828800" algn="l" defTabSz="914400" rtl="0" eaLnBrk="1" latinLnBrk="0" hangingPunct="1">
                        <a:defRPr sz="1800" kern="1200">
                          <a:solidFill>
                            <a:schemeClr val="dk1"/>
                          </a:solidFill>
                          <a:latin typeface="Calibri" panose="020F0502020204030204"/>
                          <a:ea typeface="微软雅黑"/>
                        </a:defRPr>
                      </a:lvl5pPr>
                      <a:lvl6pPr marL="2286000" algn="l" defTabSz="914400" rtl="0" eaLnBrk="1" latinLnBrk="0" hangingPunct="1">
                        <a:defRPr sz="1800" kern="1200">
                          <a:solidFill>
                            <a:schemeClr val="dk1"/>
                          </a:solidFill>
                          <a:latin typeface="Calibri" panose="020F0502020204030204"/>
                          <a:ea typeface="微软雅黑"/>
                        </a:defRPr>
                      </a:lvl6pPr>
                      <a:lvl7pPr marL="2743200" algn="l" defTabSz="914400" rtl="0" eaLnBrk="1" latinLnBrk="0" hangingPunct="1">
                        <a:defRPr sz="1800" kern="1200">
                          <a:solidFill>
                            <a:schemeClr val="dk1"/>
                          </a:solidFill>
                          <a:latin typeface="Calibri" panose="020F0502020204030204"/>
                          <a:ea typeface="微软雅黑"/>
                        </a:defRPr>
                      </a:lvl7pPr>
                      <a:lvl8pPr marL="3200400" algn="l" defTabSz="914400" rtl="0" eaLnBrk="1" latinLnBrk="0" hangingPunct="1">
                        <a:defRPr sz="1800" kern="1200">
                          <a:solidFill>
                            <a:schemeClr val="dk1"/>
                          </a:solidFill>
                          <a:latin typeface="Calibri" panose="020F0502020204030204"/>
                          <a:ea typeface="微软雅黑"/>
                        </a:defRPr>
                      </a:lvl8pPr>
                      <a:lvl9pPr marL="3657600" algn="l" defTabSz="914400" rtl="0" eaLnBrk="1" latinLnBrk="0" hangingPunct="1">
                        <a:defRPr sz="1800" kern="1200">
                          <a:solidFill>
                            <a:schemeClr val="dk1"/>
                          </a:solidFill>
                          <a:latin typeface="Calibri" panose="020F0502020204030204"/>
                          <a:ea typeface="微软雅黑"/>
                        </a:defRPr>
                      </a:lvl9pPr>
                    </a:lstStyle>
                    <a:p>
                      <a:pPr marL="36195" indent="0" algn="l">
                        <a:lnSpc>
                          <a:spcPct val="100000"/>
                        </a:lnSpc>
                        <a:spcAft>
                          <a:spcPts val="0"/>
                        </a:spcAft>
                      </a:pPr>
                      <a:r>
                        <a:rPr lang="en-US" sz="2000" dirty="0" err="1">
                          <a:effectLst/>
                          <a:latin typeface="+mj-lt"/>
                        </a:rPr>
                        <a:t>cumprod</a:t>
                      </a:r>
                      <a:r>
                        <a:rPr lang="en-US" sz="2000" dirty="0">
                          <a:effectLst/>
                          <a:latin typeface="+mj-lt"/>
                        </a:rPr>
                        <a:t>()</a:t>
                      </a:r>
                      <a:endParaRPr lang="en-US" sz="2000" dirty="0">
                        <a:effectLst/>
                        <a:latin typeface="+mj-lt"/>
                        <a:ea typeface="+mn-ea"/>
                        <a:cs typeface="Times New Roman" panose="02020603050405020304" pitchFamily="18" charset="0"/>
                      </a:endParaRPr>
                    </a:p>
                  </a:txBody>
                  <a:tcPr marL="9525" marR="9525" marT="9525" marB="9525" anchor="ctr">
                    <a:lnL>
                      <a:noFill/>
                    </a:lnL>
                    <a:lnR>
                      <a:noFill/>
                    </a:lnR>
                    <a:lnT w="12700" cap="flat" cmpd="sng" algn="ctr">
                      <a:solidFill>
                        <a:sysClr val="windowText" lastClr="000000"/>
                      </a:solidFill>
                      <a:prstDash val="dash"/>
                      <a:round/>
                      <a:headEnd type="none" w="med" len="med"/>
                      <a:tailEnd type="none" w="med" len="med"/>
                    </a:lnT>
                    <a:lnB w="12700" cap="flat" cmpd="sng" algn="ctr">
                      <a:solidFill>
                        <a:sysClr val="windowText" lastClr="000000"/>
                      </a:solidFill>
                      <a:prstDash val="dash"/>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ea typeface="微软雅黑"/>
                        </a:defRPr>
                      </a:lvl1pPr>
                      <a:lvl2pPr marL="457200" algn="l" defTabSz="914400" rtl="0" eaLnBrk="1" latinLnBrk="0" hangingPunct="1">
                        <a:defRPr sz="1800" kern="1200">
                          <a:solidFill>
                            <a:schemeClr val="dk1"/>
                          </a:solidFill>
                          <a:latin typeface="Calibri" panose="020F0502020204030204"/>
                          <a:ea typeface="微软雅黑"/>
                        </a:defRPr>
                      </a:lvl2pPr>
                      <a:lvl3pPr marL="914400" algn="l" defTabSz="914400" rtl="0" eaLnBrk="1" latinLnBrk="0" hangingPunct="1">
                        <a:defRPr sz="1800" kern="1200">
                          <a:solidFill>
                            <a:schemeClr val="dk1"/>
                          </a:solidFill>
                          <a:latin typeface="Calibri" panose="020F0502020204030204"/>
                          <a:ea typeface="微软雅黑"/>
                        </a:defRPr>
                      </a:lvl3pPr>
                      <a:lvl4pPr marL="1371600" algn="l" defTabSz="914400" rtl="0" eaLnBrk="1" latinLnBrk="0" hangingPunct="1">
                        <a:defRPr sz="1800" kern="1200">
                          <a:solidFill>
                            <a:schemeClr val="dk1"/>
                          </a:solidFill>
                          <a:latin typeface="Calibri" panose="020F0502020204030204"/>
                          <a:ea typeface="微软雅黑"/>
                        </a:defRPr>
                      </a:lvl4pPr>
                      <a:lvl5pPr marL="1828800" algn="l" defTabSz="914400" rtl="0" eaLnBrk="1" latinLnBrk="0" hangingPunct="1">
                        <a:defRPr sz="1800" kern="1200">
                          <a:solidFill>
                            <a:schemeClr val="dk1"/>
                          </a:solidFill>
                          <a:latin typeface="Calibri" panose="020F0502020204030204"/>
                          <a:ea typeface="微软雅黑"/>
                        </a:defRPr>
                      </a:lvl5pPr>
                      <a:lvl6pPr marL="2286000" algn="l" defTabSz="914400" rtl="0" eaLnBrk="1" latinLnBrk="0" hangingPunct="1">
                        <a:defRPr sz="1800" kern="1200">
                          <a:solidFill>
                            <a:schemeClr val="dk1"/>
                          </a:solidFill>
                          <a:latin typeface="Calibri" panose="020F0502020204030204"/>
                          <a:ea typeface="微软雅黑"/>
                        </a:defRPr>
                      </a:lvl6pPr>
                      <a:lvl7pPr marL="2743200" algn="l" defTabSz="914400" rtl="0" eaLnBrk="1" latinLnBrk="0" hangingPunct="1">
                        <a:defRPr sz="1800" kern="1200">
                          <a:solidFill>
                            <a:schemeClr val="dk1"/>
                          </a:solidFill>
                          <a:latin typeface="Calibri" panose="020F0502020204030204"/>
                          <a:ea typeface="微软雅黑"/>
                        </a:defRPr>
                      </a:lvl7pPr>
                      <a:lvl8pPr marL="3200400" algn="l" defTabSz="914400" rtl="0" eaLnBrk="1" latinLnBrk="0" hangingPunct="1">
                        <a:defRPr sz="1800" kern="1200">
                          <a:solidFill>
                            <a:schemeClr val="dk1"/>
                          </a:solidFill>
                          <a:latin typeface="Calibri" panose="020F0502020204030204"/>
                          <a:ea typeface="微软雅黑"/>
                        </a:defRPr>
                      </a:lvl8pPr>
                      <a:lvl9pPr marL="3657600" algn="l" defTabSz="914400" rtl="0" eaLnBrk="1" latinLnBrk="0" hangingPunct="1">
                        <a:defRPr sz="1800" kern="1200">
                          <a:solidFill>
                            <a:schemeClr val="dk1"/>
                          </a:solidFill>
                          <a:latin typeface="Calibri" panose="020F0502020204030204"/>
                          <a:ea typeface="微软雅黑"/>
                        </a:defRPr>
                      </a:lvl9pPr>
                    </a:lstStyle>
                    <a:p>
                      <a:pPr marL="36195" indent="0" algn="l">
                        <a:lnSpc>
                          <a:spcPct val="100000"/>
                        </a:lnSpc>
                        <a:spcAft>
                          <a:spcPts val="0"/>
                        </a:spcAft>
                      </a:pPr>
                      <a:r>
                        <a:rPr lang="zh-CN" altLang="en-US" sz="2000">
                          <a:effectLst/>
                          <a:latin typeface="+mj-lt"/>
                        </a:rPr>
                        <a:t>累乘</a:t>
                      </a:r>
                      <a:endParaRPr lang="zh-CN" altLang="en-US" sz="2000">
                        <a:effectLst/>
                        <a:latin typeface="+mj-lt"/>
                        <a:ea typeface="+mn-ea"/>
                        <a:cs typeface="Times New Roman" panose="02020603050405020304" pitchFamily="18" charset="0"/>
                      </a:endParaRPr>
                    </a:p>
                  </a:txBody>
                  <a:tcPr marL="9525" marR="9525" marT="9525" marB="9525" anchor="ctr">
                    <a:lnL>
                      <a:noFill/>
                    </a:lnL>
                    <a:lnR>
                      <a:noFill/>
                    </a:lnR>
                    <a:lnT w="12700" cap="flat" cmpd="sng" algn="ctr">
                      <a:solidFill>
                        <a:sysClr val="windowText" lastClr="000000"/>
                      </a:solidFill>
                      <a:prstDash val="dash"/>
                      <a:round/>
                      <a:headEnd type="none" w="med" len="med"/>
                      <a:tailEnd type="none" w="med" len="med"/>
                    </a:lnT>
                    <a:lnB w="12700" cap="flat" cmpd="sng" algn="ctr">
                      <a:solidFill>
                        <a:sysClr val="windowText" lastClr="000000"/>
                      </a:solidFill>
                      <a:prstDash val="dash"/>
                      <a:round/>
                      <a:headEnd type="none" w="med" len="med"/>
                      <a:tailEnd type="none" w="med" len="med"/>
                    </a:lnB>
                    <a:lnTlToBr w="12700" cmpd="sng">
                      <a:noFill/>
                      <a:prstDash val="solid"/>
                    </a:lnTlToBr>
                    <a:lnBlToTr w="12700" cmpd="sng">
                      <a:noFill/>
                      <a:prstDash val="solid"/>
                    </a:lnBlToTr>
                    <a:solidFill>
                      <a:sysClr val="window" lastClr="FFFFFF"/>
                    </a:solidFill>
                  </a:tcPr>
                </a:tc>
              </a:tr>
              <a:tr h="444876">
                <a:tc>
                  <a:txBody>
                    <a:bodyPr/>
                    <a:lstStyle>
                      <a:lvl1pPr marL="0" algn="l" defTabSz="914400" rtl="0" eaLnBrk="1" latinLnBrk="0" hangingPunct="1">
                        <a:defRPr sz="1800" kern="1200">
                          <a:solidFill>
                            <a:schemeClr val="dk1"/>
                          </a:solidFill>
                          <a:latin typeface="Calibri" panose="020F0502020204030204"/>
                          <a:ea typeface="微软雅黑"/>
                        </a:defRPr>
                      </a:lvl1pPr>
                      <a:lvl2pPr marL="457200" algn="l" defTabSz="914400" rtl="0" eaLnBrk="1" latinLnBrk="0" hangingPunct="1">
                        <a:defRPr sz="1800" kern="1200">
                          <a:solidFill>
                            <a:schemeClr val="dk1"/>
                          </a:solidFill>
                          <a:latin typeface="Calibri" panose="020F0502020204030204"/>
                          <a:ea typeface="微软雅黑"/>
                        </a:defRPr>
                      </a:lvl2pPr>
                      <a:lvl3pPr marL="914400" algn="l" defTabSz="914400" rtl="0" eaLnBrk="1" latinLnBrk="0" hangingPunct="1">
                        <a:defRPr sz="1800" kern="1200">
                          <a:solidFill>
                            <a:schemeClr val="dk1"/>
                          </a:solidFill>
                          <a:latin typeface="Calibri" panose="020F0502020204030204"/>
                          <a:ea typeface="微软雅黑"/>
                        </a:defRPr>
                      </a:lvl3pPr>
                      <a:lvl4pPr marL="1371600" algn="l" defTabSz="914400" rtl="0" eaLnBrk="1" latinLnBrk="0" hangingPunct="1">
                        <a:defRPr sz="1800" kern="1200">
                          <a:solidFill>
                            <a:schemeClr val="dk1"/>
                          </a:solidFill>
                          <a:latin typeface="Calibri" panose="020F0502020204030204"/>
                          <a:ea typeface="微软雅黑"/>
                        </a:defRPr>
                      </a:lvl4pPr>
                      <a:lvl5pPr marL="1828800" algn="l" defTabSz="914400" rtl="0" eaLnBrk="1" latinLnBrk="0" hangingPunct="1">
                        <a:defRPr sz="1800" kern="1200">
                          <a:solidFill>
                            <a:schemeClr val="dk1"/>
                          </a:solidFill>
                          <a:latin typeface="Calibri" panose="020F0502020204030204"/>
                          <a:ea typeface="微软雅黑"/>
                        </a:defRPr>
                      </a:lvl5pPr>
                      <a:lvl6pPr marL="2286000" algn="l" defTabSz="914400" rtl="0" eaLnBrk="1" latinLnBrk="0" hangingPunct="1">
                        <a:defRPr sz="1800" kern="1200">
                          <a:solidFill>
                            <a:schemeClr val="dk1"/>
                          </a:solidFill>
                          <a:latin typeface="Calibri" panose="020F0502020204030204"/>
                          <a:ea typeface="微软雅黑"/>
                        </a:defRPr>
                      </a:lvl6pPr>
                      <a:lvl7pPr marL="2743200" algn="l" defTabSz="914400" rtl="0" eaLnBrk="1" latinLnBrk="0" hangingPunct="1">
                        <a:defRPr sz="1800" kern="1200">
                          <a:solidFill>
                            <a:schemeClr val="dk1"/>
                          </a:solidFill>
                          <a:latin typeface="Calibri" panose="020F0502020204030204"/>
                          <a:ea typeface="微软雅黑"/>
                        </a:defRPr>
                      </a:lvl7pPr>
                      <a:lvl8pPr marL="3200400" algn="l" defTabSz="914400" rtl="0" eaLnBrk="1" latinLnBrk="0" hangingPunct="1">
                        <a:defRPr sz="1800" kern="1200">
                          <a:solidFill>
                            <a:schemeClr val="dk1"/>
                          </a:solidFill>
                          <a:latin typeface="Calibri" panose="020F0502020204030204"/>
                          <a:ea typeface="微软雅黑"/>
                        </a:defRPr>
                      </a:lvl8pPr>
                      <a:lvl9pPr marL="3657600" algn="l" defTabSz="914400" rtl="0" eaLnBrk="1" latinLnBrk="0" hangingPunct="1">
                        <a:defRPr sz="1800" kern="1200">
                          <a:solidFill>
                            <a:schemeClr val="dk1"/>
                          </a:solidFill>
                          <a:latin typeface="Calibri" panose="020F0502020204030204"/>
                          <a:ea typeface="微软雅黑"/>
                        </a:defRPr>
                      </a:lvl9pPr>
                    </a:lstStyle>
                    <a:p>
                      <a:pPr marL="36195" indent="0" algn="l">
                        <a:lnSpc>
                          <a:spcPct val="100000"/>
                        </a:lnSpc>
                        <a:spcAft>
                          <a:spcPts val="0"/>
                        </a:spcAft>
                      </a:pPr>
                      <a:r>
                        <a:rPr lang="en-US" sz="2000" dirty="0">
                          <a:effectLst/>
                          <a:latin typeface="+mj-lt"/>
                        </a:rPr>
                        <a:t> abs()</a:t>
                      </a:r>
                      <a:endParaRPr lang="en-US" sz="2000" dirty="0">
                        <a:effectLst/>
                        <a:latin typeface="+mj-lt"/>
                        <a:ea typeface="+mn-ea"/>
                        <a:cs typeface="Times New Roman" panose="02020603050405020304" pitchFamily="18" charset="0"/>
                      </a:endParaRPr>
                    </a:p>
                  </a:txBody>
                  <a:tcPr marL="9525" marR="9525" marT="9525" marB="9525" anchor="ctr">
                    <a:lnL>
                      <a:noFill/>
                    </a:lnL>
                    <a:lnR>
                      <a:noFill/>
                    </a:lnR>
                    <a:lnT w="12700" cap="flat" cmpd="sng" algn="ctr">
                      <a:solidFill>
                        <a:sysClr val="windowText" lastClr="000000"/>
                      </a:solidFill>
                      <a:prstDash val="dash"/>
                      <a:round/>
                      <a:headEnd type="none" w="med" len="med"/>
                      <a:tailEnd type="none" w="med" len="med"/>
                    </a:lnT>
                    <a:lnB w="12700" cap="flat" cmpd="sng" algn="ctr">
                      <a:solidFill>
                        <a:sysClr val="windowText" lastClr="000000"/>
                      </a:solidFill>
                      <a:prstDash val="dash"/>
                      <a:round/>
                      <a:headEnd type="none" w="med" len="med"/>
                      <a:tailEnd type="none" w="med" len="med"/>
                    </a:lnB>
                    <a:lnTlToBr w="12700" cmpd="sng">
                      <a:noFill/>
                      <a:prstDash val="solid"/>
                    </a:lnTlToBr>
                    <a:lnBlToTr w="12700" cmpd="sng">
                      <a:noFill/>
                      <a:prstDash val="solid"/>
                    </a:lnBlToTr>
                    <a:solidFill>
                      <a:sysClr val="windowText" lastClr="000000">
                        <a:tint val="20000"/>
                      </a:sysClr>
                    </a:solidFill>
                  </a:tcPr>
                </a:tc>
                <a:tc>
                  <a:txBody>
                    <a:bodyPr/>
                    <a:lstStyle>
                      <a:lvl1pPr marL="0" algn="l" defTabSz="914400" rtl="0" eaLnBrk="1" latinLnBrk="0" hangingPunct="1">
                        <a:defRPr sz="1800" kern="1200">
                          <a:solidFill>
                            <a:schemeClr val="dk1"/>
                          </a:solidFill>
                          <a:latin typeface="Calibri" panose="020F0502020204030204"/>
                          <a:ea typeface="微软雅黑"/>
                        </a:defRPr>
                      </a:lvl1pPr>
                      <a:lvl2pPr marL="457200" algn="l" defTabSz="914400" rtl="0" eaLnBrk="1" latinLnBrk="0" hangingPunct="1">
                        <a:defRPr sz="1800" kern="1200">
                          <a:solidFill>
                            <a:schemeClr val="dk1"/>
                          </a:solidFill>
                          <a:latin typeface="Calibri" panose="020F0502020204030204"/>
                          <a:ea typeface="微软雅黑"/>
                        </a:defRPr>
                      </a:lvl2pPr>
                      <a:lvl3pPr marL="914400" algn="l" defTabSz="914400" rtl="0" eaLnBrk="1" latinLnBrk="0" hangingPunct="1">
                        <a:defRPr sz="1800" kern="1200">
                          <a:solidFill>
                            <a:schemeClr val="dk1"/>
                          </a:solidFill>
                          <a:latin typeface="Calibri" panose="020F0502020204030204"/>
                          <a:ea typeface="微软雅黑"/>
                        </a:defRPr>
                      </a:lvl3pPr>
                      <a:lvl4pPr marL="1371600" algn="l" defTabSz="914400" rtl="0" eaLnBrk="1" latinLnBrk="0" hangingPunct="1">
                        <a:defRPr sz="1800" kern="1200">
                          <a:solidFill>
                            <a:schemeClr val="dk1"/>
                          </a:solidFill>
                          <a:latin typeface="Calibri" panose="020F0502020204030204"/>
                          <a:ea typeface="微软雅黑"/>
                        </a:defRPr>
                      </a:lvl4pPr>
                      <a:lvl5pPr marL="1828800" algn="l" defTabSz="914400" rtl="0" eaLnBrk="1" latinLnBrk="0" hangingPunct="1">
                        <a:defRPr sz="1800" kern="1200">
                          <a:solidFill>
                            <a:schemeClr val="dk1"/>
                          </a:solidFill>
                          <a:latin typeface="Calibri" panose="020F0502020204030204"/>
                          <a:ea typeface="微软雅黑"/>
                        </a:defRPr>
                      </a:lvl5pPr>
                      <a:lvl6pPr marL="2286000" algn="l" defTabSz="914400" rtl="0" eaLnBrk="1" latinLnBrk="0" hangingPunct="1">
                        <a:defRPr sz="1800" kern="1200">
                          <a:solidFill>
                            <a:schemeClr val="dk1"/>
                          </a:solidFill>
                          <a:latin typeface="Calibri" panose="020F0502020204030204"/>
                          <a:ea typeface="微软雅黑"/>
                        </a:defRPr>
                      </a:lvl6pPr>
                      <a:lvl7pPr marL="2743200" algn="l" defTabSz="914400" rtl="0" eaLnBrk="1" latinLnBrk="0" hangingPunct="1">
                        <a:defRPr sz="1800" kern="1200">
                          <a:solidFill>
                            <a:schemeClr val="dk1"/>
                          </a:solidFill>
                          <a:latin typeface="Calibri" panose="020F0502020204030204"/>
                          <a:ea typeface="微软雅黑"/>
                        </a:defRPr>
                      </a:lvl7pPr>
                      <a:lvl8pPr marL="3200400" algn="l" defTabSz="914400" rtl="0" eaLnBrk="1" latinLnBrk="0" hangingPunct="1">
                        <a:defRPr sz="1800" kern="1200">
                          <a:solidFill>
                            <a:schemeClr val="dk1"/>
                          </a:solidFill>
                          <a:latin typeface="Calibri" panose="020F0502020204030204"/>
                          <a:ea typeface="微软雅黑"/>
                        </a:defRPr>
                      </a:lvl8pPr>
                      <a:lvl9pPr marL="3657600" algn="l" defTabSz="914400" rtl="0" eaLnBrk="1" latinLnBrk="0" hangingPunct="1">
                        <a:defRPr sz="1800" kern="1200">
                          <a:solidFill>
                            <a:schemeClr val="dk1"/>
                          </a:solidFill>
                          <a:latin typeface="Calibri" panose="020F0502020204030204"/>
                          <a:ea typeface="微软雅黑"/>
                        </a:defRPr>
                      </a:lvl9pPr>
                    </a:lstStyle>
                    <a:p>
                      <a:pPr marL="36195" indent="0" algn="l">
                        <a:lnSpc>
                          <a:spcPct val="100000"/>
                        </a:lnSpc>
                        <a:spcAft>
                          <a:spcPts val="0"/>
                        </a:spcAft>
                      </a:pPr>
                      <a:r>
                        <a:rPr lang="zh-CN" altLang="en-US" sz="2000" dirty="0">
                          <a:effectLst/>
                          <a:latin typeface="+mj-lt"/>
                        </a:rPr>
                        <a:t>绝对值</a:t>
                      </a:r>
                      <a:endParaRPr lang="zh-CN" altLang="en-US" sz="2000" dirty="0">
                        <a:effectLst/>
                        <a:latin typeface="+mj-lt"/>
                        <a:ea typeface="+mn-ea"/>
                        <a:cs typeface="Times New Roman" panose="02020603050405020304" pitchFamily="18" charset="0"/>
                      </a:endParaRPr>
                    </a:p>
                  </a:txBody>
                  <a:tcPr marL="9525" marR="9525" marT="9525" marB="9525" anchor="ctr">
                    <a:lnL>
                      <a:noFill/>
                    </a:lnL>
                    <a:lnR>
                      <a:noFill/>
                    </a:lnR>
                    <a:lnT w="12700" cap="flat" cmpd="sng" algn="ctr">
                      <a:solidFill>
                        <a:sysClr val="windowText" lastClr="000000"/>
                      </a:solidFill>
                      <a:prstDash val="dash"/>
                      <a:round/>
                      <a:headEnd type="none" w="med" len="med"/>
                      <a:tailEnd type="none" w="med" len="med"/>
                    </a:lnT>
                    <a:lnB w="12700" cap="flat" cmpd="sng" algn="ctr">
                      <a:solidFill>
                        <a:sysClr val="windowText" lastClr="000000"/>
                      </a:solidFill>
                      <a:prstDash val="dash"/>
                      <a:round/>
                      <a:headEnd type="none" w="med" len="med"/>
                      <a:tailEnd type="none" w="med" len="med"/>
                    </a:lnB>
                    <a:lnTlToBr w="12700" cmpd="sng">
                      <a:noFill/>
                      <a:prstDash val="solid"/>
                    </a:lnTlToBr>
                    <a:lnBlToTr w="12700" cmpd="sng">
                      <a:noFill/>
                      <a:prstDash val="solid"/>
                    </a:lnBlToTr>
                    <a:solidFill>
                      <a:sysClr val="windowText" lastClr="000000">
                        <a:tint val="20000"/>
                      </a:sysClr>
                    </a:solidFill>
                  </a:tcPr>
                </a:tc>
                <a:tc>
                  <a:txBody>
                    <a:bodyPr/>
                    <a:lstStyle>
                      <a:lvl1pPr marL="0" algn="l" defTabSz="914400" rtl="0" eaLnBrk="1" latinLnBrk="0" hangingPunct="1">
                        <a:defRPr sz="1800" kern="1200">
                          <a:solidFill>
                            <a:schemeClr val="dk1"/>
                          </a:solidFill>
                          <a:latin typeface="Calibri" panose="020F0502020204030204"/>
                          <a:ea typeface="微软雅黑"/>
                        </a:defRPr>
                      </a:lvl1pPr>
                      <a:lvl2pPr marL="457200" algn="l" defTabSz="914400" rtl="0" eaLnBrk="1" latinLnBrk="0" hangingPunct="1">
                        <a:defRPr sz="1800" kern="1200">
                          <a:solidFill>
                            <a:schemeClr val="dk1"/>
                          </a:solidFill>
                          <a:latin typeface="Calibri" panose="020F0502020204030204"/>
                          <a:ea typeface="微软雅黑"/>
                        </a:defRPr>
                      </a:lvl2pPr>
                      <a:lvl3pPr marL="914400" algn="l" defTabSz="914400" rtl="0" eaLnBrk="1" latinLnBrk="0" hangingPunct="1">
                        <a:defRPr sz="1800" kern="1200">
                          <a:solidFill>
                            <a:schemeClr val="dk1"/>
                          </a:solidFill>
                          <a:latin typeface="Calibri" panose="020F0502020204030204"/>
                          <a:ea typeface="微软雅黑"/>
                        </a:defRPr>
                      </a:lvl3pPr>
                      <a:lvl4pPr marL="1371600" algn="l" defTabSz="914400" rtl="0" eaLnBrk="1" latinLnBrk="0" hangingPunct="1">
                        <a:defRPr sz="1800" kern="1200">
                          <a:solidFill>
                            <a:schemeClr val="dk1"/>
                          </a:solidFill>
                          <a:latin typeface="Calibri" panose="020F0502020204030204"/>
                          <a:ea typeface="微软雅黑"/>
                        </a:defRPr>
                      </a:lvl4pPr>
                      <a:lvl5pPr marL="1828800" algn="l" defTabSz="914400" rtl="0" eaLnBrk="1" latinLnBrk="0" hangingPunct="1">
                        <a:defRPr sz="1800" kern="1200">
                          <a:solidFill>
                            <a:schemeClr val="dk1"/>
                          </a:solidFill>
                          <a:latin typeface="Calibri" panose="020F0502020204030204"/>
                          <a:ea typeface="微软雅黑"/>
                        </a:defRPr>
                      </a:lvl5pPr>
                      <a:lvl6pPr marL="2286000" algn="l" defTabSz="914400" rtl="0" eaLnBrk="1" latinLnBrk="0" hangingPunct="1">
                        <a:defRPr sz="1800" kern="1200">
                          <a:solidFill>
                            <a:schemeClr val="dk1"/>
                          </a:solidFill>
                          <a:latin typeface="Calibri" panose="020F0502020204030204"/>
                          <a:ea typeface="微软雅黑"/>
                        </a:defRPr>
                      </a:lvl6pPr>
                      <a:lvl7pPr marL="2743200" algn="l" defTabSz="914400" rtl="0" eaLnBrk="1" latinLnBrk="0" hangingPunct="1">
                        <a:defRPr sz="1800" kern="1200">
                          <a:solidFill>
                            <a:schemeClr val="dk1"/>
                          </a:solidFill>
                          <a:latin typeface="Calibri" panose="020F0502020204030204"/>
                          <a:ea typeface="微软雅黑"/>
                        </a:defRPr>
                      </a:lvl7pPr>
                      <a:lvl8pPr marL="3200400" algn="l" defTabSz="914400" rtl="0" eaLnBrk="1" latinLnBrk="0" hangingPunct="1">
                        <a:defRPr sz="1800" kern="1200">
                          <a:solidFill>
                            <a:schemeClr val="dk1"/>
                          </a:solidFill>
                          <a:latin typeface="Calibri" panose="020F0502020204030204"/>
                          <a:ea typeface="微软雅黑"/>
                        </a:defRPr>
                      </a:lvl8pPr>
                      <a:lvl9pPr marL="3657600" algn="l" defTabSz="914400" rtl="0" eaLnBrk="1" latinLnBrk="0" hangingPunct="1">
                        <a:defRPr sz="1800" kern="1200">
                          <a:solidFill>
                            <a:schemeClr val="dk1"/>
                          </a:solidFill>
                          <a:latin typeface="Calibri" panose="020F0502020204030204"/>
                          <a:ea typeface="微软雅黑"/>
                        </a:defRPr>
                      </a:lvl9pPr>
                    </a:lstStyle>
                    <a:p>
                      <a:pPr marL="36195" indent="0" algn="l">
                        <a:lnSpc>
                          <a:spcPct val="100000"/>
                        </a:lnSpc>
                        <a:spcAft>
                          <a:spcPts val="0"/>
                        </a:spcAft>
                      </a:pPr>
                      <a:r>
                        <a:rPr lang="en-US" sz="2000">
                          <a:effectLst/>
                          <a:latin typeface="+mj-lt"/>
                        </a:rPr>
                        <a:t>cummax()</a:t>
                      </a:r>
                      <a:endParaRPr lang="en-US" sz="2000">
                        <a:effectLst/>
                        <a:latin typeface="+mj-lt"/>
                        <a:ea typeface="+mn-ea"/>
                        <a:cs typeface="Times New Roman" panose="02020603050405020304" pitchFamily="18" charset="0"/>
                      </a:endParaRPr>
                    </a:p>
                  </a:txBody>
                  <a:tcPr marL="9525" marR="9525" marT="9525" marB="9525" anchor="ctr">
                    <a:lnL>
                      <a:noFill/>
                    </a:lnL>
                    <a:lnR>
                      <a:noFill/>
                    </a:lnR>
                    <a:lnT w="12700" cap="flat" cmpd="sng" algn="ctr">
                      <a:solidFill>
                        <a:sysClr val="windowText" lastClr="000000"/>
                      </a:solidFill>
                      <a:prstDash val="dash"/>
                      <a:round/>
                      <a:headEnd type="none" w="med" len="med"/>
                      <a:tailEnd type="none" w="med" len="med"/>
                    </a:lnT>
                    <a:lnB w="12700" cap="flat" cmpd="sng" algn="ctr">
                      <a:solidFill>
                        <a:sysClr val="windowText" lastClr="000000"/>
                      </a:solidFill>
                      <a:prstDash val="dash"/>
                      <a:round/>
                      <a:headEnd type="none" w="med" len="med"/>
                      <a:tailEnd type="none" w="med" len="med"/>
                    </a:lnB>
                    <a:lnTlToBr w="12700" cmpd="sng">
                      <a:noFill/>
                      <a:prstDash val="solid"/>
                    </a:lnTlToBr>
                    <a:lnBlToTr w="12700" cmpd="sng">
                      <a:noFill/>
                      <a:prstDash val="solid"/>
                    </a:lnBlToTr>
                    <a:solidFill>
                      <a:sysClr val="windowText" lastClr="000000">
                        <a:tint val="20000"/>
                      </a:sysClr>
                    </a:solidFill>
                  </a:tcPr>
                </a:tc>
                <a:tc>
                  <a:txBody>
                    <a:bodyPr/>
                    <a:lstStyle>
                      <a:lvl1pPr marL="0" algn="l" defTabSz="914400" rtl="0" eaLnBrk="1" latinLnBrk="0" hangingPunct="1">
                        <a:defRPr sz="1800" kern="1200">
                          <a:solidFill>
                            <a:schemeClr val="dk1"/>
                          </a:solidFill>
                          <a:latin typeface="Calibri" panose="020F0502020204030204"/>
                          <a:ea typeface="微软雅黑"/>
                        </a:defRPr>
                      </a:lvl1pPr>
                      <a:lvl2pPr marL="457200" algn="l" defTabSz="914400" rtl="0" eaLnBrk="1" latinLnBrk="0" hangingPunct="1">
                        <a:defRPr sz="1800" kern="1200">
                          <a:solidFill>
                            <a:schemeClr val="dk1"/>
                          </a:solidFill>
                          <a:latin typeface="Calibri" panose="020F0502020204030204"/>
                          <a:ea typeface="微软雅黑"/>
                        </a:defRPr>
                      </a:lvl2pPr>
                      <a:lvl3pPr marL="914400" algn="l" defTabSz="914400" rtl="0" eaLnBrk="1" latinLnBrk="0" hangingPunct="1">
                        <a:defRPr sz="1800" kern="1200">
                          <a:solidFill>
                            <a:schemeClr val="dk1"/>
                          </a:solidFill>
                          <a:latin typeface="Calibri" panose="020F0502020204030204"/>
                          <a:ea typeface="微软雅黑"/>
                        </a:defRPr>
                      </a:lvl3pPr>
                      <a:lvl4pPr marL="1371600" algn="l" defTabSz="914400" rtl="0" eaLnBrk="1" latinLnBrk="0" hangingPunct="1">
                        <a:defRPr sz="1800" kern="1200">
                          <a:solidFill>
                            <a:schemeClr val="dk1"/>
                          </a:solidFill>
                          <a:latin typeface="Calibri" panose="020F0502020204030204"/>
                          <a:ea typeface="微软雅黑"/>
                        </a:defRPr>
                      </a:lvl4pPr>
                      <a:lvl5pPr marL="1828800" algn="l" defTabSz="914400" rtl="0" eaLnBrk="1" latinLnBrk="0" hangingPunct="1">
                        <a:defRPr sz="1800" kern="1200">
                          <a:solidFill>
                            <a:schemeClr val="dk1"/>
                          </a:solidFill>
                          <a:latin typeface="Calibri" panose="020F0502020204030204"/>
                          <a:ea typeface="微软雅黑"/>
                        </a:defRPr>
                      </a:lvl5pPr>
                      <a:lvl6pPr marL="2286000" algn="l" defTabSz="914400" rtl="0" eaLnBrk="1" latinLnBrk="0" hangingPunct="1">
                        <a:defRPr sz="1800" kern="1200">
                          <a:solidFill>
                            <a:schemeClr val="dk1"/>
                          </a:solidFill>
                          <a:latin typeface="Calibri" panose="020F0502020204030204"/>
                          <a:ea typeface="微软雅黑"/>
                        </a:defRPr>
                      </a:lvl6pPr>
                      <a:lvl7pPr marL="2743200" algn="l" defTabSz="914400" rtl="0" eaLnBrk="1" latinLnBrk="0" hangingPunct="1">
                        <a:defRPr sz="1800" kern="1200">
                          <a:solidFill>
                            <a:schemeClr val="dk1"/>
                          </a:solidFill>
                          <a:latin typeface="Calibri" panose="020F0502020204030204"/>
                          <a:ea typeface="微软雅黑"/>
                        </a:defRPr>
                      </a:lvl7pPr>
                      <a:lvl8pPr marL="3200400" algn="l" defTabSz="914400" rtl="0" eaLnBrk="1" latinLnBrk="0" hangingPunct="1">
                        <a:defRPr sz="1800" kern="1200">
                          <a:solidFill>
                            <a:schemeClr val="dk1"/>
                          </a:solidFill>
                          <a:latin typeface="Calibri" panose="020F0502020204030204"/>
                          <a:ea typeface="微软雅黑"/>
                        </a:defRPr>
                      </a:lvl8pPr>
                      <a:lvl9pPr marL="3657600" algn="l" defTabSz="914400" rtl="0" eaLnBrk="1" latinLnBrk="0" hangingPunct="1">
                        <a:defRPr sz="1800" kern="1200">
                          <a:solidFill>
                            <a:schemeClr val="dk1"/>
                          </a:solidFill>
                          <a:latin typeface="Calibri" panose="020F0502020204030204"/>
                          <a:ea typeface="微软雅黑"/>
                        </a:defRPr>
                      </a:lvl9pPr>
                    </a:lstStyle>
                    <a:p>
                      <a:pPr marL="36195" indent="0" algn="l">
                        <a:lnSpc>
                          <a:spcPct val="100000"/>
                        </a:lnSpc>
                        <a:spcAft>
                          <a:spcPts val="0"/>
                        </a:spcAft>
                      </a:pPr>
                      <a:r>
                        <a:rPr lang="zh-CN" altLang="en-US" sz="2000" dirty="0">
                          <a:effectLst/>
                          <a:latin typeface="+mj-lt"/>
                        </a:rPr>
                        <a:t>累积最大值</a:t>
                      </a:r>
                      <a:endParaRPr lang="zh-CN" altLang="en-US" sz="2000" dirty="0">
                        <a:effectLst/>
                        <a:latin typeface="+mj-lt"/>
                        <a:ea typeface="+mn-ea"/>
                        <a:cs typeface="Times New Roman" panose="02020603050405020304" pitchFamily="18" charset="0"/>
                      </a:endParaRPr>
                    </a:p>
                  </a:txBody>
                  <a:tcPr marL="9525" marR="9525" marT="9525" marB="9525" anchor="ctr">
                    <a:lnL>
                      <a:noFill/>
                    </a:lnL>
                    <a:lnR>
                      <a:noFill/>
                    </a:lnR>
                    <a:lnT w="12700" cap="flat" cmpd="sng" algn="ctr">
                      <a:solidFill>
                        <a:sysClr val="windowText" lastClr="000000"/>
                      </a:solidFill>
                      <a:prstDash val="dash"/>
                      <a:round/>
                      <a:headEnd type="none" w="med" len="med"/>
                      <a:tailEnd type="none" w="med" len="med"/>
                    </a:lnT>
                    <a:lnB w="12700" cap="flat" cmpd="sng" algn="ctr">
                      <a:solidFill>
                        <a:sysClr val="windowText" lastClr="000000"/>
                      </a:solidFill>
                      <a:prstDash val="dash"/>
                      <a:round/>
                      <a:headEnd type="none" w="med" len="med"/>
                      <a:tailEnd type="none" w="med" len="med"/>
                    </a:lnB>
                    <a:lnTlToBr w="12700" cmpd="sng">
                      <a:noFill/>
                      <a:prstDash val="solid"/>
                    </a:lnTlToBr>
                    <a:lnBlToTr w="12700" cmpd="sng">
                      <a:noFill/>
                      <a:prstDash val="solid"/>
                    </a:lnBlToTr>
                    <a:solidFill>
                      <a:sysClr val="windowText" lastClr="000000">
                        <a:tint val="20000"/>
                      </a:sysClr>
                    </a:solidFill>
                  </a:tcPr>
                </a:tc>
              </a:tr>
              <a:tr h="444876">
                <a:tc>
                  <a:txBody>
                    <a:bodyPr/>
                    <a:lstStyle>
                      <a:lvl1pPr marL="0" algn="l" defTabSz="914400" rtl="0" eaLnBrk="1" latinLnBrk="0" hangingPunct="1">
                        <a:defRPr sz="1800" kern="1200">
                          <a:solidFill>
                            <a:schemeClr val="dk1"/>
                          </a:solidFill>
                          <a:latin typeface="Calibri" panose="020F0502020204030204"/>
                          <a:ea typeface="微软雅黑"/>
                        </a:defRPr>
                      </a:lvl1pPr>
                      <a:lvl2pPr marL="457200" algn="l" defTabSz="914400" rtl="0" eaLnBrk="1" latinLnBrk="0" hangingPunct="1">
                        <a:defRPr sz="1800" kern="1200">
                          <a:solidFill>
                            <a:schemeClr val="dk1"/>
                          </a:solidFill>
                          <a:latin typeface="Calibri" panose="020F0502020204030204"/>
                          <a:ea typeface="微软雅黑"/>
                        </a:defRPr>
                      </a:lvl2pPr>
                      <a:lvl3pPr marL="914400" algn="l" defTabSz="914400" rtl="0" eaLnBrk="1" latinLnBrk="0" hangingPunct="1">
                        <a:defRPr sz="1800" kern="1200">
                          <a:solidFill>
                            <a:schemeClr val="dk1"/>
                          </a:solidFill>
                          <a:latin typeface="Calibri" panose="020F0502020204030204"/>
                          <a:ea typeface="微软雅黑"/>
                        </a:defRPr>
                      </a:lvl3pPr>
                      <a:lvl4pPr marL="1371600" algn="l" defTabSz="914400" rtl="0" eaLnBrk="1" latinLnBrk="0" hangingPunct="1">
                        <a:defRPr sz="1800" kern="1200">
                          <a:solidFill>
                            <a:schemeClr val="dk1"/>
                          </a:solidFill>
                          <a:latin typeface="Calibri" panose="020F0502020204030204"/>
                          <a:ea typeface="微软雅黑"/>
                        </a:defRPr>
                      </a:lvl4pPr>
                      <a:lvl5pPr marL="1828800" algn="l" defTabSz="914400" rtl="0" eaLnBrk="1" latinLnBrk="0" hangingPunct="1">
                        <a:defRPr sz="1800" kern="1200">
                          <a:solidFill>
                            <a:schemeClr val="dk1"/>
                          </a:solidFill>
                          <a:latin typeface="Calibri" panose="020F0502020204030204"/>
                          <a:ea typeface="微软雅黑"/>
                        </a:defRPr>
                      </a:lvl5pPr>
                      <a:lvl6pPr marL="2286000" algn="l" defTabSz="914400" rtl="0" eaLnBrk="1" latinLnBrk="0" hangingPunct="1">
                        <a:defRPr sz="1800" kern="1200">
                          <a:solidFill>
                            <a:schemeClr val="dk1"/>
                          </a:solidFill>
                          <a:latin typeface="Calibri" panose="020F0502020204030204"/>
                          <a:ea typeface="微软雅黑"/>
                        </a:defRPr>
                      </a:lvl6pPr>
                      <a:lvl7pPr marL="2743200" algn="l" defTabSz="914400" rtl="0" eaLnBrk="1" latinLnBrk="0" hangingPunct="1">
                        <a:defRPr sz="1800" kern="1200">
                          <a:solidFill>
                            <a:schemeClr val="dk1"/>
                          </a:solidFill>
                          <a:latin typeface="Calibri" panose="020F0502020204030204"/>
                          <a:ea typeface="微软雅黑"/>
                        </a:defRPr>
                      </a:lvl7pPr>
                      <a:lvl8pPr marL="3200400" algn="l" defTabSz="914400" rtl="0" eaLnBrk="1" latinLnBrk="0" hangingPunct="1">
                        <a:defRPr sz="1800" kern="1200">
                          <a:solidFill>
                            <a:schemeClr val="dk1"/>
                          </a:solidFill>
                          <a:latin typeface="Calibri" panose="020F0502020204030204"/>
                          <a:ea typeface="微软雅黑"/>
                        </a:defRPr>
                      </a:lvl8pPr>
                      <a:lvl9pPr marL="3657600" algn="l" defTabSz="914400" rtl="0" eaLnBrk="1" latinLnBrk="0" hangingPunct="1">
                        <a:defRPr sz="1800" kern="1200">
                          <a:solidFill>
                            <a:schemeClr val="dk1"/>
                          </a:solidFill>
                          <a:latin typeface="Calibri" panose="020F0502020204030204"/>
                          <a:ea typeface="微软雅黑"/>
                        </a:defRPr>
                      </a:lvl9pPr>
                    </a:lstStyle>
                    <a:p>
                      <a:pPr marL="36195" indent="0" algn="l">
                        <a:lnSpc>
                          <a:spcPct val="100000"/>
                        </a:lnSpc>
                        <a:spcAft>
                          <a:spcPts val="0"/>
                        </a:spcAft>
                      </a:pPr>
                      <a:r>
                        <a:rPr lang="en-US" sz="2000" dirty="0">
                          <a:effectLst/>
                          <a:latin typeface="+mj-lt"/>
                        </a:rPr>
                        <a:t> prod()</a:t>
                      </a:r>
                      <a:endParaRPr lang="en-US" sz="2000" dirty="0">
                        <a:effectLst/>
                        <a:latin typeface="+mj-lt"/>
                        <a:ea typeface="+mn-ea"/>
                        <a:cs typeface="Times New Roman" panose="02020603050405020304" pitchFamily="18" charset="0"/>
                      </a:endParaRPr>
                    </a:p>
                  </a:txBody>
                  <a:tcPr marL="9525" marR="9525" marT="9525" marB="9525" anchor="ctr">
                    <a:lnL>
                      <a:noFill/>
                    </a:lnL>
                    <a:lnR>
                      <a:noFill/>
                    </a:lnR>
                    <a:lnT w="12700" cap="flat" cmpd="sng" algn="ctr">
                      <a:solidFill>
                        <a:sysClr val="windowText" lastClr="000000"/>
                      </a:solidFill>
                      <a:prstDash val="dash"/>
                      <a:round/>
                      <a:headEnd type="none" w="med" len="med"/>
                      <a:tailEnd type="none" w="med" len="med"/>
                    </a:lnT>
                    <a:lnB w="25400" cmpd="sng">
                      <a:solidFill>
                        <a:sysClr val="windowText" lastClr="000000"/>
                      </a:solidFill>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ea typeface="微软雅黑"/>
                        </a:defRPr>
                      </a:lvl1pPr>
                      <a:lvl2pPr marL="457200" algn="l" defTabSz="914400" rtl="0" eaLnBrk="1" latinLnBrk="0" hangingPunct="1">
                        <a:defRPr sz="1800" kern="1200">
                          <a:solidFill>
                            <a:schemeClr val="dk1"/>
                          </a:solidFill>
                          <a:latin typeface="Calibri" panose="020F0502020204030204"/>
                          <a:ea typeface="微软雅黑"/>
                        </a:defRPr>
                      </a:lvl2pPr>
                      <a:lvl3pPr marL="914400" algn="l" defTabSz="914400" rtl="0" eaLnBrk="1" latinLnBrk="0" hangingPunct="1">
                        <a:defRPr sz="1800" kern="1200">
                          <a:solidFill>
                            <a:schemeClr val="dk1"/>
                          </a:solidFill>
                          <a:latin typeface="Calibri" panose="020F0502020204030204"/>
                          <a:ea typeface="微软雅黑"/>
                        </a:defRPr>
                      </a:lvl3pPr>
                      <a:lvl4pPr marL="1371600" algn="l" defTabSz="914400" rtl="0" eaLnBrk="1" latinLnBrk="0" hangingPunct="1">
                        <a:defRPr sz="1800" kern="1200">
                          <a:solidFill>
                            <a:schemeClr val="dk1"/>
                          </a:solidFill>
                          <a:latin typeface="Calibri" panose="020F0502020204030204"/>
                          <a:ea typeface="微软雅黑"/>
                        </a:defRPr>
                      </a:lvl4pPr>
                      <a:lvl5pPr marL="1828800" algn="l" defTabSz="914400" rtl="0" eaLnBrk="1" latinLnBrk="0" hangingPunct="1">
                        <a:defRPr sz="1800" kern="1200">
                          <a:solidFill>
                            <a:schemeClr val="dk1"/>
                          </a:solidFill>
                          <a:latin typeface="Calibri" panose="020F0502020204030204"/>
                          <a:ea typeface="微软雅黑"/>
                        </a:defRPr>
                      </a:lvl5pPr>
                      <a:lvl6pPr marL="2286000" algn="l" defTabSz="914400" rtl="0" eaLnBrk="1" latinLnBrk="0" hangingPunct="1">
                        <a:defRPr sz="1800" kern="1200">
                          <a:solidFill>
                            <a:schemeClr val="dk1"/>
                          </a:solidFill>
                          <a:latin typeface="Calibri" panose="020F0502020204030204"/>
                          <a:ea typeface="微软雅黑"/>
                        </a:defRPr>
                      </a:lvl6pPr>
                      <a:lvl7pPr marL="2743200" algn="l" defTabSz="914400" rtl="0" eaLnBrk="1" latinLnBrk="0" hangingPunct="1">
                        <a:defRPr sz="1800" kern="1200">
                          <a:solidFill>
                            <a:schemeClr val="dk1"/>
                          </a:solidFill>
                          <a:latin typeface="Calibri" panose="020F0502020204030204"/>
                          <a:ea typeface="微软雅黑"/>
                        </a:defRPr>
                      </a:lvl7pPr>
                      <a:lvl8pPr marL="3200400" algn="l" defTabSz="914400" rtl="0" eaLnBrk="1" latinLnBrk="0" hangingPunct="1">
                        <a:defRPr sz="1800" kern="1200">
                          <a:solidFill>
                            <a:schemeClr val="dk1"/>
                          </a:solidFill>
                          <a:latin typeface="Calibri" panose="020F0502020204030204"/>
                          <a:ea typeface="微软雅黑"/>
                        </a:defRPr>
                      </a:lvl8pPr>
                      <a:lvl9pPr marL="3657600" algn="l" defTabSz="914400" rtl="0" eaLnBrk="1" latinLnBrk="0" hangingPunct="1">
                        <a:defRPr sz="1800" kern="1200">
                          <a:solidFill>
                            <a:schemeClr val="dk1"/>
                          </a:solidFill>
                          <a:latin typeface="Calibri" panose="020F0502020204030204"/>
                          <a:ea typeface="微软雅黑"/>
                        </a:defRPr>
                      </a:lvl9pPr>
                    </a:lstStyle>
                    <a:p>
                      <a:pPr marL="36195" indent="0" algn="l">
                        <a:lnSpc>
                          <a:spcPct val="100000"/>
                        </a:lnSpc>
                        <a:spcAft>
                          <a:spcPts val="0"/>
                        </a:spcAft>
                      </a:pPr>
                      <a:r>
                        <a:rPr lang="zh-CN" altLang="en-US" sz="2000" dirty="0">
                          <a:effectLst/>
                          <a:latin typeface="+mj-lt"/>
                        </a:rPr>
                        <a:t>乘积</a:t>
                      </a:r>
                      <a:endParaRPr lang="zh-CN" altLang="en-US" sz="2000" dirty="0">
                        <a:effectLst/>
                        <a:latin typeface="+mj-lt"/>
                        <a:ea typeface="+mn-ea"/>
                        <a:cs typeface="Times New Roman" panose="02020603050405020304" pitchFamily="18" charset="0"/>
                      </a:endParaRPr>
                    </a:p>
                  </a:txBody>
                  <a:tcPr marL="9525" marR="9525" marT="9525" marB="9525" anchor="ctr">
                    <a:lnL>
                      <a:noFill/>
                    </a:lnL>
                    <a:lnR>
                      <a:noFill/>
                    </a:lnR>
                    <a:lnT w="12700" cap="flat" cmpd="sng" algn="ctr">
                      <a:solidFill>
                        <a:sysClr val="windowText" lastClr="000000"/>
                      </a:solidFill>
                      <a:prstDash val="dash"/>
                      <a:round/>
                      <a:headEnd type="none" w="med" len="med"/>
                      <a:tailEnd type="none" w="med" len="med"/>
                    </a:lnT>
                    <a:lnB w="25400" cmpd="sng">
                      <a:solidFill>
                        <a:sysClr val="windowText" lastClr="000000"/>
                      </a:solidFill>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ea typeface="微软雅黑"/>
                        </a:defRPr>
                      </a:lvl1pPr>
                      <a:lvl2pPr marL="457200" algn="l" defTabSz="914400" rtl="0" eaLnBrk="1" latinLnBrk="0" hangingPunct="1">
                        <a:defRPr sz="1800" kern="1200">
                          <a:solidFill>
                            <a:schemeClr val="dk1"/>
                          </a:solidFill>
                          <a:latin typeface="Calibri" panose="020F0502020204030204"/>
                          <a:ea typeface="微软雅黑"/>
                        </a:defRPr>
                      </a:lvl2pPr>
                      <a:lvl3pPr marL="914400" algn="l" defTabSz="914400" rtl="0" eaLnBrk="1" latinLnBrk="0" hangingPunct="1">
                        <a:defRPr sz="1800" kern="1200">
                          <a:solidFill>
                            <a:schemeClr val="dk1"/>
                          </a:solidFill>
                          <a:latin typeface="Calibri" panose="020F0502020204030204"/>
                          <a:ea typeface="微软雅黑"/>
                        </a:defRPr>
                      </a:lvl3pPr>
                      <a:lvl4pPr marL="1371600" algn="l" defTabSz="914400" rtl="0" eaLnBrk="1" latinLnBrk="0" hangingPunct="1">
                        <a:defRPr sz="1800" kern="1200">
                          <a:solidFill>
                            <a:schemeClr val="dk1"/>
                          </a:solidFill>
                          <a:latin typeface="Calibri" panose="020F0502020204030204"/>
                          <a:ea typeface="微软雅黑"/>
                        </a:defRPr>
                      </a:lvl4pPr>
                      <a:lvl5pPr marL="1828800" algn="l" defTabSz="914400" rtl="0" eaLnBrk="1" latinLnBrk="0" hangingPunct="1">
                        <a:defRPr sz="1800" kern="1200">
                          <a:solidFill>
                            <a:schemeClr val="dk1"/>
                          </a:solidFill>
                          <a:latin typeface="Calibri" panose="020F0502020204030204"/>
                          <a:ea typeface="微软雅黑"/>
                        </a:defRPr>
                      </a:lvl5pPr>
                      <a:lvl6pPr marL="2286000" algn="l" defTabSz="914400" rtl="0" eaLnBrk="1" latinLnBrk="0" hangingPunct="1">
                        <a:defRPr sz="1800" kern="1200">
                          <a:solidFill>
                            <a:schemeClr val="dk1"/>
                          </a:solidFill>
                          <a:latin typeface="Calibri" panose="020F0502020204030204"/>
                          <a:ea typeface="微软雅黑"/>
                        </a:defRPr>
                      </a:lvl6pPr>
                      <a:lvl7pPr marL="2743200" algn="l" defTabSz="914400" rtl="0" eaLnBrk="1" latinLnBrk="0" hangingPunct="1">
                        <a:defRPr sz="1800" kern="1200">
                          <a:solidFill>
                            <a:schemeClr val="dk1"/>
                          </a:solidFill>
                          <a:latin typeface="Calibri" panose="020F0502020204030204"/>
                          <a:ea typeface="微软雅黑"/>
                        </a:defRPr>
                      </a:lvl7pPr>
                      <a:lvl8pPr marL="3200400" algn="l" defTabSz="914400" rtl="0" eaLnBrk="1" latinLnBrk="0" hangingPunct="1">
                        <a:defRPr sz="1800" kern="1200">
                          <a:solidFill>
                            <a:schemeClr val="dk1"/>
                          </a:solidFill>
                          <a:latin typeface="Calibri" panose="020F0502020204030204"/>
                          <a:ea typeface="微软雅黑"/>
                        </a:defRPr>
                      </a:lvl8pPr>
                      <a:lvl9pPr marL="3657600" algn="l" defTabSz="914400" rtl="0" eaLnBrk="1" latinLnBrk="0" hangingPunct="1">
                        <a:defRPr sz="1800" kern="1200">
                          <a:solidFill>
                            <a:schemeClr val="dk1"/>
                          </a:solidFill>
                          <a:latin typeface="Calibri" panose="020F0502020204030204"/>
                          <a:ea typeface="微软雅黑"/>
                        </a:defRPr>
                      </a:lvl9pPr>
                    </a:lstStyle>
                    <a:p>
                      <a:pPr marL="36195" indent="0" algn="l">
                        <a:lnSpc>
                          <a:spcPct val="100000"/>
                        </a:lnSpc>
                        <a:spcAft>
                          <a:spcPts val="0"/>
                        </a:spcAft>
                      </a:pPr>
                      <a:r>
                        <a:rPr lang="en-US" sz="2000" dirty="0">
                          <a:effectLst/>
                          <a:latin typeface="+mj-lt"/>
                        </a:rPr>
                        <a:t>cummin()</a:t>
                      </a:r>
                      <a:endParaRPr lang="en-US" sz="2000" dirty="0">
                        <a:effectLst/>
                        <a:latin typeface="+mj-lt"/>
                        <a:ea typeface="+mn-ea"/>
                        <a:cs typeface="Times New Roman" panose="02020603050405020304" pitchFamily="18" charset="0"/>
                      </a:endParaRPr>
                    </a:p>
                  </a:txBody>
                  <a:tcPr marL="9525" marR="9525" marT="9525" marB="9525" anchor="ctr">
                    <a:lnL>
                      <a:noFill/>
                    </a:lnL>
                    <a:lnR>
                      <a:noFill/>
                    </a:lnR>
                    <a:lnT w="12700" cap="flat" cmpd="sng" algn="ctr">
                      <a:solidFill>
                        <a:sysClr val="windowText" lastClr="000000"/>
                      </a:solidFill>
                      <a:prstDash val="dash"/>
                      <a:round/>
                      <a:headEnd type="none" w="med" len="med"/>
                      <a:tailEnd type="none" w="med" len="med"/>
                    </a:lnT>
                    <a:lnB w="25400" cmpd="sng">
                      <a:solidFill>
                        <a:sysClr val="windowText" lastClr="000000"/>
                      </a:solidFill>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ea typeface="微软雅黑"/>
                        </a:defRPr>
                      </a:lvl1pPr>
                      <a:lvl2pPr marL="457200" algn="l" defTabSz="914400" rtl="0" eaLnBrk="1" latinLnBrk="0" hangingPunct="1">
                        <a:defRPr sz="1800" kern="1200">
                          <a:solidFill>
                            <a:schemeClr val="dk1"/>
                          </a:solidFill>
                          <a:latin typeface="Calibri" panose="020F0502020204030204"/>
                          <a:ea typeface="微软雅黑"/>
                        </a:defRPr>
                      </a:lvl2pPr>
                      <a:lvl3pPr marL="914400" algn="l" defTabSz="914400" rtl="0" eaLnBrk="1" latinLnBrk="0" hangingPunct="1">
                        <a:defRPr sz="1800" kern="1200">
                          <a:solidFill>
                            <a:schemeClr val="dk1"/>
                          </a:solidFill>
                          <a:latin typeface="Calibri" panose="020F0502020204030204"/>
                          <a:ea typeface="微软雅黑"/>
                        </a:defRPr>
                      </a:lvl3pPr>
                      <a:lvl4pPr marL="1371600" algn="l" defTabSz="914400" rtl="0" eaLnBrk="1" latinLnBrk="0" hangingPunct="1">
                        <a:defRPr sz="1800" kern="1200">
                          <a:solidFill>
                            <a:schemeClr val="dk1"/>
                          </a:solidFill>
                          <a:latin typeface="Calibri" panose="020F0502020204030204"/>
                          <a:ea typeface="微软雅黑"/>
                        </a:defRPr>
                      </a:lvl4pPr>
                      <a:lvl5pPr marL="1828800" algn="l" defTabSz="914400" rtl="0" eaLnBrk="1" latinLnBrk="0" hangingPunct="1">
                        <a:defRPr sz="1800" kern="1200">
                          <a:solidFill>
                            <a:schemeClr val="dk1"/>
                          </a:solidFill>
                          <a:latin typeface="Calibri" panose="020F0502020204030204"/>
                          <a:ea typeface="微软雅黑"/>
                        </a:defRPr>
                      </a:lvl5pPr>
                      <a:lvl6pPr marL="2286000" algn="l" defTabSz="914400" rtl="0" eaLnBrk="1" latinLnBrk="0" hangingPunct="1">
                        <a:defRPr sz="1800" kern="1200">
                          <a:solidFill>
                            <a:schemeClr val="dk1"/>
                          </a:solidFill>
                          <a:latin typeface="Calibri" panose="020F0502020204030204"/>
                          <a:ea typeface="微软雅黑"/>
                        </a:defRPr>
                      </a:lvl6pPr>
                      <a:lvl7pPr marL="2743200" algn="l" defTabSz="914400" rtl="0" eaLnBrk="1" latinLnBrk="0" hangingPunct="1">
                        <a:defRPr sz="1800" kern="1200">
                          <a:solidFill>
                            <a:schemeClr val="dk1"/>
                          </a:solidFill>
                          <a:latin typeface="Calibri" panose="020F0502020204030204"/>
                          <a:ea typeface="微软雅黑"/>
                        </a:defRPr>
                      </a:lvl7pPr>
                      <a:lvl8pPr marL="3200400" algn="l" defTabSz="914400" rtl="0" eaLnBrk="1" latinLnBrk="0" hangingPunct="1">
                        <a:defRPr sz="1800" kern="1200">
                          <a:solidFill>
                            <a:schemeClr val="dk1"/>
                          </a:solidFill>
                          <a:latin typeface="Calibri" panose="020F0502020204030204"/>
                          <a:ea typeface="微软雅黑"/>
                        </a:defRPr>
                      </a:lvl8pPr>
                      <a:lvl9pPr marL="3657600" algn="l" defTabSz="914400" rtl="0" eaLnBrk="1" latinLnBrk="0" hangingPunct="1">
                        <a:defRPr sz="1800" kern="1200">
                          <a:solidFill>
                            <a:schemeClr val="dk1"/>
                          </a:solidFill>
                          <a:latin typeface="Calibri" panose="020F0502020204030204"/>
                          <a:ea typeface="微软雅黑"/>
                        </a:defRPr>
                      </a:lvl9pPr>
                    </a:lstStyle>
                    <a:p>
                      <a:pPr marL="36195" indent="0" algn="l">
                        <a:lnSpc>
                          <a:spcPct val="100000"/>
                        </a:lnSpc>
                        <a:spcAft>
                          <a:spcPts val="0"/>
                        </a:spcAft>
                      </a:pPr>
                      <a:r>
                        <a:rPr lang="zh-CN" altLang="en-US" sz="2000" dirty="0">
                          <a:effectLst/>
                          <a:latin typeface="+mj-lt"/>
                        </a:rPr>
                        <a:t>累积最小值</a:t>
                      </a:r>
                      <a:endParaRPr lang="zh-CN" altLang="en-US" sz="2000" dirty="0">
                        <a:effectLst/>
                        <a:latin typeface="+mj-lt"/>
                        <a:ea typeface="+mn-ea"/>
                        <a:cs typeface="Times New Roman" panose="02020603050405020304" pitchFamily="18" charset="0"/>
                      </a:endParaRPr>
                    </a:p>
                  </a:txBody>
                  <a:tcPr marL="9525" marR="9525" marT="9525" marB="9525" anchor="ctr">
                    <a:lnL>
                      <a:noFill/>
                    </a:lnL>
                    <a:lnR>
                      <a:noFill/>
                    </a:lnR>
                    <a:lnT w="12700" cap="flat" cmpd="sng" algn="ctr">
                      <a:solidFill>
                        <a:sysClr val="windowText" lastClr="000000"/>
                      </a:solidFill>
                      <a:prstDash val="dash"/>
                      <a:round/>
                      <a:headEnd type="none" w="med" len="med"/>
                      <a:tailEnd type="none" w="med" len="med"/>
                    </a:lnT>
                    <a:lnB w="25400" cmpd="sng">
                      <a:solidFill>
                        <a:sysClr val="windowText" lastClr="000000"/>
                      </a:solidFill>
                    </a:lnB>
                    <a:lnTlToBr w="12700" cmpd="sng">
                      <a:noFill/>
                      <a:prstDash val="solid"/>
                    </a:lnTlToBr>
                    <a:lnBlToTr w="12700" cmpd="sng">
                      <a:noFill/>
                      <a:prstDash val="solid"/>
                    </a:lnBlToTr>
                    <a:solidFill>
                      <a:sysClr val="window" lastClr="FFFFFF"/>
                    </a:solidFill>
                  </a:tcPr>
                </a:tc>
              </a:tr>
            </a:tbl>
          </a:graphicData>
        </a:graphic>
      </p:graphicFrame>
      <p:sp>
        <p:nvSpPr>
          <p:cNvPr id="5" name="文本框 4"/>
          <p:cNvSpPr txBox="1"/>
          <p:nvPr/>
        </p:nvSpPr>
        <p:spPr>
          <a:xfrm>
            <a:off x="4667148" y="344338"/>
            <a:ext cx="6102350" cy="581057"/>
          </a:xfrm>
          <a:prstGeom prst="rect">
            <a:avLst/>
          </a:prstGeom>
          <a:noFill/>
        </p:spPr>
        <p:txBody>
          <a:bodyPr wrap="square">
            <a:spAutoFit/>
          </a:bodyPr>
          <a:lstStyle/>
          <a:p>
            <a:pPr algn="r">
              <a:lnSpc>
                <a:spcPct val="150000"/>
              </a:lnSpc>
              <a:defRPr/>
            </a:pPr>
            <a:r>
              <a:rPr lang="en-US" altLang="zh-CN" sz="2400" dirty="0">
                <a:solidFill>
                  <a:srgbClr val="000000"/>
                </a:solidFill>
                <a:latin typeface="微软雅黑"/>
                <a:ea typeface="微软雅黑"/>
                <a:cs typeface="Times New Roman" panose="02020603050405020304" pitchFamily="18" charset="0"/>
              </a:rPr>
              <a:t>Pandas </a:t>
            </a:r>
            <a:r>
              <a:rPr lang="zh-CN" altLang="en-US" sz="2400" dirty="0">
                <a:solidFill>
                  <a:srgbClr val="000000"/>
                </a:solidFill>
                <a:latin typeface="微软雅黑"/>
                <a:ea typeface="微软雅黑"/>
                <a:cs typeface="Times New Roman" panose="02020603050405020304" pitchFamily="18" charset="0"/>
              </a:rPr>
              <a:t>描述统计方法</a:t>
            </a:r>
            <a:endParaRPr lang="zh-CN" altLang="en-US" sz="2400" dirty="0">
              <a:solidFill>
                <a:prstClr val="black"/>
              </a:solidFill>
              <a:latin typeface="微软雅黑"/>
              <a:ea typeface="微软雅黑"/>
              <a:cs typeface="Times New Roman" panose="02020603050405020304" pitchFamily="18" charset="0"/>
            </a:endParaRPr>
          </a:p>
        </p:txBody>
      </p:sp>
      <p:sp>
        <p:nvSpPr>
          <p:cNvPr id="6" name="内容占位符 1"/>
          <p:cNvSpPr txBox="1"/>
          <p:nvPr/>
        </p:nvSpPr>
        <p:spPr>
          <a:xfrm>
            <a:off x="676804" y="5850920"/>
            <a:ext cx="10826397" cy="1060217"/>
          </a:xfrm>
          <a:prstGeom prst="rect">
            <a:avLst/>
          </a:prstGeom>
          <a:noFill/>
          <a:ln>
            <a:noFill/>
          </a:ln>
          <a:effectLst/>
        </p:spPr>
        <p:txBody>
          <a:bodyPr vert="horz" lIns="91440" tIns="45720" rIns="91440" bIns="45720" rtlCol="0">
            <a:norm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50000"/>
              </a:lnSpc>
              <a:spcBef>
                <a:spcPts val="500"/>
              </a:spcBef>
              <a:defRPr/>
            </a:pPr>
            <a:r>
              <a:rPr lang="zh-CN" altLang="en-US" sz="2000" dirty="0">
                <a:solidFill>
                  <a:sysClr val="windowText" lastClr="000000"/>
                </a:solidFill>
                <a:latin typeface="微软雅黑" panose="020B0503020204020204" pitchFamily="34" charset="-122"/>
                <a:ea typeface="微软雅黑" panose="020B0503020204020204" pitchFamily="34" charset="-122"/>
              </a:rPr>
              <a:t>在数据分析的过程中，可以先将数据拆分成组，对每个分组的数据应用函数进行统计，再汇总计算结果。</a:t>
            </a:r>
            <a:endParaRPr lang="en-US" altLang="zh-CN" sz="2000" dirty="0">
              <a:solidFill>
                <a:sysClr val="windowText" lastClr="0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7.11 </a:t>
            </a:r>
            <a:r>
              <a:rPr lang="zh-CN" altLang="en-US" dirty="0"/>
              <a:t>学生成绩数据分析</a:t>
            </a:r>
            <a:endParaRPr lang="zh-CN" altLang="en-US" dirty="0"/>
          </a:p>
        </p:txBody>
      </p:sp>
      <p:sp>
        <p:nvSpPr>
          <p:cNvPr id="7" name="内容占位符 6"/>
          <p:cNvSpPr>
            <a:spLocks noGrp="1"/>
          </p:cNvSpPr>
          <p:nvPr>
            <p:ph sz="quarter" idx="15"/>
          </p:nvPr>
        </p:nvSpPr>
        <p:spPr/>
        <p:txBody>
          <a:bodyPr>
            <a:normAutofit fontScale="92500" lnSpcReduction="20000"/>
          </a:bodyPr>
          <a:lstStyle/>
          <a:p>
            <a:pPr>
              <a:lnSpc>
                <a:spcPct val="125000"/>
              </a:lnSpc>
              <a:spcBef>
                <a:spcPts val="500"/>
              </a:spcBef>
            </a:pPr>
            <a:r>
              <a:rPr lang="zh-CN" altLang="en-US" sz="2800" b="1" dirty="0">
                <a:solidFill>
                  <a:srgbClr val="0070C0"/>
                </a:solidFill>
                <a:latin typeface="+mj-lt"/>
              </a:rPr>
              <a:t>实例说明：</a:t>
            </a:r>
            <a:endParaRPr lang="en-US" altLang="zh-CN" sz="2800" b="1" dirty="0">
              <a:solidFill>
                <a:srgbClr val="0070C0"/>
              </a:solidFill>
              <a:latin typeface="+mj-lt"/>
            </a:endParaRPr>
          </a:p>
          <a:p>
            <a:pPr marL="342900" indent="-342900">
              <a:lnSpc>
                <a:spcPct val="125000"/>
              </a:lnSpc>
              <a:spcBef>
                <a:spcPts val="500"/>
              </a:spcBef>
              <a:buFont typeface="Arial" panose="020B0604020202090204" pitchFamily="34" charset="0"/>
              <a:buChar char="•"/>
            </a:pPr>
            <a:r>
              <a:rPr lang="zh-CN" altLang="en-US" sz="2600" dirty="0">
                <a:latin typeface="+mj-lt"/>
              </a:rPr>
              <a:t>数据在数据库中存储时，经常要进行</a:t>
            </a:r>
            <a:r>
              <a:rPr lang="zh-CN" altLang="en-US" sz="2600" b="1" dirty="0">
                <a:solidFill>
                  <a:schemeClr val="accent2"/>
                </a:solidFill>
                <a:latin typeface="+mj-lt"/>
              </a:rPr>
              <a:t>规范化设计</a:t>
            </a:r>
            <a:r>
              <a:rPr lang="zh-CN" altLang="en-US" sz="2600" dirty="0">
                <a:latin typeface="+mj-lt"/>
              </a:rPr>
              <a:t>，以减少冗余和方便维护。</a:t>
            </a:r>
            <a:endParaRPr lang="en-US" altLang="zh-CN" sz="2600" dirty="0">
              <a:latin typeface="+mj-lt"/>
            </a:endParaRPr>
          </a:p>
          <a:p>
            <a:pPr marL="342900" indent="-342900">
              <a:lnSpc>
                <a:spcPct val="125000"/>
              </a:lnSpc>
              <a:spcBef>
                <a:spcPts val="500"/>
              </a:spcBef>
              <a:buFont typeface="Arial" panose="020B0604020202090204" pitchFamily="34" charset="0"/>
              <a:buChar char="•"/>
            </a:pPr>
            <a:r>
              <a:rPr lang="zh-CN" altLang="en-US" sz="2600" dirty="0">
                <a:latin typeface="+mj-lt"/>
              </a:rPr>
              <a:t>文件“</a:t>
            </a:r>
            <a:r>
              <a:rPr lang="en-US" altLang="zh-CN" sz="2600" dirty="0">
                <a:latin typeface="+mj-lt"/>
              </a:rPr>
              <a:t>scoregroup.csv”</a:t>
            </a:r>
            <a:r>
              <a:rPr lang="zh-CN" altLang="en-US" sz="2600" dirty="0">
                <a:latin typeface="+mj-lt"/>
              </a:rPr>
              <a:t>中的数据是从数据库中导出的，存放着多名同学</a:t>
            </a:r>
            <a:r>
              <a:rPr lang="zh-CN" altLang="en-US" sz="2600" b="1" dirty="0">
                <a:solidFill>
                  <a:schemeClr val="accent2"/>
                </a:solidFill>
                <a:latin typeface="+mj-lt"/>
              </a:rPr>
              <a:t>各 </a:t>
            </a:r>
            <a:r>
              <a:rPr lang="en-US" altLang="zh-CN" sz="2600" b="1" dirty="0">
                <a:solidFill>
                  <a:schemeClr val="accent2"/>
                </a:solidFill>
                <a:latin typeface="+mj-lt"/>
              </a:rPr>
              <a:t>5 </a:t>
            </a:r>
            <a:r>
              <a:rPr lang="zh-CN" altLang="en-US" sz="2600" b="1" dirty="0">
                <a:solidFill>
                  <a:schemeClr val="accent2"/>
                </a:solidFill>
                <a:latin typeface="+mj-lt"/>
              </a:rPr>
              <a:t>门课程的成绩</a:t>
            </a:r>
            <a:r>
              <a:rPr lang="zh-CN" altLang="en-US" sz="2600" dirty="0">
                <a:latin typeface="+mj-lt"/>
              </a:rPr>
              <a:t>。</a:t>
            </a:r>
            <a:endParaRPr lang="en-US" altLang="zh-CN" sz="2600" dirty="0">
              <a:latin typeface="+mj-lt"/>
            </a:endParaRPr>
          </a:p>
          <a:p>
            <a:pPr marL="342900" indent="-342900">
              <a:lnSpc>
                <a:spcPct val="125000"/>
              </a:lnSpc>
              <a:spcBef>
                <a:spcPts val="500"/>
              </a:spcBef>
              <a:buFont typeface="Arial" panose="020B0604020202090204" pitchFamily="34" charset="0"/>
              <a:buChar char="•"/>
            </a:pPr>
            <a:r>
              <a:rPr lang="zh-CN" altLang="en-US" sz="2600" dirty="0">
                <a:latin typeface="+mj-lt"/>
              </a:rPr>
              <a:t>请分别统计</a:t>
            </a:r>
            <a:r>
              <a:rPr lang="zh-CN" altLang="en-US" sz="2600" b="1" dirty="0">
                <a:solidFill>
                  <a:schemeClr val="accent2"/>
                </a:solidFill>
                <a:latin typeface="+mj-lt"/>
              </a:rPr>
              <a:t>每位同学</a:t>
            </a:r>
            <a:r>
              <a:rPr lang="zh-CN" altLang="en-US" sz="2600" dirty="0">
                <a:latin typeface="+mj-lt"/>
              </a:rPr>
              <a:t>的平均成绩、最高成绩和最低成绩；</a:t>
            </a:r>
            <a:r>
              <a:rPr lang="zh-CN" altLang="en-US" sz="2600" b="1" dirty="0">
                <a:solidFill>
                  <a:schemeClr val="accent2"/>
                </a:solidFill>
                <a:latin typeface="+mj-lt"/>
              </a:rPr>
              <a:t>每门课程</a:t>
            </a:r>
            <a:r>
              <a:rPr lang="zh-CN" altLang="en-US" sz="2600" dirty="0">
                <a:latin typeface="+mj-lt"/>
              </a:rPr>
              <a:t>的平均成绩、最高成绩和最低成绩。</a:t>
            </a:r>
            <a:endParaRPr lang="en-US" altLang="zh-CN" sz="2600" dirty="0">
              <a:latin typeface="+mj-lt"/>
            </a:endParaRPr>
          </a:p>
          <a:p>
            <a:pPr marL="457200" lvl="1" indent="0">
              <a:lnSpc>
                <a:spcPct val="125000"/>
              </a:lnSpc>
              <a:buNone/>
            </a:pPr>
            <a:r>
              <a:rPr lang="zh-CN" altLang="en-US" sz="2200" dirty="0">
                <a:solidFill>
                  <a:schemeClr val="accent6"/>
                </a:solidFill>
                <a:latin typeface="+mj-lt"/>
              </a:rPr>
              <a:t>姓名</a:t>
            </a:r>
            <a:r>
              <a:rPr lang="en-US" altLang="zh-CN" sz="2200" dirty="0">
                <a:solidFill>
                  <a:schemeClr val="accent6"/>
                </a:solidFill>
                <a:latin typeface="+mj-lt"/>
              </a:rPr>
              <a:t>,</a:t>
            </a:r>
            <a:r>
              <a:rPr lang="zh-CN" altLang="en-US" sz="2200" dirty="0">
                <a:solidFill>
                  <a:schemeClr val="accent6"/>
                </a:solidFill>
                <a:latin typeface="+mj-lt"/>
              </a:rPr>
              <a:t>学号</a:t>
            </a:r>
            <a:r>
              <a:rPr lang="en-US" altLang="zh-CN" sz="2200" dirty="0">
                <a:solidFill>
                  <a:schemeClr val="accent6"/>
                </a:solidFill>
                <a:latin typeface="+mj-lt"/>
              </a:rPr>
              <a:t>,</a:t>
            </a:r>
            <a:r>
              <a:rPr lang="zh-CN" altLang="en-US" sz="2200" dirty="0">
                <a:solidFill>
                  <a:schemeClr val="accent6"/>
                </a:solidFill>
                <a:latin typeface="+mj-lt"/>
              </a:rPr>
              <a:t>课程名</a:t>
            </a:r>
            <a:r>
              <a:rPr lang="en-US" altLang="zh-CN" sz="2200" dirty="0">
                <a:solidFill>
                  <a:schemeClr val="accent6"/>
                </a:solidFill>
                <a:latin typeface="+mj-lt"/>
              </a:rPr>
              <a:t>,</a:t>
            </a:r>
            <a:r>
              <a:rPr lang="zh-CN" altLang="en-US" sz="2200" dirty="0">
                <a:solidFill>
                  <a:schemeClr val="accent6"/>
                </a:solidFill>
                <a:latin typeface="+mj-lt"/>
              </a:rPr>
              <a:t>分数</a:t>
            </a:r>
            <a:endParaRPr lang="zh-CN" altLang="en-US" sz="2200" dirty="0">
              <a:solidFill>
                <a:schemeClr val="accent6"/>
              </a:solidFill>
              <a:latin typeface="+mj-lt"/>
            </a:endParaRPr>
          </a:p>
          <a:p>
            <a:pPr marL="457200" lvl="1" indent="0">
              <a:lnSpc>
                <a:spcPct val="125000"/>
              </a:lnSpc>
              <a:buNone/>
            </a:pPr>
            <a:r>
              <a:rPr lang="zh-CN" altLang="en-US" sz="2200" dirty="0">
                <a:solidFill>
                  <a:schemeClr val="accent6"/>
                </a:solidFill>
                <a:latin typeface="+mj-lt"/>
              </a:rPr>
              <a:t>刘雨</a:t>
            </a:r>
            <a:r>
              <a:rPr lang="en-US" altLang="zh-CN" sz="2200" dirty="0">
                <a:solidFill>
                  <a:schemeClr val="accent6"/>
                </a:solidFill>
                <a:latin typeface="+mj-lt"/>
              </a:rPr>
              <a:t>,0121701100507,</a:t>
            </a:r>
            <a:r>
              <a:rPr lang="zh-CN" altLang="en-US" sz="2200" dirty="0">
                <a:solidFill>
                  <a:schemeClr val="accent6"/>
                </a:solidFill>
                <a:latin typeface="+mj-lt"/>
              </a:rPr>
              <a:t>高数</a:t>
            </a:r>
            <a:r>
              <a:rPr lang="en-US" altLang="zh-CN" sz="2200" dirty="0">
                <a:solidFill>
                  <a:schemeClr val="accent6"/>
                </a:solidFill>
                <a:latin typeface="+mj-lt"/>
              </a:rPr>
              <a:t>,80</a:t>
            </a:r>
            <a:endParaRPr lang="en-US" altLang="zh-CN" sz="2200" dirty="0">
              <a:solidFill>
                <a:schemeClr val="accent6"/>
              </a:solidFill>
              <a:latin typeface="+mj-lt"/>
            </a:endParaRPr>
          </a:p>
          <a:p>
            <a:pPr marL="457200" lvl="1" indent="0">
              <a:lnSpc>
                <a:spcPct val="125000"/>
              </a:lnSpc>
              <a:buNone/>
            </a:pPr>
            <a:r>
              <a:rPr lang="zh-CN" altLang="en-US" sz="2200" dirty="0">
                <a:solidFill>
                  <a:schemeClr val="accent6"/>
                </a:solidFill>
                <a:latin typeface="+mj-lt"/>
              </a:rPr>
              <a:t>刘雨</a:t>
            </a:r>
            <a:r>
              <a:rPr lang="en-US" altLang="zh-CN" sz="2200" dirty="0">
                <a:solidFill>
                  <a:schemeClr val="accent6"/>
                </a:solidFill>
                <a:latin typeface="+mj-lt"/>
              </a:rPr>
              <a:t>,0121701100507,</a:t>
            </a:r>
            <a:r>
              <a:rPr lang="zh-CN" altLang="en-US" sz="2200" dirty="0">
                <a:solidFill>
                  <a:schemeClr val="accent6"/>
                </a:solidFill>
                <a:latin typeface="+mj-lt"/>
              </a:rPr>
              <a:t>英语</a:t>
            </a:r>
            <a:r>
              <a:rPr lang="en-US" altLang="zh-CN" sz="2200" dirty="0">
                <a:solidFill>
                  <a:schemeClr val="accent6"/>
                </a:solidFill>
                <a:latin typeface="+mj-lt"/>
              </a:rPr>
              <a:t>,88</a:t>
            </a:r>
            <a:endParaRPr lang="en-US" altLang="zh-CN" sz="2200" dirty="0">
              <a:solidFill>
                <a:schemeClr val="accent6"/>
              </a:solidFill>
              <a:latin typeface="+mj-lt"/>
            </a:endParaRPr>
          </a:p>
          <a:p>
            <a:pPr marL="457200" lvl="1" indent="0">
              <a:lnSpc>
                <a:spcPct val="125000"/>
              </a:lnSpc>
              <a:buNone/>
            </a:pPr>
            <a:r>
              <a:rPr lang="zh-CN" altLang="en-US" sz="2200" dirty="0">
                <a:solidFill>
                  <a:schemeClr val="accent6"/>
                </a:solidFill>
                <a:latin typeface="+mj-lt"/>
              </a:rPr>
              <a:t>刘雨</a:t>
            </a:r>
            <a:r>
              <a:rPr lang="en-US" altLang="zh-CN" sz="2200" dirty="0">
                <a:solidFill>
                  <a:schemeClr val="accent6"/>
                </a:solidFill>
                <a:latin typeface="+mj-lt"/>
              </a:rPr>
              <a:t>,0121701100507,</a:t>
            </a:r>
            <a:r>
              <a:rPr lang="zh-CN" altLang="en-US" sz="2200" dirty="0">
                <a:solidFill>
                  <a:schemeClr val="accent6"/>
                </a:solidFill>
                <a:latin typeface="+mj-lt"/>
              </a:rPr>
              <a:t>程序设计</a:t>
            </a:r>
            <a:r>
              <a:rPr lang="en-US" altLang="zh-CN" sz="2200" dirty="0">
                <a:solidFill>
                  <a:schemeClr val="accent6"/>
                </a:solidFill>
                <a:latin typeface="+mj-lt"/>
              </a:rPr>
              <a:t>,96</a:t>
            </a:r>
            <a:endParaRPr lang="en-US" altLang="zh-CN" sz="2200" dirty="0">
              <a:solidFill>
                <a:schemeClr val="accent6"/>
              </a:solidFill>
              <a:latin typeface="+mj-lt"/>
            </a:endParaRPr>
          </a:p>
          <a:p>
            <a:pPr marL="457200" lvl="1" indent="0">
              <a:lnSpc>
                <a:spcPct val="125000"/>
              </a:lnSpc>
              <a:buNone/>
            </a:pPr>
            <a:r>
              <a:rPr lang="zh-CN" altLang="en-US" sz="2200" dirty="0">
                <a:solidFill>
                  <a:schemeClr val="accent6"/>
                </a:solidFill>
                <a:latin typeface="+mj-lt"/>
              </a:rPr>
              <a:t>刘雨</a:t>
            </a:r>
            <a:r>
              <a:rPr lang="en-US" altLang="zh-CN" sz="2200" dirty="0">
                <a:solidFill>
                  <a:schemeClr val="accent6"/>
                </a:solidFill>
                <a:latin typeface="+mj-lt"/>
              </a:rPr>
              <a:t>,0121701100507,</a:t>
            </a:r>
            <a:r>
              <a:rPr lang="zh-CN" altLang="en-US" sz="2200" dirty="0">
                <a:solidFill>
                  <a:schemeClr val="accent6"/>
                </a:solidFill>
                <a:latin typeface="+mj-lt"/>
              </a:rPr>
              <a:t>物理</a:t>
            </a:r>
            <a:r>
              <a:rPr lang="en-US" altLang="zh-CN" sz="2200" dirty="0">
                <a:solidFill>
                  <a:schemeClr val="accent6"/>
                </a:solidFill>
                <a:latin typeface="+mj-lt"/>
              </a:rPr>
              <a:t>,82</a:t>
            </a:r>
            <a:endParaRPr lang="en-US" altLang="zh-CN" sz="2200" dirty="0">
              <a:solidFill>
                <a:schemeClr val="accent6"/>
              </a:solidFill>
              <a:latin typeface="+mj-lt"/>
            </a:endParaRPr>
          </a:p>
          <a:p>
            <a:pPr marL="457200" lvl="1" indent="0">
              <a:lnSpc>
                <a:spcPct val="125000"/>
              </a:lnSpc>
              <a:buNone/>
            </a:pPr>
            <a:r>
              <a:rPr lang="en-US" altLang="zh-CN" sz="2200" dirty="0">
                <a:solidFill>
                  <a:schemeClr val="accent6"/>
                </a:solidFill>
                <a:latin typeface="+mj-lt"/>
              </a:rPr>
              <a:t>…</a:t>
            </a:r>
            <a:endParaRPr lang="en-US" altLang="zh-CN" sz="2200" dirty="0">
              <a:solidFill>
                <a:schemeClr val="accent6"/>
              </a:solidFill>
              <a:latin typeface="+mj-lt"/>
            </a:endParaRPr>
          </a:p>
          <a:p>
            <a:pPr marL="342900" indent="-342900">
              <a:lnSpc>
                <a:spcPct val="125000"/>
              </a:lnSpc>
              <a:spcBef>
                <a:spcPts val="500"/>
              </a:spcBef>
              <a:buFont typeface="Arial" panose="020B0604020202090204" pitchFamily="34" charset="0"/>
              <a:buChar char="•"/>
            </a:pPr>
            <a:endParaRPr lang="en-US" altLang="zh-CN" dirty="0">
              <a:latin typeface="+mj-lt"/>
            </a:endParaRPr>
          </a:p>
        </p:txBody>
      </p:sp>
      <p:sp>
        <p:nvSpPr>
          <p:cNvPr id="6" name="内容占位符 5"/>
          <p:cNvSpPr>
            <a:spLocks noGrp="1"/>
          </p:cNvSpPr>
          <p:nvPr>
            <p:ph sz="quarter" idx="13"/>
          </p:nvPr>
        </p:nvSpPr>
        <p:spPr/>
        <p:txBody>
          <a:bodyPr/>
          <a:lstStyle/>
          <a:p>
            <a:r>
              <a:rPr lang="zh-CN" altLang="en-US" dirty="0"/>
              <a:t>实例</a:t>
            </a:r>
            <a:endParaRPr lang="zh-CN" altLang="en-US" dirty="0"/>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7.11 </a:t>
            </a:r>
            <a:r>
              <a:rPr lang="zh-CN" altLang="en-US" dirty="0"/>
              <a:t>学生成绩数据分析</a:t>
            </a:r>
            <a:endParaRPr lang="zh-CN" altLang="en-US" dirty="0"/>
          </a:p>
        </p:txBody>
      </p:sp>
      <p:sp>
        <p:nvSpPr>
          <p:cNvPr id="7" name="内容占位符 6"/>
          <p:cNvSpPr>
            <a:spLocks noGrp="1"/>
          </p:cNvSpPr>
          <p:nvPr>
            <p:ph sz="quarter" idx="14"/>
          </p:nvPr>
        </p:nvSpPr>
        <p:spPr/>
        <p:txBody>
          <a:bodyPr/>
          <a:lstStyle/>
          <a:p>
            <a:r>
              <a:rPr lang="zh-CN" altLang="en-US" dirty="0"/>
              <a:t>实例 </a:t>
            </a:r>
            <a:endParaRPr lang="zh-CN" altLang="en-US" dirty="0"/>
          </a:p>
        </p:txBody>
      </p:sp>
      <p:sp>
        <p:nvSpPr>
          <p:cNvPr id="11" name="内容占位符 1"/>
          <p:cNvSpPr txBox="1"/>
          <p:nvPr/>
        </p:nvSpPr>
        <p:spPr>
          <a:xfrm>
            <a:off x="721921" y="1084298"/>
            <a:ext cx="10958564" cy="2661791"/>
          </a:xfrm>
          <a:prstGeom prst="rect">
            <a:avLst/>
          </a:prstGeom>
          <a:noFill/>
          <a:ln>
            <a:noFill/>
          </a:ln>
          <a:effectLst/>
        </p:spPr>
        <p:txBody>
          <a:bodyPr vert="horz" lIns="91440" tIns="45720" rIns="91440" bIns="45720" rtlCol="0">
            <a:norm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50000"/>
              </a:lnSpc>
              <a:spcBef>
                <a:spcPts val="500"/>
              </a:spcBef>
              <a:defRPr/>
            </a:pPr>
            <a:r>
              <a:rPr lang="zh-CN" altLang="en-US" sz="2400" dirty="0">
                <a:solidFill>
                  <a:sysClr val="windowText" lastClr="000000"/>
                </a:solidFill>
                <a:latin typeface="微软雅黑" panose="020B0503020204020204" pitchFamily="34" charset="-122"/>
                <a:ea typeface="微软雅黑" panose="020B0503020204020204" pitchFamily="34" charset="-122"/>
              </a:rPr>
              <a:t>这个问题用前面知识解决时，需要</a:t>
            </a:r>
            <a:r>
              <a:rPr lang="zh-CN" altLang="en-US" sz="2400" b="1" dirty="0">
                <a:solidFill>
                  <a:schemeClr val="accent2"/>
                </a:solidFill>
                <a:latin typeface="微软雅黑" panose="020B0503020204020204" pitchFamily="34" charset="-122"/>
                <a:ea typeface="微软雅黑" panose="020B0503020204020204" pitchFamily="34" charset="-122"/>
              </a:rPr>
              <a:t>分别</a:t>
            </a:r>
            <a:r>
              <a:rPr lang="zh-CN" altLang="en-US" sz="2400" dirty="0">
                <a:solidFill>
                  <a:sysClr val="windowText" lastClr="000000"/>
                </a:solidFill>
                <a:latin typeface="微软雅黑" panose="020B0503020204020204" pitchFamily="34" charset="-122"/>
                <a:ea typeface="微软雅黑" panose="020B0503020204020204" pitchFamily="34" charset="-122"/>
              </a:rPr>
              <a:t>把每位同学的成绩提取出来再计算其平均成绩，再把每门课程的成绩分别取出来计算课程平均成绩。</a:t>
            </a:r>
            <a:endParaRPr lang="en-US" altLang="zh-CN" sz="2400" dirty="0">
              <a:solidFill>
                <a:sysClr val="windowText" lastClr="000000"/>
              </a:solidFill>
              <a:latin typeface="微软雅黑" panose="020B0503020204020204" pitchFamily="34" charset="-122"/>
              <a:ea typeface="微软雅黑" panose="020B0503020204020204" pitchFamily="34" charset="-122"/>
            </a:endParaRPr>
          </a:p>
          <a:p>
            <a:pPr>
              <a:lnSpc>
                <a:spcPct val="150000"/>
              </a:lnSpc>
              <a:spcBef>
                <a:spcPts val="500"/>
              </a:spcBef>
              <a:defRPr/>
            </a:pPr>
            <a:r>
              <a:rPr lang="zh-CN" altLang="en-US" sz="2400" dirty="0">
                <a:solidFill>
                  <a:sysClr val="windowText" lastClr="000000"/>
                </a:solidFill>
                <a:latin typeface="微软雅黑" panose="020B0503020204020204" pitchFamily="34" charset="-122"/>
                <a:ea typeface="微软雅黑" panose="020B0503020204020204" pitchFamily="34" charset="-122"/>
              </a:rPr>
              <a:t>利用 </a:t>
            </a:r>
            <a:r>
              <a:rPr lang="en-US" altLang="zh-CN" sz="2400" dirty="0">
                <a:solidFill>
                  <a:sysClr val="windowText" lastClr="000000"/>
                </a:solidFill>
                <a:latin typeface="微软雅黑" panose="020B0503020204020204" pitchFamily="34" charset="-122"/>
                <a:ea typeface="微软雅黑" panose="020B0503020204020204" pitchFamily="34" charset="-122"/>
              </a:rPr>
              <a:t>Pandas </a:t>
            </a:r>
            <a:r>
              <a:rPr lang="zh-CN" altLang="en-US" sz="2400" dirty="0">
                <a:solidFill>
                  <a:sysClr val="windowText" lastClr="000000"/>
                </a:solidFill>
                <a:latin typeface="微软雅黑" panose="020B0503020204020204" pitchFamily="34" charset="-122"/>
                <a:ea typeface="微软雅黑" panose="020B0503020204020204" pitchFamily="34" charset="-122"/>
              </a:rPr>
              <a:t>中的</a:t>
            </a:r>
            <a:r>
              <a:rPr lang="zh-CN" altLang="en-US" sz="2400" b="1" dirty="0">
                <a:solidFill>
                  <a:schemeClr val="accent2"/>
                </a:solidFill>
                <a:latin typeface="微软雅黑" panose="020B0503020204020204" pitchFamily="34" charset="-122"/>
                <a:ea typeface="微软雅黑" panose="020B0503020204020204" pitchFamily="34" charset="-122"/>
              </a:rPr>
              <a:t>索引和分组</a:t>
            </a:r>
            <a:r>
              <a:rPr lang="zh-CN" altLang="en-US" sz="2400" dirty="0">
                <a:solidFill>
                  <a:sysClr val="windowText" lastClr="000000"/>
                </a:solidFill>
                <a:latin typeface="微软雅黑" panose="020B0503020204020204" pitchFamily="34" charset="-122"/>
                <a:ea typeface="微软雅黑" panose="020B0503020204020204" pitchFamily="34" charset="-122"/>
              </a:rPr>
              <a:t>等功能可以更方便地完成。</a:t>
            </a:r>
            <a:endParaRPr lang="zh-CN" altLang="en-US" sz="2400" dirty="0">
              <a:solidFill>
                <a:sysClr val="windowText" lastClr="000000"/>
              </a:solidFill>
              <a:latin typeface="微软雅黑" panose="020B0503020204020204" pitchFamily="34" charset="-122"/>
              <a:ea typeface="微软雅黑" panose="020B0503020204020204" pitchFamily="34" charset="-122"/>
            </a:endParaRPr>
          </a:p>
          <a:p>
            <a:pPr marL="457200" indent="-457200">
              <a:lnSpc>
                <a:spcPct val="150000"/>
              </a:lnSpc>
              <a:spcBef>
                <a:spcPts val="500"/>
              </a:spcBef>
              <a:buFont typeface="+mj-lt"/>
              <a:buAutoNum type="arabicPeriod"/>
              <a:defRPr/>
            </a:pPr>
            <a:r>
              <a:rPr lang="zh-CN" altLang="en-US" sz="2400" dirty="0">
                <a:solidFill>
                  <a:sysClr val="windowText" lastClr="000000"/>
                </a:solidFill>
                <a:latin typeface="微软雅黑" panose="020B0503020204020204" pitchFamily="34" charset="-122"/>
                <a:ea typeface="微软雅黑" panose="020B0503020204020204" pitchFamily="34" charset="-122"/>
              </a:rPr>
              <a:t>平均成绩计算方法：</a:t>
            </a:r>
            <a:endParaRPr lang="zh-CN" altLang="en-US" sz="2400" dirty="0">
              <a:solidFill>
                <a:sysClr val="windowText" lastClr="000000"/>
              </a:solidFill>
              <a:latin typeface="微软雅黑" panose="020B0503020204020204" pitchFamily="34" charset="-122"/>
              <a:ea typeface="微软雅黑" panose="020B0503020204020204" pitchFamily="34" charset="-122"/>
            </a:endParaRPr>
          </a:p>
        </p:txBody>
      </p:sp>
      <p:sp>
        <p:nvSpPr>
          <p:cNvPr id="12" name="内容占位符 5"/>
          <p:cNvSpPr txBox="1"/>
          <p:nvPr/>
        </p:nvSpPr>
        <p:spPr>
          <a:xfrm>
            <a:off x="721921" y="3598610"/>
            <a:ext cx="10748158" cy="2661790"/>
          </a:xfrm>
          <a:prstGeom prst="roundRect">
            <a:avLst>
              <a:gd name="adj" fmla="val 18052"/>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dirty="0">
                <a:solidFill>
                  <a:srgbClr val="4B69C6"/>
                </a:solidFill>
                <a:latin typeface="+mj-lt"/>
              </a:rPr>
              <a:t>import</a:t>
            </a:r>
            <a:r>
              <a:rPr lang="en-US" altLang="zh-CN" dirty="0">
                <a:solidFill>
                  <a:srgbClr val="333333"/>
                </a:solidFill>
                <a:latin typeface="+mj-lt"/>
              </a:rPr>
              <a:t> </a:t>
            </a:r>
            <a:r>
              <a:rPr lang="en-US" altLang="zh-CN" b="1" dirty="0">
                <a:solidFill>
                  <a:srgbClr val="7A3E9D"/>
                </a:solidFill>
                <a:latin typeface="+mj-lt"/>
              </a:rPr>
              <a:t>pandas</a:t>
            </a:r>
            <a:r>
              <a:rPr lang="en-US" altLang="zh-CN" dirty="0">
                <a:solidFill>
                  <a:srgbClr val="333333"/>
                </a:solidFill>
                <a:latin typeface="+mj-lt"/>
              </a:rPr>
              <a:t> </a:t>
            </a:r>
            <a:r>
              <a:rPr lang="en-US" altLang="zh-CN" dirty="0">
                <a:solidFill>
                  <a:srgbClr val="4B69C6"/>
                </a:solidFill>
                <a:latin typeface="+mj-lt"/>
              </a:rPr>
              <a:t>as</a:t>
            </a:r>
            <a:r>
              <a:rPr lang="en-US" altLang="zh-CN" dirty="0">
                <a:solidFill>
                  <a:srgbClr val="333333"/>
                </a:solidFill>
                <a:latin typeface="+mj-lt"/>
              </a:rPr>
              <a:t> </a:t>
            </a:r>
            <a:r>
              <a:rPr lang="en-US" altLang="zh-CN" b="1" dirty="0">
                <a:solidFill>
                  <a:srgbClr val="7A3E9D"/>
                </a:solidFill>
                <a:latin typeface="+mj-lt"/>
              </a:rPr>
              <a:t>pd</a:t>
            </a:r>
            <a:endParaRPr lang="en-US" altLang="zh-CN" dirty="0">
              <a:solidFill>
                <a:srgbClr val="333333"/>
              </a:solidFill>
              <a:latin typeface="+mj-lt"/>
            </a:endParaRPr>
          </a:p>
          <a:p>
            <a:r>
              <a:rPr lang="en-US" altLang="zh-CN" dirty="0">
                <a:solidFill>
                  <a:srgbClr val="333333"/>
                </a:solidFill>
                <a:latin typeface="+mj-lt"/>
              </a:rPr>
              <a:t> </a:t>
            </a:r>
            <a:endParaRPr lang="en-US" altLang="zh-CN" dirty="0">
              <a:solidFill>
                <a:srgbClr val="333333"/>
              </a:solidFill>
              <a:latin typeface="+mj-lt"/>
            </a:endParaRPr>
          </a:p>
          <a:p>
            <a:r>
              <a:rPr lang="en-US" altLang="zh-CN" dirty="0" err="1">
                <a:solidFill>
                  <a:srgbClr val="7A3E9D"/>
                </a:solidFill>
                <a:latin typeface="+mj-lt"/>
              </a:rPr>
              <a:t>score_df</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b="1" dirty="0" err="1">
                <a:solidFill>
                  <a:srgbClr val="7A3E9D"/>
                </a:solidFill>
                <a:latin typeface="+mj-lt"/>
              </a:rPr>
              <a:t>pd</a:t>
            </a:r>
            <a:r>
              <a:rPr lang="en-US" altLang="zh-CN" dirty="0" err="1">
                <a:solidFill>
                  <a:srgbClr val="777777"/>
                </a:solidFill>
                <a:latin typeface="+mj-lt"/>
              </a:rPr>
              <a:t>.</a:t>
            </a:r>
            <a:r>
              <a:rPr lang="en-US" altLang="zh-CN" b="1" dirty="0" err="1">
                <a:solidFill>
                  <a:srgbClr val="AA3731"/>
                </a:solidFill>
                <a:latin typeface="+mj-lt"/>
              </a:rPr>
              <a:t>read_csv</a:t>
            </a:r>
            <a:r>
              <a:rPr lang="en-US" altLang="zh-CN" dirty="0">
                <a:solidFill>
                  <a:srgbClr val="777777"/>
                </a:solidFill>
                <a:latin typeface="+mj-lt"/>
              </a:rPr>
              <a:t>('</a:t>
            </a:r>
            <a:r>
              <a:rPr lang="en-US" altLang="zh-CN" dirty="0">
                <a:solidFill>
                  <a:srgbClr val="448C27"/>
                </a:solidFill>
                <a:latin typeface="+mj-lt"/>
              </a:rPr>
              <a:t>coregroup.csv</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A3E9D"/>
                </a:solidFill>
                <a:latin typeface="+mj-lt"/>
              </a:rPr>
              <a:t>encoding</a:t>
            </a:r>
            <a:r>
              <a:rPr lang="en-US" altLang="zh-CN" dirty="0">
                <a:solidFill>
                  <a:srgbClr val="777777"/>
                </a:solidFill>
                <a:latin typeface="+mj-lt"/>
              </a:rPr>
              <a:t>='</a:t>
            </a:r>
            <a:r>
              <a:rPr lang="en-US" altLang="zh-CN" dirty="0">
                <a:solidFill>
                  <a:srgbClr val="448C27"/>
                </a:solidFill>
                <a:latin typeface="+mj-lt"/>
              </a:rPr>
              <a:t>utf-8</a:t>
            </a:r>
            <a:r>
              <a:rPr lang="en-US" altLang="zh-CN" dirty="0">
                <a:solidFill>
                  <a:srgbClr val="777777"/>
                </a:solidFill>
                <a:latin typeface="+mj-lt"/>
              </a:rPr>
              <a:t>')</a:t>
            </a:r>
            <a:endParaRPr lang="en-US" altLang="zh-CN" dirty="0">
              <a:solidFill>
                <a:srgbClr val="333333"/>
              </a:solidFill>
              <a:latin typeface="+mj-lt"/>
            </a:endParaRPr>
          </a:p>
          <a:p>
            <a:r>
              <a:rPr lang="en-US" altLang="zh-CN" b="1" dirty="0">
                <a:solidFill>
                  <a:srgbClr val="AA3731"/>
                </a:solidFill>
                <a:latin typeface="+mj-lt"/>
              </a:rPr>
              <a:t>print</a:t>
            </a:r>
            <a:r>
              <a:rPr lang="en-US" altLang="zh-CN" dirty="0">
                <a:solidFill>
                  <a:srgbClr val="777777"/>
                </a:solidFill>
                <a:latin typeface="+mj-lt"/>
              </a:rPr>
              <a:t>(</a:t>
            </a:r>
            <a:r>
              <a:rPr lang="en-US" altLang="zh-CN" dirty="0" err="1">
                <a:solidFill>
                  <a:srgbClr val="7A3E9D"/>
                </a:solidFill>
                <a:latin typeface="+mj-lt"/>
              </a:rPr>
              <a:t>score_df</a:t>
            </a:r>
            <a:r>
              <a:rPr lang="en-US" altLang="zh-CN" dirty="0">
                <a:solidFill>
                  <a:srgbClr val="777777"/>
                </a:solidFill>
                <a:latin typeface="+mj-lt"/>
              </a:rPr>
              <a:t>['</a:t>
            </a:r>
            <a:r>
              <a:rPr lang="zh-CN" altLang="en-US" dirty="0">
                <a:solidFill>
                  <a:srgbClr val="448C27"/>
                </a:solidFill>
                <a:latin typeface="+mj-lt"/>
              </a:rPr>
              <a:t>分数</a:t>
            </a:r>
            <a:r>
              <a:rPr lang="en-US" altLang="zh-CN" dirty="0">
                <a:solidFill>
                  <a:srgbClr val="777777"/>
                </a:solidFill>
                <a:latin typeface="+mj-lt"/>
              </a:rPr>
              <a:t>'].</a:t>
            </a:r>
            <a:r>
              <a:rPr lang="en-US" altLang="zh-CN" b="1" dirty="0" err="1">
                <a:solidFill>
                  <a:srgbClr val="AA3731"/>
                </a:solidFill>
                <a:latin typeface="+mj-lt"/>
              </a:rPr>
              <a:t>groupby</a:t>
            </a:r>
            <a:r>
              <a:rPr lang="en-US" altLang="zh-CN" dirty="0">
                <a:solidFill>
                  <a:srgbClr val="777777"/>
                </a:solidFill>
                <a:latin typeface="+mj-lt"/>
              </a:rPr>
              <a:t>(</a:t>
            </a:r>
            <a:r>
              <a:rPr lang="en-US" altLang="zh-CN" dirty="0" err="1">
                <a:solidFill>
                  <a:srgbClr val="7A3E9D"/>
                </a:solidFill>
                <a:latin typeface="+mj-lt"/>
              </a:rPr>
              <a:t>score_df</a:t>
            </a:r>
            <a:r>
              <a:rPr lang="en-US" altLang="zh-CN" dirty="0">
                <a:solidFill>
                  <a:srgbClr val="777777"/>
                </a:solidFill>
                <a:latin typeface="+mj-lt"/>
              </a:rPr>
              <a:t>['</a:t>
            </a:r>
            <a:r>
              <a:rPr lang="zh-CN" altLang="en-US" dirty="0">
                <a:solidFill>
                  <a:srgbClr val="448C27"/>
                </a:solidFill>
                <a:latin typeface="+mj-lt"/>
              </a:rPr>
              <a:t>姓名</a:t>
            </a:r>
            <a:r>
              <a:rPr lang="en-US" altLang="zh-CN" dirty="0">
                <a:solidFill>
                  <a:srgbClr val="777777"/>
                </a:solidFill>
                <a:latin typeface="+mj-lt"/>
              </a:rPr>
              <a:t>']).</a:t>
            </a:r>
            <a:r>
              <a:rPr lang="en-US" altLang="zh-CN" b="1" dirty="0">
                <a:solidFill>
                  <a:srgbClr val="AA3731"/>
                </a:solidFill>
                <a:latin typeface="+mj-lt"/>
              </a:rPr>
              <a:t>mean</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返回每个人的平均分</a:t>
            </a:r>
            <a:endParaRPr lang="zh-CN" altLang="en-US" dirty="0">
              <a:solidFill>
                <a:srgbClr val="333333"/>
              </a:solidFill>
              <a:latin typeface="+mj-lt"/>
            </a:endParaRPr>
          </a:p>
          <a:p>
            <a:r>
              <a:rPr lang="en-US" altLang="zh-CN" b="1" dirty="0">
                <a:solidFill>
                  <a:srgbClr val="AA3731"/>
                </a:solidFill>
                <a:latin typeface="+mj-lt"/>
              </a:rPr>
              <a:t>print</a:t>
            </a:r>
            <a:r>
              <a:rPr lang="en-US" altLang="zh-CN" dirty="0">
                <a:solidFill>
                  <a:srgbClr val="777777"/>
                </a:solidFill>
                <a:latin typeface="+mj-lt"/>
              </a:rPr>
              <a:t>(</a:t>
            </a:r>
            <a:r>
              <a:rPr lang="en-US" altLang="zh-CN" dirty="0" err="1">
                <a:solidFill>
                  <a:srgbClr val="7A3E9D"/>
                </a:solidFill>
                <a:latin typeface="+mj-lt"/>
              </a:rPr>
              <a:t>score_df</a:t>
            </a:r>
            <a:r>
              <a:rPr lang="en-US" altLang="zh-CN" dirty="0">
                <a:solidFill>
                  <a:srgbClr val="777777"/>
                </a:solidFill>
                <a:latin typeface="+mj-lt"/>
              </a:rPr>
              <a:t>['</a:t>
            </a:r>
            <a:r>
              <a:rPr lang="zh-CN" altLang="en-US" dirty="0">
                <a:solidFill>
                  <a:srgbClr val="448C27"/>
                </a:solidFill>
                <a:latin typeface="+mj-lt"/>
              </a:rPr>
              <a:t>分数</a:t>
            </a:r>
            <a:r>
              <a:rPr lang="en-US" altLang="zh-CN" dirty="0">
                <a:solidFill>
                  <a:srgbClr val="777777"/>
                </a:solidFill>
                <a:latin typeface="+mj-lt"/>
              </a:rPr>
              <a:t>'].</a:t>
            </a:r>
            <a:r>
              <a:rPr lang="en-US" altLang="zh-CN" b="1" dirty="0" err="1">
                <a:solidFill>
                  <a:srgbClr val="AA3731"/>
                </a:solidFill>
                <a:latin typeface="+mj-lt"/>
              </a:rPr>
              <a:t>groupby</a:t>
            </a:r>
            <a:r>
              <a:rPr lang="en-US" altLang="zh-CN" dirty="0">
                <a:solidFill>
                  <a:srgbClr val="777777"/>
                </a:solidFill>
                <a:latin typeface="+mj-lt"/>
              </a:rPr>
              <a:t>(</a:t>
            </a:r>
            <a:r>
              <a:rPr lang="en-US" altLang="zh-CN" dirty="0" err="1">
                <a:solidFill>
                  <a:srgbClr val="7A3E9D"/>
                </a:solidFill>
                <a:latin typeface="+mj-lt"/>
              </a:rPr>
              <a:t>score_df</a:t>
            </a:r>
            <a:r>
              <a:rPr lang="en-US" altLang="zh-CN" dirty="0">
                <a:solidFill>
                  <a:srgbClr val="777777"/>
                </a:solidFill>
                <a:latin typeface="+mj-lt"/>
              </a:rPr>
              <a:t>['</a:t>
            </a:r>
            <a:r>
              <a:rPr lang="zh-CN" altLang="en-US" dirty="0">
                <a:solidFill>
                  <a:srgbClr val="448C27"/>
                </a:solidFill>
                <a:latin typeface="+mj-lt"/>
              </a:rPr>
              <a:t>课程名</a:t>
            </a:r>
            <a:r>
              <a:rPr lang="en-US" altLang="zh-CN" dirty="0">
                <a:solidFill>
                  <a:srgbClr val="777777"/>
                </a:solidFill>
                <a:latin typeface="+mj-lt"/>
              </a:rPr>
              <a:t>']).</a:t>
            </a:r>
            <a:r>
              <a:rPr lang="en-US" altLang="zh-CN" b="1" dirty="0">
                <a:solidFill>
                  <a:srgbClr val="AA3731"/>
                </a:solidFill>
                <a:latin typeface="+mj-lt"/>
              </a:rPr>
              <a:t>mean</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AAAAAA"/>
                </a:solidFill>
                <a:latin typeface="+mj-lt"/>
              </a:rPr>
              <a:t># </a:t>
            </a:r>
            <a:r>
              <a:rPr lang="zh-CN" altLang="en-US" dirty="0">
                <a:solidFill>
                  <a:srgbClr val="AAAAAA"/>
                </a:solidFill>
                <a:latin typeface="+mj-lt"/>
              </a:rPr>
              <a:t>返回每门课的平均分</a:t>
            </a:r>
            <a:endParaRPr lang="zh-CN" altLang="en-US" dirty="0">
              <a:solidFill>
                <a:srgbClr val="333333"/>
              </a:solidFill>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7.11 </a:t>
            </a:r>
            <a:r>
              <a:rPr lang="zh-CN" altLang="en-US" dirty="0"/>
              <a:t>学生成绩数据分析</a:t>
            </a:r>
            <a:endParaRPr lang="zh-CN" altLang="en-US" dirty="0"/>
          </a:p>
        </p:txBody>
      </p:sp>
      <p:sp>
        <p:nvSpPr>
          <p:cNvPr id="7" name="内容占位符 6"/>
          <p:cNvSpPr>
            <a:spLocks noGrp="1"/>
          </p:cNvSpPr>
          <p:nvPr>
            <p:ph sz="quarter" idx="14"/>
          </p:nvPr>
        </p:nvSpPr>
        <p:spPr/>
        <p:txBody>
          <a:bodyPr/>
          <a:lstStyle/>
          <a:p>
            <a:r>
              <a:rPr lang="zh-CN" altLang="en-US" dirty="0"/>
              <a:t>实例 </a:t>
            </a:r>
            <a:endParaRPr lang="zh-CN" altLang="en-US" dirty="0"/>
          </a:p>
        </p:txBody>
      </p:sp>
      <p:sp>
        <p:nvSpPr>
          <p:cNvPr id="2" name="内容占位符 1"/>
          <p:cNvSpPr txBox="1"/>
          <p:nvPr/>
        </p:nvSpPr>
        <p:spPr>
          <a:xfrm>
            <a:off x="721922" y="1084298"/>
            <a:ext cx="10958564" cy="2661791"/>
          </a:xfrm>
          <a:prstGeom prst="rect">
            <a:avLst/>
          </a:prstGeom>
          <a:noFill/>
          <a:ln>
            <a:noFill/>
          </a:ln>
          <a:effectLst/>
        </p:spPr>
        <p:txBody>
          <a:bodyPr vert="horz" lIns="91440" tIns="45720" rIns="91440" bIns="45720" rtlCol="0">
            <a:normAutofit/>
          </a:bodyPr>
          <a:lstStyle>
            <a:lvl1pPr marL="228600" indent="-228600" algn="l" defTabSz="914400" rtl="0" eaLnBrk="1" fontAlgn="auto" latinLnBrk="0" hangingPunct="1">
              <a:lnSpc>
                <a:spcPct val="100000"/>
              </a:lnSpc>
              <a:spcBef>
                <a:spcPts val="1000"/>
              </a:spcBef>
              <a:buFont typeface="Arial" panose="020B0604020202090204" pitchFamily="34" charset="0"/>
              <a:buChar char="•"/>
              <a:defRPr lang="zh-CN" altLang="en-US" sz="2800" kern="1200" dirty="0">
                <a:solidFill>
                  <a:schemeClr val="tx1">
                    <a:lumMod val="85000"/>
                    <a:lumOff val="15000"/>
                  </a:schemeClr>
                </a:solidFill>
                <a:latin typeface="+mn-ea"/>
                <a:ea typeface="+mn-ea"/>
                <a:cs typeface="+mn-cs"/>
              </a:defRPr>
            </a:lvl1pPr>
            <a:lvl2pPr marL="685800" indent="-228600" algn="l" defTabSz="914400" rtl="0" eaLnBrk="1" fontAlgn="auto" latinLnBrk="0" hangingPunct="1">
              <a:lnSpc>
                <a:spcPct val="100000"/>
              </a:lnSpc>
              <a:spcBef>
                <a:spcPts val="500"/>
              </a:spcBef>
              <a:buFont typeface="Arial" panose="020B0604020202090204" pitchFamily="34" charset="0"/>
              <a:buChar char="•"/>
              <a:defRPr lang="zh-CN" altLang="en-US" sz="2400" kern="1200" dirty="0">
                <a:solidFill>
                  <a:schemeClr val="tx1">
                    <a:lumMod val="85000"/>
                    <a:lumOff val="15000"/>
                  </a:schemeClr>
                </a:solidFill>
                <a:latin typeface="+mn-ea"/>
                <a:ea typeface="+mn-ea"/>
                <a:cs typeface="+mn-cs"/>
              </a:defRPr>
            </a:lvl2pPr>
            <a:lvl3pPr marL="1143000" indent="-228600" algn="l" defTabSz="914400" rtl="0" eaLnBrk="1" fontAlgn="auto" latinLnBrk="0" hangingPunct="1">
              <a:lnSpc>
                <a:spcPct val="100000"/>
              </a:lnSpc>
              <a:spcBef>
                <a:spcPts val="500"/>
              </a:spcBef>
              <a:buFont typeface="Arial" panose="020B0604020202090204" pitchFamily="34" charset="0"/>
              <a:buChar char="•"/>
              <a:defRPr lang="zh-CN" altLang="en-US" sz="2000" kern="1200" dirty="0">
                <a:solidFill>
                  <a:schemeClr val="tx1">
                    <a:lumMod val="85000"/>
                    <a:lumOff val="15000"/>
                  </a:schemeClr>
                </a:solidFill>
                <a:latin typeface="+mn-ea"/>
                <a:ea typeface="+mn-ea"/>
                <a:cs typeface="+mn-cs"/>
              </a:defRPr>
            </a:lvl3pPr>
            <a:lvl4pPr marL="1600200" indent="-228600" algn="l" defTabSz="914400" rtl="0" eaLnBrk="1" fontAlgn="auto" latinLnBrk="0" hangingPunct="1">
              <a:lnSpc>
                <a:spcPct val="100000"/>
              </a:lnSpc>
              <a:spcBef>
                <a:spcPts val="500"/>
              </a:spcBef>
              <a:buFont typeface="Arial" panose="020B0604020202090204" pitchFamily="34" charset="0"/>
              <a:buChar char="•"/>
              <a:defRPr lang="zh-CN" altLang="en-US" sz="1800" kern="1200" dirty="0">
                <a:solidFill>
                  <a:schemeClr val="tx1">
                    <a:lumMod val="85000"/>
                    <a:lumOff val="15000"/>
                  </a:schemeClr>
                </a:solidFill>
                <a:latin typeface="+mn-ea"/>
                <a:ea typeface="+mn-ea"/>
                <a:cs typeface="+mn-cs"/>
              </a:defRPr>
            </a:lvl4pPr>
            <a:lvl5pPr marL="2057400" indent="-228600" algn="l" defTabSz="914400" rtl="0" eaLnBrk="1" fontAlgn="auto" latinLnBrk="0" hangingPunct="1">
              <a:lnSpc>
                <a:spcPct val="100000"/>
              </a:lnSpc>
              <a:spcBef>
                <a:spcPts val="500"/>
              </a:spcBef>
              <a:buFont typeface="Arial" panose="020B0604020202090204" pitchFamily="34" charset="0"/>
              <a:buChar char="•"/>
              <a:defRPr lang="zh-CN" altLang="en-US" sz="1200" kern="1200" dirty="0">
                <a:solidFill>
                  <a:schemeClr val="tx1">
                    <a:lumMod val="85000"/>
                    <a:lumOff val="15000"/>
                  </a:schemeClr>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457200" indent="-457200">
              <a:lnSpc>
                <a:spcPct val="150000"/>
              </a:lnSpc>
              <a:spcBef>
                <a:spcPts val="500"/>
              </a:spcBef>
              <a:buFont typeface="+mj-lt"/>
              <a:buAutoNum type="arabicPeriod" startAt="2"/>
              <a:defRPr/>
            </a:pPr>
            <a:r>
              <a:rPr lang="zh-CN" altLang="en-US" sz="2400" dirty="0">
                <a:solidFill>
                  <a:sysClr val="windowText" lastClr="000000"/>
                </a:solidFill>
                <a:latin typeface="微软雅黑" panose="020B0503020204020204" pitchFamily="34" charset="-122"/>
                <a:ea typeface="微软雅黑" panose="020B0503020204020204" pitchFamily="34" charset="-122"/>
              </a:rPr>
              <a:t>应用 </a:t>
            </a:r>
            <a:r>
              <a:rPr lang="en-US" altLang="zh-CN" sz="2400" b="1" dirty="0" err="1">
                <a:solidFill>
                  <a:schemeClr val="accent2"/>
                </a:solidFill>
                <a:latin typeface="微软雅黑" panose="020B0503020204020204" pitchFamily="34" charset="-122"/>
                <a:ea typeface="微软雅黑" panose="020B0503020204020204" pitchFamily="34" charset="-122"/>
              </a:rPr>
              <a:t>agg</a:t>
            </a:r>
            <a:r>
              <a:rPr lang="en-US" altLang="zh-CN" sz="2400" b="1" dirty="0">
                <a:solidFill>
                  <a:schemeClr val="accent2"/>
                </a:solidFill>
                <a:latin typeface="微软雅黑" panose="020B0503020204020204" pitchFamily="34" charset="-122"/>
                <a:ea typeface="微软雅黑" panose="020B0503020204020204" pitchFamily="34" charset="-122"/>
              </a:rPr>
              <a:t>() </a:t>
            </a:r>
            <a:r>
              <a:rPr lang="zh-CN" altLang="en-US" sz="2400" dirty="0">
                <a:solidFill>
                  <a:sysClr val="windowText" lastClr="000000"/>
                </a:solidFill>
                <a:latin typeface="微软雅黑" panose="020B0503020204020204" pitchFamily="34" charset="-122"/>
                <a:ea typeface="微软雅黑" panose="020B0503020204020204" pitchFamily="34" charset="-122"/>
              </a:rPr>
              <a:t>函数对分组结果进行</a:t>
            </a:r>
            <a:r>
              <a:rPr lang="zh-CN" altLang="en-US" sz="2400" b="1" dirty="0">
                <a:solidFill>
                  <a:schemeClr val="accent2"/>
                </a:solidFill>
                <a:latin typeface="微软雅黑" panose="020B0503020204020204" pitchFamily="34" charset="-122"/>
                <a:ea typeface="微软雅黑" panose="020B0503020204020204" pitchFamily="34" charset="-122"/>
              </a:rPr>
              <a:t>汇总</a:t>
            </a:r>
            <a:r>
              <a:rPr lang="zh-CN" altLang="en-US" sz="2400" dirty="0">
                <a:solidFill>
                  <a:sysClr val="windowText" lastClr="000000"/>
                </a:solidFill>
                <a:latin typeface="微软雅黑" panose="020B0503020204020204" pitchFamily="34" charset="-122"/>
                <a:ea typeface="微软雅黑" panose="020B0503020204020204" pitchFamily="34" charset="-122"/>
              </a:rPr>
              <a:t>，同时完成平均成绩、最高成绩和最低成绩的统计：</a:t>
            </a:r>
            <a:endParaRPr lang="zh-CN" altLang="en-US" sz="2400" dirty="0">
              <a:solidFill>
                <a:sysClr val="windowText" lastClr="000000"/>
              </a:solidFill>
              <a:latin typeface="微软雅黑" panose="020B0503020204020204" pitchFamily="34" charset="-122"/>
              <a:ea typeface="微软雅黑" panose="020B0503020204020204" pitchFamily="34" charset="-122"/>
            </a:endParaRPr>
          </a:p>
        </p:txBody>
      </p:sp>
      <p:sp>
        <p:nvSpPr>
          <p:cNvPr id="3" name="内容占位符 5"/>
          <p:cNvSpPr txBox="1"/>
          <p:nvPr/>
        </p:nvSpPr>
        <p:spPr>
          <a:xfrm>
            <a:off x="721922" y="2415193"/>
            <a:ext cx="10748157" cy="2661790"/>
          </a:xfrm>
          <a:prstGeom prst="roundRect">
            <a:avLst>
              <a:gd name="adj" fmla="val 18052"/>
            </a:avLst>
          </a:prstGeom>
          <a:solidFill>
            <a:schemeClr val="bg1">
              <a:lumMod val="95000"/>
            </a:schemeClr>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2000" kern="1200" baseline="0">
                <a:solidFill>
                  <a:schemeClr val="tx1"/>
                </a:solidFill>
                <a:latin typeface="微软雅黑" panose="020B0503020204020204" pitchFamily="34" charset="-122"/>
                <a:ea typeface="微软雅黑" panose="020B0503020204020204" pitchFamily="34" charset="-122"/>
                <a:cs typeface="Cascadia Code" panose="020B0609020000020004" pitchFamily="49"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Cascadia Code" panose="020B0609020000020004" pitchFamily="49" charset="0"/>
                <a:ea typeface="微软雅黑" panose="020B0503020204020204" pitchFamily="34" charset="-122"/>
                <a:cs typeface="Cascadia Code" panose="020B0609020000020004" pitchFamily="49" charset="0"/>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en-US" altLang="zh-CN" dirty="0">
                <a:solidFill>
                  <a:srgbClr val="4B69C6"/>
                </a:solidFill>
                <a:latin typeface="+mj-lt"/>
              </a:rPr>
              <a:t>import</a:t>
            </a:r>
            <a:r>
              <a:rPr lang="en-US" altLang="zh-CN" dirty="0">
                <a:solidFill>
                  <a:srgbClr val="333333"/>
                </a:solidFill>
                <a:latin typeface="+mj-lt"/>
              </a:rPr>
              <a:t> </a:t>
            </a:r>
            <a:r>
              <a:rPr lang="en-US" altLang="zh-CN" b="1" dirty="0">
                <a:solidFill>
                  <a:srgbClr val="7A3E9D"/>
                </a:solidFill>
                <a:latin typeface="+mj-lt"/>
              </a:rPr>
              <a:t>pandas</a:t>
            </a:r>
            <a:r>
              <a:rPr lang="en-US" altLang="zh-CN" dirty="0">
                <a:solidFill>
                  <a:srgbClr val="333333"/>
                </a:solidFill>
                <a:latin typeface="+mj-lt"/>
              </a:rPr>
              <a:t> </a:t>
            </a:r>
            <a:r>
              <a:rPr lang="en-US" altLang="zh-CN" dirty="0">
                <a:solidFill>
                  <a:srgbClr val="4B69C6"/>
                </a:solidFill>
                <a:latin typeface="+mj-lt"/>
              </a:rPr>
              <a:t>as</a:t>
            </a:r>
            <a:r>
              <a:rPr lang="en-US" altLang="zh-CN" dirty="0">
                <a:solidFill>
                  <a:srgbClr val="333333"/>
                </a:solidFill>
                <a:latin typeface="+mj-lt"/>
              </a:rPr>
              <a:t> </a:t>
            </a:r>
            <a:r>
              <a:rPr lang="en-US" altLang="zh-CN" b="1" dirty="0">
                <a:solidFill>
                  <a:srgbClr val="7A3E9D"/>
                </a:solidFill>
                <a:latin typeface="+mj-lt"/>
              </a:rPr>
              <a:t>pd</a:t>
            </a:r>
            <a:endParaRPr lang="en-US" altLang="zh-CN" dirty="0">
              <a:solidFill>
                <a:srgbClr val="333333"/>
              </a:solidFill>
              <a:latin typeface="+mj-lt"/>
            </a:endParaRPr>
          </a:p>
          <a:p>
            <a:r>
              <a:rPr lang="en-US" altLang="zh-CN" dirty="0">
                <a:solidFill>
                  <a:srgbClr val="333333"/>
                </a:solidFill>
                <a:latin typeface="+mj-lt"/>
              </a:rPr>
              <a:t> </a:t>
            </a:r>
            <a:endParaRPr lang="en-US" altLang="zh-CN" dirty="0">
              <a:solidFill>
                <a:srgbClr val="333333"/>
              </a:solidFill>
              <a:latin typeface="+mj-lt"/>
            </a:endParaRPr>
          </a:p>
          <a:p>
            <a:r>
              <a:rPr lang="en-US" altLang="zh-CN" dirty="0" err="1">
                <a:solidFill>
                  <a:srgbClr val="7A3E9D"/>
                </a:solidFill>
                <a:latin typeface="+mj-lt"/>
              </a:rPr>
              <a:t>score_df</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333333"/>
                </a:solidFill>
                <a:latin typeface="+mj-lt"/>
              </a:rPr>
              <a:t> </a:t>
            </a:r>
            <a:r>
              <a:rPr lang="en-US" altLang="zh-CN" b="1" dirty="0" err="1">
                <a:solidFill>
                  <a:srgbClr val="7A3E9D"/>
                </a:solidFill>
                <a:latin typeface="+mj-lt"/>
              </a:rPr>
              <a:t>pd</a:t>
            </a:r>
            <a:r>
              <a:rPr lang="en-US" altLang="zh-CN" dirty="0" err="1">
                <a:solidFill>
                  <a:srgbClr val="777777"/>
                </a:solidFill>
                <a:latin typeface="+mj-lt"/>
              </a:rPr>
              <a:t>.</a:t>
            </a:r>
            <a:r>
              <a:rPr lang="en-US" altLang="zh-CN" b="1" dirty="0" err="1">
                <a:solidFill>
                  <a:srgbClr val="AA3731"/>
                </a:solidFill>
                <a:latin typeface="+mj-lt"/>
              </a:rPr>
              <a:t>read_csv</a:t>
            </a:r>
            <a:r>
              <a:rPr lang="en-US" altLang="zh-CN" dirty="0">
                <a:solidFill>
                  <a:srgbClr val="777777"/>
                </a:solidFill>
                <a:latin typeface="+mj-lt"/>
              </a:rPr>
              <a:t>('</a:t>
            </a:r>
            <a:r>
              <a:rPr lang="en-US" altLang="zh-CN" dirty="0" err="1">
                <a:solidFill>
                  <a:srgbClr val="448C27"/>
                </a:solidFill>
                <a:latin typeface="+mj-lt"/>
              </a:rPr>
              <a:t>scoregroup.csv</a:t>
            </a:r>
            <a:r>
              <a:rPr lang="en-US" altLang="zh-CN" dirty="0" err="1">
                <a:solidFill>
                  <a:srgbClr val="777777"/>
                </a:solidFill>
                <a:latin typeface="+mj-lt"/>
              </a:rPr>
              <a:t>',</a:t>
            </a:r>
            <a:r>
              <a:rPr lang="en-US" altLang="zh-CN" dirty="0" err="1">
                <a:solidFill>
                  <a:srgbClr val="7A3E9D"/>
                </a:solidFill>
                <a:latin typeface="+mj-lt"/>
              </a:rPr>
              <a:t>encoding</a:t>
            </a:r>
            <a:r>
              <a:rPr lang="en-US" altLang="zh-CN" dirty="0">
                <a:solidFill>
                  <a:srgbClr val="777777"/>
                </a:solidFill>
                <a:latin typeface="+mj-lt"/>
              </a:rPr>
              <a:t>='</a:t>
            </a:r>
            <a:r>
              <a:rPr lang="en-US" altLang="zh-CN" dirty="0">
                <a:solidFill>
                  <a:srgbClr val="448C27"/>
                </a:solidFill>
                <a:latin typeface="+mj-lt"/>
              </a:rPr>
              <a:t>utf-8</a:t>
            </a:r>
            <a:r>
              <a:rPr lang="en-US" altLang="zh-CN" dirty="0">
                <a:solidFill>
                  <a:srgbClr val="777777"/>
                </a:solidFill>
                <a:latin typeface="+mj-lt"/>
              </a:rPr>
              <a:t>')</a:t>
            </a:r>
            <a:endParaRPr lang="en-US" altLang="zh-CN" dirty="0">
              <a:solidFill>
                <a:srgbClr val="333333"/>
              </a:solidFill>
              <a:latin typeface="+mj-lt"/>
            </a:endParaRPr>
          </a:p>
          <a:p>
            <a:r>
              <a:rPr lang="en-US" altLang="zh-CN" b="1" dirty="0">
                <a:solidFill>
                  <a:srgbClr val="AA3731"/>
                </a:solidFill>
                <a:latin typeface="+mj-lt"/>
              </a:rPr>
              <a:t>print</a:t>
            </a:r>
            <a:r>
              <a:rPr lang="en-US" altLang="zh-CN" dirty="0">
                <a:solidFill>
                  <a:srgbClr val="777777"/>
                </a:solidFill>
                <a:latin typeface="+mj-lt"/>
              </a:rPr>
              <a:t>(</a:t>
            </a:r>
            <a:r>
              <a:rPr lang="en-US" altLang="zh-CN" dirty="0" err="1">
                <a:solidFill>
                  <a:srgbClr val="7A3E9D"/>
                </a:solidFill>
                <a:latin typeface="+mj-lt"/>
              </a:rPr>
              <a:t>score_df</a:t>
            </a:r>
            <a:r>
              <a:rPr lang="en-US" altLang="zh-CN" dirty="0">
                <a:solidFill>
                  <a:srgbClr val="333333"/>
                </a:solidFill>
                <a:latin typeface="+mj-lt"/>
              </a:rPr>
              <a:t> </a:t>
            </a:r>
            <a:r>
              <a:rPr lang="en-US" altLang="zh-CN" dirty="0">
                <a:solidFill>
                  <a:srgbClr val="777777"/>
                </a:solidFill>
                <a:latin typeface="+mj-lt"/>
              </a:rPr>
              <a:t>['</a:t>
            </a:r>
            <a:r>
              <a:rPr lang="zh-CN" altLang="en-US" dirty="0">
                <a:solidFill>
                  <a:srgbClr val="448C27"/>
                </a:solidFill>
                <a:latin typeface="+mj-lt"/>
              </a:rPr>
              <a:t>分数</a:t>
            </a:r>
            <a:r>
              <a:rPr lang="en-US" altLang="zh-CN" dirty="0">
                <a:solidFill>
                  <a:srgbClr val="777777"/>
                </a:solidFill>
                <a:latin typeface="+mj-lt"/>
              </a:rPr>
              <a:t>'].</a:t>
            </a:r>
            <a:r>
              <a:rPr lang="en-US" altLang="zh-CN" b="1" dirty="0" err="1">
                <a:solidFill>
                  <a:srgbClr val="AA3731"/>
                </a:solidFill>
                <a:latin typeface="+mj-lt"/>
              </a:rPr>
              <a:t>groupby</a:t>
            </a:r>
            <a:r>
              <a:rPr lang="en-US" altLang="zh-CN" dirty="0">
                <a:solidFill>
                  <a:srgbClr val="777777"/>
                </a:solidFill>
                <a:latin typeface="+mj-lt"/>
              </a:rPr>
              <a:t>(</a:t>
            </a:r>
            <a:r>
              <a:rPr lang="en-US" altLang="zh-CN" dirty="0" err="1">
                <a:solidFill>
                  <a:srgbClr val="7A3E9D"/>
                </a:solidFill>
                <a:latin typeface="+mj-lt"/>
              </a:rPr>
              <a:t>score_df</a:t>
            </a:r>
            <a:r>
              <a:rPr lang="en-US" altLang="zh-CN" dirty="0">
                <a:solidFill>
                  <a:srgbClr val="333333"/>
                </a:solidFill>
                <a:latin typeface="+mj-lt"/>
              </a:rPr>
              <a:t> </a:t>
            </a:r>
            <a:r>
              <a:rPr lang="en-US" altLang="zh-CN" dirty="0">
                <a:solidFill>
                  <a:srgbClr val="777777"/>
                </a:solidFill>
                <a:latin typeface="+mj-lt"/>
              </a:rPr>
              <a:t>['</a:t>
            </a:r>
            <a:r>
              <a:rPr lang="zh-CN" altLang="en-US" dirty="0">
                <a:solidFill>
                  <a:srgbClr val="448C27"/>
                </a:solidFill>
                <a:latin typeface="+mj-lt"/>
              </a:rPr>
              <a:t>姓名</a:t>
            </a:r>
            <a:r>
              <a:rPr lang="en-US" altLang="zh-CN" dirty="0">
                <a:solidFill>
                  <a:srgbClr val="777777"/>
                </a:solidFill>
                <a:latin typeface="+mj-lt"/>
              </a:rPr>
              <a:t>']).</a:t>
            </a:r>
            <a:r>
              <a:rPr lang="en-US" altLang="zh-CN" dirty="0" err="1">
                <a:solidFill>
                  <a:srgbClr val="7A3E9D"/>
                </a:solidFill>
                <a:latin typeface="+mj-lt"/>
              </a:rPr>
              <a:t>agg</a:t>
            </a:r>
            <a:r>
              <a:rPr lang="en-US" altLang="zh-CN" dirty="0">
                <a:solidFill>
                  <a:srgbClr val="777777"/>
                </a:solidFill>
                <a:latin typeface="+mj-lt"/>
              </a:rPr>
              <a:t>(['</a:t>
            </a:r>
            <a:r>
              <a:rPr lang="en-US" altLang="zh-CN" dirty="0">
                <a:solidFill>
                  <a:srgbClr val="448C27"/>
                </a:solidFill>
                <a:latin typeface="+mj-lt"/>
              </a:rPr>
              <a:t>mean</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448C27"/>
                </a:solidFill>
                <a:latin typeface="+mj-lt"/>
              </a:rPr>
              <a:t>max</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448C27"/>
                </a:solidFill>
                <a:latin typeface="+mj-lt"/>
              </a:rPr>
              <a:t>min</a:t>
            </a:r>
            <a:r>
              <a:rPr lang="en-US" altLang="zh-CN" dirty="0">
                <a:solidFill>
                  <a:srgbClr val="777777"/>
                </a:solidFill>
                <a:latin typeface="+mj-lt"/>
              </a:rPr>
              <a:t>']))</a:t>
            </a:r>
            <a:endParaRPr lang="en-US" altLang="zh-CN" dirty="0">
              <a:solidFill>
                <a:srgbClr val="333333"/>
              </a:solidFill>
              <a:latin typeface="+mj-lt"/>
            </a:endParaRPr>
          </a:p>
          <a:p>
            <a:r>
              <a:rPr lang="en-US" altLang="zh-CN" b="1" dirty="0">
                <a:solidFill>
                  <a:srgbClr val="AA3731"/>
                </a:solidFill>
                <a:latin typeface="+mj-lt"/>
              </a:rPr>
              <a:t>print</a:t>
            </a:r>
            <a:r>
              <a:rPr lang="en-US" altLang="zh-CN" dirty="0">
                <a:solidFill>
                  <a:srgbClr val="777777"/>
                </a:solidFill>
                <a:latin typeface="+mj-lt"/>
              </a:rPr>
              <a:t>(</a:t>
            </a:r>
            <a:r>
              <a:rPr lang="en-US" altLang="zh-CN" dirty="0" err="1">
                <a:solidFill>
                  <a:srgbClr val="7A3E9D"/>
                </a:solidFill>
                <a:latin typeface="+mj-lt"/>
              </a:rPr>
              <a:t>score_df</a:t>
            </a:r>
            <a:r>
              <a:rPr lang="en-US" altLang="zh-CN" dirty="0">
                <a:solidFill>
                  <a:srgbClr val="333333"/>
                </a:solidFill>
                <a:latin typeface="+mj-lt"/>
              </a:rPr>
              <a:t> </a:t>
            </a:r>
            <a:r>
              <a:rPr lang="en-US" altLang="zh-CN" dirty="0">
                <a:solidFill>
                  <a:srgbClr val="777777"/>
                </a:solidFill>
                <a:latin typeface="+mj-lt"/>
              </a:rPr>
              <a:t>['</a:t>
            </a:r>
            <a:r>
              <a:rPr lang="zh-CN" altLang="en-US" dirty="0">
                <a:solidFill>
                  <a:srgbClr val="448C27"/>
                </a:solidFill>
                <a:latin typeface="+mj-lt"/>
              </a:rPr>
              <a:t>分数</a:t>
            </a:r>
            <a:r>
              <a:rPr lang="en-US" altLang="zh-CN" dirty="0">
                <a:solidFill>
                  <a:srgbClr val="777777"/>
                </a:solidFill>
                <a:latin typeface="+mj-lt"/>
              </a:rPr>
              <a:t>'].</a:t>
            </a:r>
            <a:r>
              <a:rPr lang="en-US" altLang="zh-CN" b="1" dirty="0" err="1">
                <a:solidFill>
                  <a:srgbClr val="AA3731"/>
                </a:solidFill>
                <a:latin typeface="+mj-lt"/>
              </a:rPr>
              <a:t>groupby</a:t>
            </a:r>
            <a:r>
              <a:rPr lang="en-US" altLang="zh-CN" dirty="0">
                <a:solidFill>
                  <a:srgbClr val="777777"/>
                </a:solidFill>
                <a:latin typeface="+mj-lt"/>
              </a:rPr>
              <a:t>(</a:t>
            </a:r>
            <a:r>
              <a:rPr lang="en-US" altLang="zh-CN" dirty="0" err="1">
                <a:solidFill>
                  <a:srgbClr val="7A3E9D"/>
                </a:solidFill>
                <a:latin typeface="+mj-lt"/>
              </a:rPr>
              <a:t>score_df</a:t>
            </a:r>
            <a:r>
              <a:rPr lang="en-US" altLang="zh-CN" dirty="0">
                <a:solidFill>
                  <a:srgbClr val="333333"/>
                </a:solidFill>
                <a:latin typeface="+mj-lt"/>
              </a:rPr>
              <a:t> </a:t>
            </a:r>
            <a:r>
              <a:rPr lang="en-US" altLang="zh-CN" dirty="0">
                <a:solidFill>
                  <a:srgbClr val="777777"/>
                </a:solidFill>
                <a:latin typeface="+mj-lt"/>
              </a:rPr>
              <a:t>['</a:t>
            </a:r>
            <a:r>
              <a:rPr lang="zh-CN" altLang="en-US" dirty="0">
                <a:solidFill>
                  <a:srgbClr val="448C27"/>
                </a:solidFill>
                <a:latin typeface="+mj-lt"/>
              </a:rPr>
              <a:t>课程名</a:t>
            </a:r>
            <a:r>
              <a:rPr lang="en-US" altLang="zh-CN" dirty="0">
                <a:solidFill>
                  <a:srgbClr val="777777"/>
                </a:solidFill>
                <a:latin typeface="+mj-lt"/>
              </a:rPr>
              <a:t>']).</a:t>
            </a:r>
            <a:r>
              <a:rPr lang="en-US" altLang="zh-CN" dirty="0" err="1">
                <a:solidFill>
                  <a:srgbClr val="7A3E9D"/>
                </a:solidFill>
                <a:latin typeface="+mj-lt"/>
              </a:rPr>
              <a:t>agg</a:t>
            </a:r>
            <a:r>
              <a:rPr lang="en-US" altLang="zh-CN" dirty="0">
                <a:solidFill>
                  <a:srgbClr val="777777"/>
                </a:solidFill>
                <a:latin typeface="+mj-lt"/>
              </a:rPr>
              <a:t>(['</a:t>
            </a:r>
            <a:r>
              <a:rPr lang="en-US" altLang="zh-CN" dirty="0">
                <a:solidFill>
                  <a:srgbClr val="448C27"/>
                </a:solidFill>
                <a:latin typeface="+mj-lt"/>
              </a:rPr>
              <a:t>mean</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448C27"/>
                </a:solidFill>
                <a:latin typeface="+mj-lt"/>
              </a:rPr>
              <a:t>max</a:t>
            </a:r>
            <a:r>
              <a:rPr lang="en-US" altLang="zh-CN" dirty="0">
                <a:solidFill>
                  <a:srgbClr val="777777"/>
                </a:solidFill>
                <a:latin typeface="+mj-lt"/>
              </a:rPr>
              <a:t>',</a:t>
            </a:r>
            <a:r>
              <a:rPr lang="en-US" altLang="zh-CN" dirty="0">
                <a:solidFill>
                  <a:srgbClr val="333333"/>
                </a:solidFill>
                <a:latin typeface="+mj-lt"/>
              </a:rPr>
              <a:t> </a:t>
            </a:r>
            <a:r>
              <a:rPr lang="en-US" altLang="zh-CN" dirty="0">
                <a:solidFill>
                  <a:srgbClr val="777777"/>
                </a:solidFill>
                <a:latin typeface="+mj-lt"/>
              </a:rPr>
              <a:t>'</a:t>
            </a:r>
            <a:r>
              <a:rPr lang="en-US" altLang="zh-CN" dirty="0">
                <a:solidFill>
                  <a:srgbClr val="448C27"/>
                </a:solidFill>
                <a:latin typeface="+mj-lt"/>
              </a:rPr>
              <a:t>min</a:t>
            </a:r>
            <a:r>
              <a:rPr lang="en-US" altLang="zh-CN" dirty="0">
                <a:solidFill>
                  <a:srgbClr val="777777"/>
                </a:solidFill>
                <a:latin typeface="+mj-lt"/>
              </a:rPr>
              <a:t>']))</a:t>
            </a:r>
            <a:endParaRPr lang="en-US" altLang="zh-CN" dirty="0">
              <a:solidFill>
                <a:srgbClr val="333333"/>
              </a:solidFill>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rcRect l="2400" t="1433" r="5614" b="1649"/>
          <a:stretch>
            <a:fillRect/>
          </a:stretch>
        </p:blipFill>
        <p:spPr>
          <a:xfrm>
            <a:off x="3230881" y="0"/>
            <a:ext cx="8585200" cy="6858000"/>
          </a:xfrm>
          <a:prstGeom prst="rect">
            <a:avLst/>
          </a:prstGeom>
        </p:spPr>
      </p:pic>
      <p:sp>
        <p:nvSpPr>
          <p:cNvPr id="8" name="标题 7"/>
          <p:cNvSpPr>
            <a:spLocks noGrp="1"/>
          </p:cNvSpPr>
          <p:nvPr>
            <p:ph type="title"/>
          </p:nvPr>
        </p:nvSpPr>
        <p:spPr/>
        <p:txBody>
          <a:bodyPr/>
          <a:lstStyle/>
          <a:p>
            <a:r>
              <a:rPr lang="zh-CN" altLang="en-US" dirty="0"/>
              <a:t>本章思维导图</a:t>
            </a:r>
            <a:endParaRPr lang="zh-CN" altLang="en-US" dirty="0"/>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本章小结</a:t>
            </a:r>
            <a:endParaRPr lang="zh-CN" altLang="en-US" dirty="0"/>
          </a:p>
        </p:txBody>
      </p:sp>
      <p:sp>
        <p:nvSpPr>
          <p:cNvPr id="6" name="内容占位符 2"/>
          <p:cNvSpPr txBox="1"/>
          <p:nvPr/>
        </p:nvSpPr>
        <p:spPr>
          <a:xfrm>
            <a:off x="920750" y="1396282"/>
            <a:ext cx="10515600" cy="4761631"/>
          </a:xfrm>
          <a:prstGeom prst="roundRect">
            <a:avLst>
              <a:gd name="adj" fmla="val 6534"/>
            </a:avLst>
          </a:prstGeom>
          <a:solidFill>
            <a:sysClr val="window" lastClr="FFFFFF">
              <a:lumMod val="95000"/>
            </a:sysClr>
          </a:solidFill>
          <a:ln>
            <a:noFill/>
          </a:ln>
          <a:effectLst>
            <a:outerShdw blurRad="50800" dist="38100" dir="5400000" algn="t" rotWithShape="0">
              <a:prstClr val="black">
                <a:alpha val="40000"/>
              </a:prstClr>
            </a:outerShdw>
          </a:effectLst>
        </p:spPr>
        <p:txBody>
          <a:bodyPr vert="horz" lIns="91440" tIns="45720" rIns="91440" bIns="45720" rtlCol="0">
            <a:normAutofit/>
          </a:bodyPr>
          <a:lstStyle>
            <a:lvl1pPr marL="0" indent="457200" algn="l" defTabSz="914400" rtl="0" eaLnBrk="1" fontAlgn="auto" latinLnBrk="0" hangingPunct="1">
              <a:lnSpc>
                <a:spcPct val="100000"/>
              </a:lnSpc>
              <a:spcBef>
                <a:spcPts val="1000"/>
              </a:spcBef>
              <a:buFont typeface="Arial" panose="020B0604020202090204" pitchFamily="34" charset="0"/>
              <a:buNone/>
              <a:defRPr sz="2800" kern="1200">
                <a:solidFill>
                  <a:schemeClr val="tx1">
                    <a:lumMod val="85000"/>
                    <a:lumOff val="1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90204" pitchFamily="34" charset="0"/>
              <a:buNone/>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0">
              <a:lnSpc>
                <a:spcPct val="150000"/>
              </a:lnSpc>
            </a:pPr>
            <a:r>
              <a:rPr lang="zh-CN" altLang="en-US" sz="2400" dirty="0">
                <a:solidFill>
                  <a:sysClr val="windowText" lastClr="000000">
                    <a:lumMod val="85000"/>
                    <a:lumOff val="15000"/>
                  </a:sysClr>
                </a:solidFill>
                <a:latin typeface="+mj-lt"/>
                <a:ea typeface="微软雅黑" panose="020B0503020204020204" pitchFamily="34" charset="-122"/>
              </a:rPr>
              <a:t>本章介绍了</a:t>
            </a:r>
            <a:r>
              <a:rPr lang="en-US" altLang="zh-CN" sz="2400" dirty="0">
                <a:solidFill>
                  <a:sysClr val="windowText" lastClr="000000">
                    <a:lumMod val="85000"/>
                    <a:lumOff val="15000"/>
                  </a:sysClr>
                </a:solidFill>
                <a:latin typeface="+mj-lt"/>
                <a:ea typeface="微软雅黑" panose="020B0503020204020204" pitchFamily="34" charset="-122"/>
              </a:rPr>
              <a:t>Python</a:t>
            </a:r>
            <a:r>
              <a:rPr lang="zh-CN" altLang="en-US" sz="2400" dirty="0">
                <a:solidFill>
                  <a:sysClr val="windowText" lastClr="000000">
                    <a:lumMod val="85000"/>
                    <a:lumOff val="15000"/>
                  </a:sysClr>
                </a:solidFill>
                <a:latin typeface="+mj-lt"/>
                <a:ea typeface="微软雅黑" panose="020B0503020204020204" pitchFamily="34" charset="-122"/>
              </a:rPr>
              <a:t>中处理各类文本、</a:t>
            </a:r>
            <a:r>
              <a:rPr lang="en-US" altLang="zh-CN" sz="2400" dirty="0">
                <a:solidFill>
                  <a:sysClr val="windowText" lastClr="000000">
                    <a:lumMod val="85000"/>
                    <a:lumOff val="15000"/>
                  </a:sysClr>
                </a:solidFill>
                <a:latin typeface="+mj-lt"/>
                <a:ea typeface="微软雅黑" panose="020B0503020204020204" pitchFamily="34" charset="-122"/>
              </a:rPr>
              <a:t>csv</a:t>
            </a:r>
            <a:r>
              <a:rPr lang="zh-CN" altLang="en-US" sz="2400" dirty="0">
                <a:solidFill>
                  <a:sysClr val="windowText" lastClr="000000">
                    <a:lumMod val="85000"/>
                    <a:lumOff val="15000"/>
                  </a:sysClr>
                </a:solidFill>
                <a:latin typeface="+mj-lt"/>
                <a:ea typeface="微软雅黑" panose="020B0503020204020204" pitchFamily="34" charset="-122"/>
              </a:rPr>
              <a:t>、</a:t>
            </a:r>
            <a:r>
              <a:rPr lang="en-US" altLang="zh-CN" sz="2400" dirty="0" err="1">
                <a:solidFill>
                  <a:sysClr val="windowText" lastClr="000000">
                    <a:lumMod val="85000"/>
                    <a:lumOff val="15000"/>
                  </a:sysClr>
                </a:solidFill>
                <a:latin typeface="+mj-lt"/>
                <a:ea typeface="微软雅黑" panose="020B0503020204020204" pitchFamily="34" charset="-122"/>
              </a:rPr>
              <a:t>json</a:t>
            </a:r>
            <a:r>
              <a:rPr lang="zh-CN" altLang="en-US" sz="2400" dirty="0">
                <a:solidFill>
                  <a:sysClr val="windowText" lastClr="000000">
                    <a:lumMod val="85000"/>
                    <a:lumOff val="15000"/>
                  </a:sysClr>
                </a:solidFill>
                <a:latin typeface="+mj-lt"/>
                <a:ea typeface="微软雅黑" panose="020B0503020204020204" pitchFamily="34" charset="-122"/>
              </a:rPr>
              <a:t>、</a:t>
            </a:r>
            <a:r>
              <a:rPr lang="en-US" altLang="zh-CN" sz="2400" dirty="0">
                <a:solidFill>
                  <a:sysClr val="windowText" lastClr="000000">
                    <a:lumMod val="85000"/>
                    <a:lumOff val="15000"/>
                  </a:sysClr>
                </a:solidFill>
                <a:latin typeface="+mj-lt"/>
                <a:ea typeface="微软雅黑" panose="020B0503020204020204" pitchFamily="34" charset="-122"/>
              </a:rPr>
              <a:t>Excel</a:t>
            </a:r>
            <a:r>
              <a:rPr lang="zh-CN" altLang="en-US" sz="2400" dirty="0">
                <a:solidFill>
                  <a:sysClr val="windowText" lastClr="000000">
                    <a:lumMod val="85000"/>
                    <a:lumOff val="15000"/>
                  </a:sysClr>
                </a:solidFill>
                <a:latin typeface="+mj-lt"/>
                <a:ea typeface="微软雅黑" panose="020B0503020204020204" pitchFamily="34" charset="-122"/>
              </a:rPr>
              <a:t>和数据库等不同类型数据的读写与处理方法。</a:t>
            </a:r>
            <a:endParaRPr lang="en-US" altLang="zh-CN" sz="2400" dirty="0">
              <a:solidFill>
                <a:sysClr val="windowText" lastClr="000000">
                  <a:lumMod val="85000"/>
                  <a:lumOff val="15000"/>
                </a:sysClr>
              </a:solidFill>
              <a:latin typeface="+mj-lt"/>
              <a:ea typeface="微软雅黑" panose="020B0503020204020204" pitchFamily="34" charset="-122"/>
            </a:endParaRPr>
          </a:p>
          <a:p>
            <a:pPr lvl="0">
              <a:lnSpc>
                <a:spcPct val="150000"/>
              </a:lnSpc>
            </a:pPr>
            <a:r>
              <a:rPr lang="en-US" altLang="zh-CN" sz="2400" dirty="0">
                <a:solidFill>
                  <a:sysClr val="windowText" lastClr="000000">
                    <a:lumMod val="85000"/>
                    <a:lumOff val="15000"/>
                  </a:sysClr>
                </a:solidFill>
                <a:latin typeface="+mj-lt"/>
                <a:ea typeface="微软雅黑" panose="020B0503020204020204" pitchFamily="34" charset="-122"/>
              </a:rPr>
              <a:t>open() </a:t>
            </a:r>
            <a:r>
              <a:rPr lang="zh-CN" altLang="en-US" sz="2400" dirty="0">
                <a:solidFill>
                  <a:sysClr val="windowText" lastClr="000000">
                    <a:lumMod val="85000"/>
                    <a:lumOff val="15000"/>
                  </a:sysClr>
                </a:solidFill>
                <a:latin typeface="+mj-lt"/>
                <a:ea typeface="微软雅黑" panose="020B0503020204020204" pitchFamily="34" charset="-122"/>
              </a:rPr>
              <a:t>函数可用于打开文件，</a:t>
            </a:r>
            <a:r>
              <a:rPr lang="en-US" altLang="zh-CN" sz="2400" dirty="0">
                <a:solidFill>
                  <a:sysClr val="windowText" lastClr="000000">
                    <a:lumMod val="85000"/>
                    <a:lumOff val="15000"/>
                  </a:sysClr>
                </a:solidFill>
                <a:latin typeface="+mj-lt"/>
                <a:ea typeface="微软雅黑" panose="020B0503020204020204" pitchFamily="34" charset="-122"/>
              </a:rPr>
              <a:t>read() </a:t>
            </a:r>
            <a:r>
              <a:rPr lang="zh-CN" altLang="en-US" sz="2400" dirty="0">
                <a:solidFill>
                  <a:sysClr val="windowText" lastClr="000000">
                    <a:lumMod val="85000"/>
                    <a:lumOff val="15000"/>
                  </a:sysClr>
                </a:solidFill>
                <a:latin typeface="+mj-lt"/>
                <a:ea typeface="微软雅黑" panose="020B0503020204020204" pitchFamily="34" charset="-122"/>
              </a:rPr>
              <a:t>方法常用于将文本中的数据读取为一个字符串。若文件中保存的是数据，应用更广泛的是用遍历方法逐行读取数据并切分为列表保存，也可以转为集合或字典存储。当需要批量处理大量文件中的数据时，可应用 </a:t>
            </a:r>
            <a:r>
              <a:rPr lang="en-US" altLang="zh-CN" sz="2400" dirty="0">
                <a:solidFill>
                  <a:sysClr val="windowText" lastClr="000000">
                    <a:lumMod val="85000"/>
                    <a:lumOff val="15000"/>
                  </a:sysClr>
                </a:solidFill>
                <a:latin typeface="+mj-lt"/>
                <a:ea typeface="微软雅黑" panose="020B0503020204020204" pitchFamily="34" charset="-122"/>
              </a:rPr>
              <a:t>os </a:t>
            </a:r>
            <a:r>
              <a:rPr lang="zh-CN" altLang="en-US" sz="2400" dirty="0">
                <a:solidFill>
                  <a:sysClr val="windowText" lastClr="000000">
                    <a:lumMod val="85000"/>
                    <a:lumOff val="15000"/>
                  </a:sysClr>
                </a:solidFill>
                <a:latin typeface="+mj-lt"/>
                <a:ea typeface="微软雅黑" panose="020B0503020204020204" pitchFamily="34" charset="-122"/>
              </a:rPr>
              <a:t>模块进行文件和文件夹的批量操作。</a:t>
            </a:r>
            <a:endParaRPr lang="zh-CN" altLang="en-US" sz="2400" dirty="0">
              <a:solidFill>
                <a:sysClr val="windowText" lastClr="000000">
                  <a:lumMod val="85000"/>
                  <a:lumOff val="15000"/>
                </a:sysClr>
              </a:solidFill>
              <a:latin typeface="+mj-lt"/>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bg/>
                                          </p:spTgt>
                                        </p:tgtEl>
                                        <p:attrNameLst>
                                          <p:attrName>style.visibility</p:attrName>
                                        </p:attrNameLst>
                                      </p:cBhvr>
                                      <p:to>
                                        <p:strVal val="visible"/>
                                      </p:to>
                                    </p:set>
                                    <p:animEffect transition="in" filter="fade">
                                      <p:cBhvr>
                                        <p:cTn id="7" dur="500"/>
                                        <p:tgtEl>
                                          <p:spTgt spid="6">
                                            <p:bg/>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animEffect transition="in" filter="fade">
                                      <p:cBhvr>
                                        <p:cTn id="11" dur="500"/>
                                        <p:tgtEl>
                                          <p:spTgt spid="6">
                                            <p:txEl>
                                              <p:pRg st="0" end="0"/>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animEffect transition="in" filter="fade">
                                      <p:cBhvr>
                                        <p:cTn id="15" dur="5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build="p"/>
    </p:bld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本章小结</a:t>
            </a:r>
            <a:endParaRPr lang="zh-CN" altLang="en-US" dirty="0"/>
          </a:p>
        </p:txBody>
      </p:sp>
      <p:sp>
        <p:nvSpPr>
          <p:cNvPr id="6" name="内容占位符 2"/>
          <p:cNvSpPr txBox="1"/>
          <p:nvPr/>
        </p:nvSpPr>
        <p:spPr>
          <a:xfrm>
            <a:off x="920750" y="1396282"/>
            <a:ext cx="10515600" cy="4761631"/>
          </a:xfrm>
          <a:prstGeom prst="roundRect">
            <a:avLst>
              <a:gd name="adj" fmla="val 6534"/>
            </a:avLst>
          </a:prstGeom>
          <a:solidFill>
            <a:sysClr val="window" lastClr="FFFFFF">
              <a:lumMod val="95000"/>
            </a:sysClr>
          </a:solidFill>
          <a:ln>
            <a:noFill/>
          </a:ln>
          <a:effectLst>
            <a:outerShdw blurRad="50800" dist="38100" dir="5400000" algn="t" rotWithShape="0">
              <a:prstClr val="black">
                <a:alpha val="40000"/>
              </a:prstClr>
            </a:outerShdw>
          </a:effectLst>
        </p:spPr>
        <p:txBody>
          <a:bodyPr vert="horz" lIns="91440" tIns="45720" rIns="91440" bIns="45720" rtlCol="0">
            <a:normAutofit/>
          </a:bodyPr>
          <a:lstStyle>
            <a:lvl1pPr marL="0" indent="457200" algn="l" defTabSz="914400" rtl="0" eaLnBrk="1" fontAlgn="auto" latinLnBrk="0" hangingPunct="1">
              <a:lnSpc>
                <a:spcPct val="100000"/>
              </a:lnSpc>
              <a:spcBef>
                <a:spcPts val="1000"/>
              </a:spcBef>
              <a:buFont typeface="Arial" panose="020B0604020202090204" pitchFamily="34" charset="0"/>
              <a:buNone/>
              <a:defRPr sz="2800" kern="1200">
                <a:solidFill>
                  <a:schemeClr val="tx1">
                    <a:lumMod val="85000"/>
                    <a:lumOff val="1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90204" pitchFamily="34" charset="0"/>
              <a:buNone/>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lvl="0">
              <a:lnSpc>
                <a:spcPct val="150000"/>
              </a:lnSpc>
            </a:pPr>
            <a:r>
              <a:rPr lang="zh-CN" altLang="en-US" sz="2400" dirty="0">
                <a:solidFill>
                  <a:sysClr val="windowText" lastClr="000000">
                    <a:lumMod val="85000"/>
                    <a:lumOff val="15000"/>
                  </a:sysClr>
                </a:solidFill>
                <a:latin typeface="+mj-lt"/>
                <a:ea typeface="微软雅黑" panose="020B0503020204020204" pitchFamily="34" charset="-122"/>
              </a:rPr>
              <a:t>在数据分析与人工智能相关领域中进行数据处理时，经常应用 </a:t>
            </a:r>
            <a:r>
              <a:rPr lang="en-US" altLang="zh-CN" sz="2400" dirty="0" err="1">
                <a:solidFill>
                  <a:sysClr val="windowText" lastClr="000000">
                    <a:lumMod val="85000"/>
                    <a:lumOff val="15000"/>
                  </a:sysClr>
                </a:solidFill>
                <a:latin typeface="+mj-lt"/>
                <a:ea typeface="微软雅黑" panose="020B0503020204020204" pitchFamily="34" charset="-122"/>
              </a:rPr>
              <a:t>numpy</a:t>
            </a:r>
            <a:r>
              <a:rPr lang="en-US" altLang="zh-CN" sz="2400" dirty="0">
                <a:solidFill>
                  <a:sysClr val="windowText" lastClr="000000">
                    <a:lumMod val="85000"/>
                    <a:lumOff val="15000"/>
                  </a:sysClr>
                </a:solidFill>
                <a:latin typeface="+mj-lt"/>
                <a:ea typeface="微软雅黑" panose="020B0503020204020204" pitchFamily="34" charset="-122"/>
              </a:rPr>
              <a:t> </a:t>
            </a:r>
            <a:r>
              <a:rPr lang="zh-CN" altLang="en-US" sz="2400" dirty="0">
                <a:solidFill>
                  <a:sysClr val="windowText" lastClr="000000">
                    <a:lumMod val="85000"/>
                    <a:lumOff val="15000"/>
                  </a:sysClr>
                </a:solidFill>
                <a:latin typeface="+mj-lt"/>
                <a:ea typeface="微软雅黑" panose="020B0503020204020204" pitchFamily="34" charset="-122"/>
              </a:rPr>
              <a:t>将数据读为数组类型，</a:t>
            </a:r>
            <a:r>
              <a:rPr lang="en-US" altLang="zh-CN" sz="2400" dirty="0" err="1">
                <a:solidFill>
                  <a:sysClr val="windowText" lastClr="000000">
                    <a:lumMod val="85000"/>
                    <a:lumOff val="15000"/>
                  </a:sysClr>
                </a:solidFill>
                <a:latin typeface="+mj-lt"/>
                <a:ea typeface="微软雅黑" panose="020B0503020204020204" pitchFamily="34" charset="-122"/>
              </a:rPr>
              <a:t>numpy</a:t>
            </a:r>
            <a:r>
              <a:rPr lang="en-US" altLang="zh-CN" sz="2400" dirty="0">
                <a:solidFill>
                  <a:sysClr val="windowText" lastClr="000000">
                    <a:lumMod val="85000"/>
                    <a:lumOff val="15000"/>
                  </a:sysClr>
                </a:solidFill>
                <a:latin typeface="+mj-lt"/>
                <a:ea typeface="微软雅黑" panose="020B0503020204020204" pitchFamily="34" charset="-122"/>
              </a:rPr>
              <a:t> </a:t>
            </a:r>
            <a:r>
              <a:rPr lang="zh-CN" altLang="en-US" sz="2400" dirty="0">
                <a:solidFill>
                  <a:sysClr val="windowText" lastClr="000000">
                    <a:lumMod val="85000"/>
                    <a:lumOff val="15000"/>
                  </a:sysClr>
                </a:solidFill>
                <a:latin typeface="+mj-lt"/>
                <a:ea typeface="微软雅黑" panose="020B0503020204020204" pitchFamily="34" charset="-122"/>
              </a:rPr>
              <a:t>提供了强大的数组操作功能，包括创建数组、数学运算、统计分析等。也可以应用 </a:t>
            </a:r>
            <a:r>
              <a:rPr lang="en-US" altLang="zh-CN" sz="2400" dirty="0">
                <a:solidFill>
                  <a:sysClr val="windowText" lastClr="000000">
                    <a:lumMod val="85000"/>
                    <a:lumOff val="15000"/>
                  </a:sysClr>
                </a:solidFill>
                <a:latin typeface="+mj-lt"/>
                <a:ea typeface="微软雅黑" panose="020B0503020204020204" pitchFamily="34" charset="-122"/>
              </a:rPr>
              <a:t>pandas </a:t>
            </a:r>
            <a:r>
              <a:rPr lang="zh-CN" altLang="en-US" sz="2400" dirty="0">
                <a:solidFill>
                  <a:sysClr val="windowText" lastClr="000000">
                    <a:lumMod val="85000"/>
                    <a:lumOff val="15000"/>
                  </a:sysClr>
                </a:solidFill>
                <a:latin typeface="+mj-lt"/>
                <a:ea typeface="微软雅黑" panose="020B0503020204020204" pitchFamily="34" charset="-122"/>
              </a:rPr>
              <a:t>将数据读取为 </a:t>
            </a:r>
            <a:r>
              <a:rPr lang="en-US" altLang="zh-CN" sz="2400" dirty="0" err="1">
                <a:solidFill>
                  <a:sysClr val="windowText" lastClr="000000">
                    <a:lumMod val="85000"/>
                    <a:lumOff val="15000"/>
                  </a:sysClr>
                </a:solidFill>
                <a:latin typeface="+mj-lt"/>
                <a:ea typeface="微软雅黑" panose="020B0503020204020204" pitchFamily="34" charset="-122"/>
              </a:rPr>
              <a:t>dataframe</a:t>
            </a:r>
            <a:r>
              <a:rPr lang="en-US" altLang="zh-CN" sz="2400" dirty="0">
                <a:solidFill>
                  <a:sysClr val="windowText" lastClr="000000">
                    <a:lumMod val="85000"/>
                    <a:lumOff val="15000"/>
                  </a:sysClr>
                </a:solidFill>
                <a:latin typeface="+mj-lt"/>
                <a:ea typeface="微软雅黑" panose="020B0503020204020204" pitchFamily="34" charset="-122"/>
              </a:rPr>
              <a:t> </a:t>
            </a:r>
            <a:r>
              <a:rPr lang="zh-CN" altLang="en-US" sz="2400" dirty="0">
                <a:solidFill>
                  <a:sysClr val="windowText" lastClr="000000">
                    <a:lumMod val="85000"/>
                    <a:lumOff val="15000"/>
                  </a:sysClr>
                </a:solidFill>
                <a:latin typeface="+mj-lt"/>
                <a:ea typeface="微软雅黑" panose="020B0503020204020204" pitchFamily="34" charset="-122"/>
              </a:rPr>
              <a:t>类型再进一步处理。</a:t>
            </a:r>
            <a:endParaRPr lang="en-US" altLang="zh-CN" sz="2400" dirty="0">
              <a:solidFill>
                <a:sysClr val="windowText" lastClr="000000">
                  <a:lumMod val="85000"/>
                  <a:lumOff val="15000"/>
                </a:sysClr>
              </a:solidFill>
              <a:latin typeface="+mj-lt"/>
              <a:ea typeface="微软雅黑" panose="020B0503020204020204" pitchFamily="34" charset="-122"/>
            </a:endParaRPr>
          </a:p>
          <a:p>
            <a:pPr lvl="0">
              <a:lnSpc>
                <a:spcPct val="150000"/>
              </a:lnSpc>
            </a:pPr>
            <a:r>
              <a:rPr lang="en-US" altLang="zh-CN" sz="2400" dirty="0">
                <a:solidFill>
                  <a:sysClr val="windowText" lastClr="000000">
                    <a:lumMod val="85000"/>
                    <a:lumOff val="15000"/>
                  </a:sysClr>
                </a:solidFill>
                <a:latin typeface="+mj-lt"/>
                <a:ea typeface="微软雅黑" panose="020B0503020204020204" pitchFamily="34" charset="-122"/>
              </a:rPr>
              <a:t>pandas </a:t>
            </a:r>
            <a:r>
              <a:rPr lang="zh-CN" altLang="en-US" sz="2400" dirty="0">
                <a:solidFill>
                  <a:sysClr val="windowText" lastClr="000000">
                    <a:lumMod val="85000"/>
                    <a:lumOff val="15000"/>
                  </a:sysClr>
                </a:solidFill>
                <a:latin typeface="+mj-lt"/>
                <a:ea typeface="微软雅黑" panose="020B0503020204020204" pitchFamily="34" charset="-122"/>
              </a:rPr>
              <a:t>则提供了 </a:t>
            </a:r>
            <a:r>
              <a:rPr lang="en-US" altLang="zh-CN" sz="2400" dirty="0">
                <a:solidFill>
                  <a:sysClr val="windowText" lastClr="000000">
                    <a:lumMod val="85000"/>
                    <a:lumOff val="15000"/>
                  </a:sysClr>
                </a:solidFill>
                <a:latin typeface="+mj-lt"/>
                <a:ea typeface="微软雅黑" panose="020B0503020204020204" pitchFamily="34" charset="-122"/>
              </a:rPr>
              <a:t>Series </a:t>
            </a:r>
            <a:r>
              <a:rPr lang="zh-CN" altLang="en-US" sz="2400" dirty="0">
                <a:solidFill>
                  <a:sysClr val="windowText" lastClr="000000">
                    <a:lumMod val="85000"/>
                    <a:lumOff val="15000"/>
                  </a:sysClr>
                </a:solidFill>
                <a:latin typeface="+mj-lt"/>
                <a:ea typeface="微软雅黑" panose="020B0503020204020204" pitchFamily="34" charset="-122"/>
              </a:rPr>
              <a:t>和 </a:t>
            </a:r>
            <a:r>
              <a:rPr lang="en-US" altLang="zh-CN" sz="2400" dirty="0" err="1">
                <a:solidFill>
                  <a:sysClr val="windowText" lastClr="000000">
                    <a:lumMod val="85000"/>
                    <a:lumOff val="15000"/>
                  </a:sysClr>
                </a:solidFill>
                <a:latin typeface="+mj-lt"/>
                <a:ea typeface="微软雅黑" panose="020B0503020204020204" pitchFamily="34" charset="-122"/>
              </a:rPr>
              <a:t>DataFrame</a:t>
            </a:r>
            <a:r>
              <a:rPr lang="en-US" altLang="zh-CN" sz="2400" dirty="0">
                <a:solidFill>
                  <a:sysClr val="windowText" lastClr="000000">
                    <a:lumMod val="85000"/>
                    <a:lumOff val="15000"/>
                  </a:sysClr>
                </a:solidFill>
                <a:latin typeface="+mj-lt"/>
                <a:ea typeface="微软雅黑" panose="020B0503020204020204" pitchFamily="34" charset="-122"/>
              </a:rPr>
              <a:t> </a:t>
            </a:r>
            <a:r>
              <a:rPr lang="zh-CN" altLang="en-US" sz="2400" dirty="0">
                <a:solidFill>
                  <a:sysClr val="windowText" lastClr="000000">
                    <a:lumMod val="85000"/>
                    <a:lumOff val="15000"/>
                  </a:sysClr>
                </a:solidFill>
                <a:latin typeface="+mj-lt"/>
                <a:ea typeface="微软雅黑" panose="020B0503020204020204" pitchFamily="34" charset="-122"/>
              </a:rPr>
              <a:t>两种数据结构，能够方便地读写 </a:t>
            </a:r>
            <a:r>
              <a:rPr lang="en-US" altLang="zh-CN" sz="2400" dirty="0">
                <a:solidFill>
                  <a:sysClr val="windowText" lastClr="000000">
                    <a:lumMod val="85000"/>
                    <a:lumOff val="15000"/>
                  </a:sysClr>
                </a:solidFill>
                <a:latin typeface="+mj-lt"/>
                <a:ea typeface="微软雅黑" panose="020B0503020204020204" pitchFamily="34" charset="-122"/>
              </a:rPr>
              <a:t>CSV</a:t>
            </a:r>
            <a:r>
              <a:rPr lang="zh-CN" altLang="en-US" sz="2400" dirty="0">
                <a:solidFill>
                  <a:sysClr val="windowText" lastClr="000000">
                    <a:lumMod val="85000"/>
                    <a:lumOff val="15000"/>
                  </a:sysClr>
                </a:solidFill>
                <a:latin typeface="+mj-lt"/>
                <a:ea typeface="微软雅黑" panose="020B0503020204020204" pitchFamily="34" charset="-122"/>
              </a:rPr>
              <a:t>、</a:t>
            </a:r>
            <a:r>
              <a:rPr lang="en-US" altLang="zh-CN" sz="2400" dirty="0">
                <a:solidFill>
                  <a:sysClr val="windowText" lastClr="000000">
                    <a:lumMod val="85000"/>
                    <a:lumOff val="15000"/>
                  </a:sysClr>
                </a:solidFill>
                <a:latin typeface="+mj-lt"/>
                <a:ea typeface="微软雅黑" panose="020B0503020204020204" pitchFamily="34" charset="-122"/>
              </a:rPr>
              <a:t>Excel</a:t>
            </a:r>
            <a:r>
              <a:rPr lang="zh-CN" altLang="en-US" sz="2400" dirty="0">
                <a:solidFill>
                  <a:sysClr val="windowText" lastClr="000000">
                    <a:lumMod val="85000"/>
                    <a:lumOff val="15000"/>
                  </a:sysClr>
                </a:solidFill>
                <a:latin typeface="+mj-lt"/>
                <a:ea typeface="微软雅黑" panose="020B0503020204020204" pitchFamily="34" charset="-122"/>
              </a:rPr>
              <a:t>、</a:t>
            </a:r>
            <a:r>
              <a:rPr lang="en-US" altLang="zh-CN" sz="2400" dirty="0">
                <a:solidFill>
                  <a:sysClr val="windowText" lastClr="000000">
                    <a:lumMod val="85000"/>
                    <a:lumOff val="15000"/>
                  </a:sysClr>
                </a:solidFill>
                <a:latin typeface="+mj-lt"/>
                <a:ea typeface="微软雅黑" panose="020B0503020204020204" pitchFamily="34" charset="-122"/>
              </a:rPr>
              <a:t>JSON </a:t>
            </a:r>
            <a:r>
              <a:rPr lang="zh-CN" altLang="en-US" sz="2400" dirty="0">
                <a:solidFill>
                  <a:sysClr val="windowText" lastClr="000000">
                    <a:lumMod val="85000"/>
                    <a:lumOff val="15000"/>
                  </a:sysClr>
                </a:solidFill>
                <a:latin typeface="+mj-lt"/>
                <a:ea typeface="微软雅黑" panose="020B0503020204020204" pitchFamily="34" charset="-122"/>
              </a:rPr>
              <a:t>和二进制等各种格式的数据文件，并进行数据清洗、转换、分析等操作，也可以用 </a:t>
            </a:r>
            <a:r>
              <a:rPr lang="en-US" altLang="zh-CN" sz="2400" dirty="0" err="1">
                <a:solidFill>
                  <a:sysClr val="windowText" lastClr="000000">
                    <a:lumMod val="85000"/>
                    <a:lumOff val="15000"/>
                  </a:sysClr>
                </a:solidFill>
                <a:latin typeface="+mj-lt"/>
                <a:ea typeface="微软雅黑" panose="020B0503020204020204" pitchFamily="34" charset="-122"/>
              </a:rPr>
              <a:t>tolist</a:t>
            </a:r>
            <a:r>
              <a:rPr lang="en-US" altLang="zh-CN" sz="2400" dirty="0">
                <a:solidFill>
                  <a:sysClr val="windowText" lastClr="000000">
                    <a:lumMod val="85000"/>
                    <a:lumOff val="15000"/>
                  </a:sysClr>
                </a:solidFill>
                <a:latin typeface="+mj-lt"/>
                <a:ea typeface="微软雅黑" panose="020B0503020204020204" pitchFamily="34" charset="-122"/>
              </a:rPr>
              <a:t>() </a:t>
            </a:r>
            <a:r>
              <a:rPr lang="zh-CN" altLang="en-US" sz="2400" dirty="0">
                <a:solidFill>
                  <a:sysClr val="windowText" lastClr="000000">
                    <a:lumMod val="85000"/>
                    <a:lumOff val="15000"/>
                  </a:sysClr>
                </a:solidFill>
                <a:latin typeface="+mj-lt"/>
                <a:ea typeface="微软雅黑" panose="020B0503020204020204" pitchFamily="34" charset="-122"/>
              </a:rPr>
              <a:t>方法转为列表类型再进行后续处理。</a:t>
            </a:r>
            <a:endParaRPr lang="zh-CN" altLang="en-US" sz="2400" dirty="0">
              <a:solidFill>
                <a:sysClr val="windowText" lastClr="000000">
                  <a:lumMod val="85000"/>
                  <a:lumOff val="15000"/>
                </a:sysClr>
              </a:solidFill>
              <a:latin typeface="+mj-lt"/>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bg/>
                                          </p:spTgt>
                                        </p:tgtEl>
                                        <p:attrNameLst>
                                          <p:attrName>style.visibility</p:attrName>
                                        </p:attrNameLst>
                                      </p:cBhvr>
                                      <p:to>
                                        <p:strVal val="visible"/>
                                      </p:to>
                                    </p:set>
                                    <p:animEffect transition="in" filter="fade">
                                      <p:cBhvr>
                                        <p:cTn id="7" dur="500"/>
                                        <p:tgtEl>
                                          <p:spTgt spid="6">
                                            <p:bg/>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animEffect transition="in" filter="fade">
                                      <p:cBhvr>
                                        <p:cTn id="11" dur="500"/>
                                        <p:tgtEl>
                                          <p:spTgt spid="6">
                                            <p:txEl>
                                              <p:pRg st="0" end="0"/>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animEffect transition="in" filter="fade">
                                      <p:cBhvr>
                                        <p:cTn id="15" dur="5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build="p"/>
    </p:bld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本章练习</a:t>
            </a:r>
            <a:endParaRPr lang="zh-CN" altLang="en-US" dirty="0"/>
          </a:p>
        </p:txBody>
      </p:sp>
      <p:sp>
        <p:nvSpPr>
          <p:cNvPr id="6" name="内容占位符 2"/>
          <p:cNvSpPr txBox="1"/>
          <p:nvPr/>
        </p:nvSpPr>
        <p:spPr>
          <a:xfrm>
            <a:off x="920750" y="1396282"/>
            <a:ext cx="10515600" cy="4761631"/>
          </a:xfrm>
          <a:prstGeom prst="roundRect">
            <a:avLst>
              <a:gd name="adj" fmla="val 6534"/>
            </a:avLst>
          </a:prstGeom>
          <a:solidFill>
            <a:sysClr val="window" lastClr="FFFFFF">
              <a:lumMod val="95000"/>
            </a:sysClr>
          </a:solidFill>
          <a:ln>
            <a:noFill/>
          </a:ln>
          <a:effectLst>
            <a:outerShdw blurRad="50800" dist="38100" dir="5400000" algn="t" rotWithShape="0">
              <a:prstClr val="black">
                <a:alpha val="40000"/>
              </a:prstClr>
            </a:outerShdw>
          </a:effectLst>
        </p:spPr>
        <p:txBody>
          <a:bodyPr vert="horz" lIns="91440" tIns="45720" rIns="91440" bIns="45720" rtlCol="0">
            <a:noAutofit/>
          </a:bodyPr>
          <a:lstStyle>
            <a:lvl1pPr marL="0" indent="457200" algn="l" defTabSz="914400" rtl="0" eaLnBrk="1" fontAlgn="auto" latinLnBrk="0" hangingPunct="1">
              <a:lnSpc>
                <a:spcPct val="100000"/>
              </a:lnSpc>
              <a:spcBef>
                <a:spcPts val="1000"/>
              </a:spcBef>
              <a:buFont typeface="Arial" panose="020B0604020202090204" pitchFamily="34" charset="0"/>
              <a:buNone/>
              <a:defRPr sz="2800" kern="1200">
                <a:solidFill>
                  <a:schemeClr val="tx1">
                    <a:lumMod val="85000"/>
                    <a:lumOff val="1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90204" pitchFamily="34" charset="0"/>
              <a:buNone/>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457200" lvl="0" indent="-457200">
              <a:lnSpc>
                <a:spcPct val="150000"/>
              </a:lnSpc>
              <a:buAutoNum type="arabicPeriod"/>
            </a:pPr>
            <a:r>
              <a:rPr lang="zh-CN" altLang="en-US" sz="2000" dirty="0">
                <a:solidFill>
                  <a:sysClr val="windowText" lastClr="000000">
                    <a:lumMod val="85000"/>
                    <a:lumOff val="15000"/>
                  </a:sysClr>
                </a:solidFill>
                <a:latin typeface="+mj-lt"/>
                <a:ea typeface="微软雅黑" panose="020B0503020204020204" pitchFamily="34" charset="-122"/>
              </a:rPr>
              <a:t>读取一个文本格式的小说，统计其中单词数量。</a:t>
            </a:r>
            <a:endParaRPr lang="zh-CN" altLang="en-US" sz="2000" dirty="0">
              <a:solidFill>
                <a:sysClr val="windowText" lastClr="000000">
                  <a:lumMod val="85000"/>
                  <a:lumOff val="15000"/>
                </a:sysClr>
              </a:solidFill>
              <a:latin typeface="+mj-lt"/>
              <a:ea typeface="微软雅黑" panose="020B0503020204020204" pitchFamily="34" charset="-122"/>
            </a:endParaRPr>
          </a:p>
          <a:p>
            <a:pPr marL="457200" lvl="0" indent="-457200">
              <a:lnSpc>
                <a:spcPct val="150000"/>
              </a:lnSpc>
              <a:buAutoNum type="arabicPeriod"/>
            </a:pPr>
            <a:r>
              <a:rPr lang="zh-CN" altLang="en-US" sz="2000" dirty="0">
                <a:solidFill>
                  <a:sysClr val="windowText" lastClr="000000">
                    <a:lumMod val="85000"/>
                    <a:lumOff val="15000"/>
                  </a:sysClr>
                </a:solidFill>
                <a:latin typeface="+mj-lt"/>
                <a:ea typeface="微软雅黑" panose="020B0503020204020204" pitchFamily="34" charset="-122"/>
              </a:rPr>
              <a:t>读取 </a:t>
            </a:r>
            <a:r>
              <a:rPr lang="en-US" altLang="zh-CN" sz="2000" dirty="0">
                <a:solidFill>
                  <a:sysClr val="windowText" lastClr="000000">
                    <a:lumMod val="85000"/>
                    <a:lumOff val="15000"/>
                  </a:sysClr>
                </a:solidFill>
                <a:latin typeface="+mj-lt"/>
                <a:ea typeface="微软雅黑" panose="020B0503020204020204" pitchFamily="34" charset="-122"/>
              </a:rPr>
              <a:t>csv </a:t>
            </a:r>
            <a:r>
              <a:rPr lang="zh-CN" altLang="en-US" sz="2000" dirty="0">
                <a:solidFill>
                  <a:sysClr val="windowText" lastClr="000000">
                    <a:lumMod val="85000"/>
                    <a:lumOff val="15000"/>
                  </a:sysClr>
                </a:solidFill>
                <a:latin typeface="+mj-lt"/>
                <a:ea typeface="微软雅黑" panose="020B0503020204020204" pitchFamily="34" charset="-122"/>
              </a:rPr>
              <a:t>格式文件 </a:t>
            </a:r>
            <a:r>
              <a:rPr lang="en-US" altLang="zh-CN" sz="2000" dirty="0">
                <a:solidFill>
                  <a:sysClr val="windowText" lastClr="000000">
                    <a:lumMod val="85000"/>
                    <a:lumOff val="15000"/>
                  </a:sysClr>
                </a:solidFill>
                <a:latin typeface="+mj-lt"/>
                <a:ea typeface="微软雅黑" panose="020B0503020204020204" pitchFamily="34" charset="-122"/>
              </a:rPr>
              <a:t>score.csv </a:t>
            </a:r>
            <a:r>
              <a:rPr lang="zh-CN" altLang="en-US" sz="2000" dirty="0">
                <a:solidFill>
                  <a:sysClr val="windowText" lastClr="000000">
                    <a:lumMod val="85000"/>
                    <a:lumOff val="15000"/>
                  </a:sysClr>
                </a:solidFill>
                <a:latin typeface="+mj-lt"/>
                <a:ea typeface="微软雅黑" panose="020B0503020204020204" pitchFamily="34" charset="-122"/>
              </a:rPr>
              <a:t>中的数据，计算每位同学的平均成绩并附加到成绩最后一列，再写回到文件中。</a:t>
            </a:r>
            <a:endParaRPr lang="zh-CN" altLang="en-US" sz="2000" dirty="0">
              <a:solidFill>
                <a:sysClr val="windowText" lastClr="000000">
                  <a:lumMod val="85000"/>
                  <a:lumOff val="15000"/>
                </a:sysClr>
              </a:solidFill>
              <a:latin typeface="+mj-lt"/>
              <a:ea typeface="微软雅黑" panose="020B0503020204020204" pitchFamily="34" charset="-122"/>
            </a:endParaRPr>
          </a:p>
          <a:p>
            <a:pPr marL="457200" lvl="0" indent="-457200">
              <a:lnSpc>
                <a:spcPct val="150000"/>
              </a:lnSpc>
              <a:buAutoNum type="arabicPeriod"/>
            </a:pPr>
            <a:r>
              <a:rPr lang="zh-CN" altLang="en-US" sz="2000" dirty="0">
                <a:solidFill>
                  <a:sysClr val="windowText" lastClr="000000">
                    <a:lumMod val="85000"/>
                    <a:lumOff val="15000"/>
                  </a:sysClr>
                </a:solidFill>
                <a:latin typeface="+mj-lt"/>
                <a:ea typeface="微软雅黑" panose="020B0503020204020204" pitchFamily="34" charset="-122"/>
              </a:rPr>
              <a:t>读取唐诗 </a:t>
            </a:r>
            <a:r>
              <a:rPr lang="en-US" altLang="zh-CN" sz="2000" dirty="0">
                <a:solidFill>
                  <a:sysClr val="windowText" lastClr="000000">
                    <a:lumMod val="85000"/>
                    <a:lumOff val="15000"/>
                  </a:sysClr>
                </a:solidFill>
                <a:latin typeface="+mj-lt"/>
                <a:ea typeface="微软雅黑" panose="020B0503020204020204" pitchFamily="34" charset="-122"/>
              </a:rPr>
              <a:t>300 </a:t>
            </a:r>
            <a:r>
              <a:rPr lang="zh-CN" altLang="en-US" sz="2000" dirty="0">
                <a:solidFill>
                  <a:sysClr val="windowText" lastClr="000000">
                    <a:lumMod val="85000"/>
                    <a:lumOff val="15000"/>
                  </a:sysClr>
                </a:solidFill>
                <a:latin typeface="+mj-lt"/>
                <a:ea typeface="微软雅黑" panose="020B0503020204020204" pitchFamily="34" charset="-122"/>
              </a:rPr>
              <a:t>首和宋词 </a:t>
            </a:r>
            <a:r>
              <a:rPr lang="en-US" altLang="zh-CN" sz="2000" dirty="0">
                <a:solidFill>
                  <a:sysClr val="windowText" lastClr="000000">
                    <a:lumMod val="85000"/>
                    <a:lumOff val="15000"/>
                  </a:sysClr>
                </a:solidFill>
                <a:latin typeface="+mj-lt"/>
                <a:ea typeface="微软雅黑" panose="020B0503020204020204" pitchFamily="34" charset="-122"/>
              </a:rPr>
              <a:t>300 </a:t>
            </a:r>
            <a:r>
              <a:rPr lang="zh-CN" altLang="en-US" sz="2000" dirty="0">
                <a:solidFill>
                  <a:sysClr val="windowText" lastClr="000000">
                    <a:lumMod val="85000"/>
                    <a:lumOff val="15000"/>
                  </a:sysClr>
                </a:solidFill>
                <a:latin typeface="+mj-lt"/>
                <a:ea typeface="微软雅黑" panose="020B0503020204020204" pitchFamily="34" charset="-122"/>
              </a:rPr>
              <a:t>首文本文件，统计里面的高频词，分析不同朝代诗人的写作喜好。</a:t>
            </a:r>
            <a:endParaRPr lang="zh-CN" altLang="en-US" sz="2000" dirty="0">
              <a:solidFill>
                <a:sysClr val="windowText" lastClr="000000">
                  <a:lumMod val="85000"/>
                  <a:lumOff val="15000"/>
                </a:sysClr>
              </a:solidFill>
              <a:latin typeface="+mj-lt"/>
              <a:ea typeface="微软雅黑" panose="020B0503020204020204" pitchFamily="34" charset="-122"/>
            </a:endParaRPr>
          </a:p>
          <a:p>
            <a:pPr marL="457200" lvl="0" indent="-457200">
              <a:lnSpc>
                <a:spcPct val="150000"/>
              </a:lnSpc>
              <a:buAutoNum type="arabicPeriod"/>
            </a:pPr>
            <a:r>
              <a:rPr lang="zh-CN" altLang="en-US" sz="2000" dirty="0">
                <a:solidFill>
                  <a:sysClr val="windowText" lastClr="000000">
                    <a:lumMod val="85000"/>
                    <a:lumOff val="15000"/>
                  </a:sysClr>
                </a:solidFill>
                <a:latin typeface="+mj-lt"/>
                <a:ea typeface="微软雅黑" panose="020B0503020204020204" pitchFamily="34" charset="-122"/>
              </a:rPr>
              <a:t>用 </a:t>
            </a:r>
            <a:r>
              <a:rPr lang="en-US" altLang="zh-CN" sz="2000" dirty="0">
                <a:solidFill>
                  <a:sysClr val="windowText" lastClr="000000">
                    <a:lumMod val="85000"/>
                    <a:lumOff val="15000"/>
                  </a:sysClr>
                </a:solidFill>
                <a:latin typeface="+mj-lt"/>
                <a:ea typeface="微软雅黑" panose="020B0503020204020204" pitchFamily="34" charset="-122"/>
              </a:rPr>
              <a:t>pandas </a:t>
            </a:r>
            <a:r>
              <a:rPr lang="zh-CN" altLang="en-US" sz="2000" dirty="0">
                <a:solidFill>
                  <a:sysClr val="windowText" lastClr="000000">
                    <a:lumMod val="85000"/>
                    <a:lumOff val="15000"/>
                  </a:sysClr>
                </a:solidFill>
                <a:latin typeface="+mj-lt"/>
                <a:ea typeface="微软雅黑" panose="020B0503020204020204" pitchFamily="34" charset="-122"/>
              </a:rPr>
              <a:t>读取葡萄酒评价数据，根据评分、价格和产地对数据进行分析。</a:t>
            </a:r>
            <a:endParaRPr lang="zh-CN" altLang="en-US" sz="2000" dirty="0">
              <a:solidFill>
                <a:sysClr val="windowText" lastClr="000000">
                  <a:lumMod val="85000"/>
                  <a:lumOff val="15000"/>
                </a:sysClr>
              </a:solidFill>
              <a:latin typeface="+mj-lt"/>
              <a:ea typeface="微软雅黑" panose="020B0503020204020204" pitchFamily="34" charset="-122"/>
            </a:endParaRPr>
          </a:p>
          <a:p>
            <a:pPr marL="457200" lvl="0" indent="-457200">
              <a:lnSpc>
                <a:spcPct val="150000"/>
              </a:lnSpc>
              <a:buAutoNum type="arabicPeriod"/>
            </a:pPr>
            <a:r>
              <a:rPr lang="zh-CN" altLang="en-US" sz="2000" dirty="0">
                <a:solidFill>
                  <a:sysClr val="windowText" lastClr="000000">
                    <a:lumMod val="85000"/>
                    <a:lumOff val="15000"/>
                  </a:sysClr>
                </a:solidFill>
                <a:latin typeface="+mj-lt"/>
                <a:ea typeface="微软雅黑" panose="020B0503020204020204" pitchFamily="34" charset="-122"/>
              </a:rPr>
              <a:t>批量修改自己电脑某文件下所有图片文件的名字。</a:t>
            </a:r>
            <a:endParaRPr lang="zh-CN" altLang="en-US" sz="2000" dirty="0">
              <a:solidFill>
                <a:sysClr val="windowText" lastClr="000000">
                  <a:lumMod val="85000"/>
                  <a:lumOff val="15000"/>
                </a:sysClr>
              </a:solidFill>
              <a:latin typeface="+mj-lt"/>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bg/>
                                          </p:spTgt>
                                        </p:tgtEl>
                                        <p:attrNameLst>
                                          <p:attrName>style.visibility</p:attrName>
                                        </p:attrNameLst>
                                      </p:cBhvr>
                                      <p:to>
                                        <p:strVal val="visible"/>
                                      </p:to>
                                    </p:set>
                                    <p:animEffect transition="in" filter="fade">
                                      <p:cBhvr>
                                        <p:cTn id="7" dur="500"/>
                                        <p:tgtEl>
                                          <p:spTgt spid="6">
                                            <p:bg/>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animEffect transition="in" filter="fade">
                                      <p:cBhvr>
                                        <p:cTn id="11" dur="500"/>
                                        <p:tgtEl>
                                          <p:spTgt spid="6">
                                            <p:txEl>
                                              <p:pRg st="0" end="0"/>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animEffect transition="in" filter="fade">
                                      <p:cBhvr>
                                        <p:cTn id="15" dur="500"/>
                                        <p:tgtEl>
                                          <p:spTgt spid="6">
                                            <p:txEl>
                                              <p:pRg st="1" end="1"/>
                                            </p:txEl>
                                          </p:spTgt>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animEffect transition="in" filter="fade">
                                      <p:cBhvr>
                                        <p:cTn id="19" dur="500"/>
                                        <p:tgtEl>
                                          <p:spTgt spid="6">
                                            <p:txEl>
                                              <p:pRg st="2" end="2"/>
                                            </p:txEl>
                                          </p:spTgt>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6">
                                            <p:txEl>
                                              <p:pRg st="3" end="3"/>
                                            </p:txEl>
                                          </p:spTgt>
                                        </p:tgtEl>
                                        <p:attrNameLst>
                                          <p:attrName>style.visibility</p:attrName>
                                        </p:attrNameLst>
                                      </p:cBhvr>
                                      <p:to>
                                        <p:strVal val="visible"/>
                                      </p:to>
                                    </p:set>
                                    <p:animEffect transition="in" filter="fade">
                                      <p:cBhvr>
                                        <p:cTn id="23" dur="500"/>
                                        <p:tgtEl>
                                          <p:spTgt spid="6">
                                            <p:txEl>
                                              <p:pRg st="3" end="3"/>
                                            </p:txEl>
                                          </p:spTgt>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fade">
                                      <p:cBhvr>
                                        <p:cTn id="27"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build="p"/>
    </p:bld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2013 - 2022 主题">
  <a:themeElements>
    <a:clrScheme name="Office 2013 - 2022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1">
      <a:majorFont>
        <a:latin typeface="微软雅黑"/>
        <a:ea typeface="微软雅黑"/>
        <a:cs typeface=""/>
      </a:majorFont>
      <a:minorFont>
        <a:latin typeface="Cascadia Code"/>
        <a:ea typeface="微软雅黑（正文）"/>
        <a:cs typeface=""/>
      </a:minorFont>
    </a:fontScheme>
    <a:fmtScheme name="Office 2013 - 2022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2013 - 2022 主题">
  <a:themeElements>
    <a:clrScheme name="Office 2013 - 2022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1">
      <a:majorFont>
        <a:latin typeface="微软雅黑"/>
        <a:ea typeface="微软雅黑"/>
        <a:cs typeface=""/>
      </a:majorFont>
      <a:minorFont>
        <a:latin typeface="Cascadia Code"/>
        <a:ea typeface="微软雅黑（正文）"/>
        <a:cs typeface=""/>
      </a:minorFont>
    </a:fontScheme>
    <a:fmtScheme name="Office 2013 - 2022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55894</Words>
  <Application>WPS 文字</Application>
  <PresentationFormat>宽屏</PresentationFormat>
  <Paragraphs>2606</Paragraphs>
  <Slides>175</Slides>
  <Notes>37</Notes>
  <HiddenSlides>0</HiddenSlides>
  <MMClips>0</MMClips>
  <ScaleCrop>false</ScaleCrop>
  <HeadingPairs>
    <vt:vector size="6" baseType="variant">
      <vt:variant>
        <vt:lpstr>已用的字体</vt:lpstr>
      </vt:variant>
      <vt:variant>
        <vt:i4>23</vt:i4>
      </vt:variant>
      <vt:variant>
        <vt:lpstr>主题</vt:lpstr>
      </vt:variant>
      <vt:variant>
        <vt:i4>2</vt:i4>
      </vt:variant>
      <vt:variant>
        <vt:lpstr>幻灯片标题</vt:lpstr>
      </vt:variant>
      <vt:variant>
        <vt:i4>175</vt:i4>
      </vt:variant>
    </vt:vector>
  </HeadingPairs>
  <TitlesOfParts>
    <vt:vector size="200" baseType="lpstr">
      <vt:lpstr>Arial</vt:lpstr>
      <vt:lpstr>宋体</vt:lpstr>
      <vt:lpstr>Wingdings</vt:lpstr>
      <vt:lpstr>微软雅黑</vt:lpstr>
      <vt:lpstr>汉仪旗黑</vt:lpstr>
      <vt:lpstr>Roboto Regular</vt:lpstr>
      <vt:lpstr>Calibri</vt:lpstr>
      <vt:lpstr>等线</vt:lpstr>
      <vt:lpstr>Times New Roman</vt:lpstr>
      <vt:lpstr>Cascadia Code</vt:lpstr>
      <vt:lpstr>苹方-简</vt:lpstr>
      <vt:lpstr>(使用中文字体)</vt:lpstr>
      <vt:lpstr>Thonburi</vt:lpstr>
      <vt:lpstr>Wingdings 2</vt:lpstr>
      <vt:lpstr>汉仪书宋二KW</vt:lpstr>
      <vt:lpstr>宋体</vt:lpstr>
      <vt:lpstr>Arial Unicode MS</vt:lpstr>
      <vt:lpstr>微软雅黑（正文）</vt:lpstr>
      <vt:lpstr>黑体</vt:lpstr>
      <vt:lpstr>汉仪中等线KW</vt:lpstr>
      <vt:lpstr>Helvetica Neue</vt:lpstr>
      <vt:lpstr>Consolas</vt:lpstr>
      <vt:lpstr>微软雅黑</vt:lpstr>
      <vt:lpstr>Office 2013 - 2022 主题</vt:lpstr>
      <vt:lpstr>1_Office 2013 - 2022 主题</vt:lpstr>
      <vt:lpstr>第 7 章  数据处理</vt:lpstr>
      <vt:lpstr>PowerPoint 演示文稿</vt:lpstr>
      <vt:lpstr>学习引导</vt:lpstr>
      <vt:lpstr>7.1 文本文件</vt:lpstr>
      <vt:lpstr>文本文件</vt:lpstr>
      <vt:lpstr>文本文件</vt:lpstr>
      <vt:lpstr>文本文件</vt:lpstr>
      <vt:lpstr>文本文件</vt:lpstr>
      <vt:lpstr>文件的打开</vt:lpstr>
      <vt:lpstr>文件的打开</vt:lpstr>
      <vt:lpstr>文件的打开</vt:lpstr>
      <vt:lpstr>文件的打开</vt:lpstr>
      <vt:lpstr>遍历文件对象</vt:lpstr>
      <vt:lpstr>7.1 读取文件</vt:lpstr>
      <vt:lpstr>7.1 读取文件</vt:lpstr>
      <vt:lpstr>7.1 读取文件</vt:lpstr>
      <vt:lpstr>7.1 读取文件</vt:lpstr>
      <vt:lpstr>文件的关闭</vt:lpstr>
      <vt:lpstr>文件的关闭</vt:lpstr>
      <vt:lpstr>文件的关闭</vt:lpstr>
      <vt:lpstr>文件的关闭</vt:lpstr>
      <vt:lpstr>7.1 读取文件</vt:lpstr>
      <vt:lpstr>文件的读写操作</vt:lpstr>
      <vt:lpstr>文件的读写操作</vt:lpstr>
      <vt:lpstr>文件的读写操作</vt:lpstr>
      <vt:lpstr>文件的读写操作</vt:lpstr>
      <vt:lpstr>文件的读写操作</vt:lpstr>
      <vt:lpstr>文件的读写操作</vt:lpstr>
      <vt:lpstr>文件的读写操作</vt:lpstr>
      <vt:lpstr>文件的读写操作</vt:lpstr>
      <vt:lpstr>文件的读写操作</vt:lpstr>
      <vt:lpstr>文件的读写操作</vt:lpstr>
      <vt:lpstr>文件的读写操作</vt:lpstr>
      <vt:lpstr>文件的读写操作</vt:lpstr>
      <vt:lpstr>文件的读写操作</vt:lpstr>
      <vt:lpstr>文件的读写操作</vt:lpstr>
      <vt:lpstr>7.2 二十大报告词频统计</vt:lpstr>
      <vt:lpstr>7.2 二十大报告词频统计</vt:lpstr>
      <vt:lpstr>7.2 二十大报告词频统计</vt:lpstr>
      <vt:lpstr>7.2 二十大报告词频统计</vt:lpstr>
      <vt:lpstr>7.2 二十大报告词频统计</vt:lpstr>
      <vt:lpstr>7.2 CSV 格式文件</vt:lpstr>
      <vt:lpstr>CSV 格式文件</vt:lpstr>
      <vt:lpstr>7.3 读文件统计成绩</vt:lpstr>
      <vt:lpstr>7.3 读文件统计成绩</vt:lpstr>
      <vt:lpstr>7.3 读文件统计成绩</vt:lpstr>
      <vt:lpstr>7.3 读文件统计成绩</vt:lpstr>
      <vt:lpstr>7.3 读文件统计成绩</vt:lpstr>
      <vt:lpstr>7.3 读文件统计成绩</vt:lpstr>
      <vt:lpstr>7.3 读文件统计成绩</vt:lpstr>
      <vt:lpstr>7.3 读文件统计成绩</vt:lpstr>
      <vt:lpstr>7.3 读文件统计成绩</vt:lpstr>
      <vt:lpstr>7.3 读文件统计成绩</vt:lpstr>
      <vt:lpstr>7.3 读文件统计成绩</vt:lpstr>
      <vt:lpstr>7.3 读文件统计成绩</vt:lpstr>
      <vt:lpstr>7.3 读文件统计成绩</vt:lpstr>
      <vt:lpstr>7.3 读文件统计成绩</vt:lpstr>
      <vt:lpstr>7.3 读文件统计成绩</vt:lpstr>
      <vt:lpstr>7.3 JSON 文件</vt:lpstr>
      <vt:lpstr>JSON 文件</vt:lpstr>
      <vt:lpstr>JSON 文件</vt:lpstr>
      <vt:lpstr>JSON 文件</vt:lpstr>
      <vt:lpstr>JSON 文件</vt:lpstr>
      <vt:lpstr>JSON 文件</vt:lpstr>
      <vt:lpstr>JSON 文件</vt:lpstr>
      <vt:lpstr>JSON 文件</vt:lpstr>
      <vt:lpstr>JSON 文件</vt:lpstr>
      <vt:lpstr>JSON 文件</vt:lpstr>
      <vt:lpstr>JSON 文件</vt:lpstr>
      <vt:lpstr>JSON 文件</vt:lpstr>
      <vt:lpstr>JSON 文件</vt:lpstr>
      <vt:lpstr>7.4 CSV 格式与 JSON 格式转换</vt:lpstr>
      <vt:lpstr>7.4 CSV 格式与 JSON 格式转换</vt:lpstr>
      <vt:lpstr>7.4 CSV 格式与 JSON 格式转换</vt:lpstr>
      <vt:lpstr>7.4 CSV 格式与 JSON 格式转换</vt:lpstr>
      <vt:lpstr>7.4 CSV 格式与 JSON 格式转换</vt:lpstr>
      <vt:lpstr>7.4 CSV 格式与 JSON 格式转换</vt:lpstr>
      <vt:lpstr>7.4 文件与文件夹操作</vt:lpstr>
      <vt:lpstr>文件与文件夹操作</vt:lpstr>
      <vt:lpstr>文件与文件夹操作</vt:lpstr>
      <vt:lpstr>文件与文件夹操作</vt:lpstr>
      <vt:lpstr>文件与文件夹操作</vt:lpstr>
      <vt:lpstr>文件与文件夹操作</vt:lpstr>
      <vt:lpstr>文件与文件夹操作</vt:lpstr>
      <vt:lpstr>7.5 从多文件中提取股票数据汇总</vt:lpstr>
      <vt:lpstr>7.5 从多文件中提取股票数据汇总</vt:lpstr>
      <vt:lpstr>7.5 从多文件中提取股票数据汇总</vt:lpstr>
      <vt:lpstr>7.5 从多文件中提取股票数据汇总</vt:lpstr>
      <vt:lpstr>7.5 numpy</vt:lpstr>
      <vt:lpstr>numpy</vt:lpstr>
      <vt:lpstr>多维数组</vt:lpstr>
      <vt:lpstr>多维数组</vt:lpstr>
      <vt:lpstr>多维数组</vt:lpstr>
      <vt:lpstr>多维数组</vt:lpstr>
      <vt:lpstr>多维数组</vt:lpstr>
      <vt:lpstr>多维数组</vt:lpstr>
      <vt:lpstr>读文件</vt:lpstr>
      <vt:lpstr>读文件</vt:lpstr>
      <vt:lpstr>读文件</vt:lpstr>
      <vt:lpstr>读文件</vt:lpstr>
      <vt:lpstr>读文件</vt:lpstr>
      <vt:lpstr>读文件</vt:lpstr>
      <vt:lpstr>读文件</vt:lpstr>
      <vt:lpstr>读文件</vt:lpstr>
      <vt:lpstr>读文件</vt:lpstr>
      <vt:lpstr>读文件</vt:lpstr>
      <vt:lpstr>读文件</vt:lpstr>
      <vt:lpstr>读文件</vt:lpstr>
      <vt:lpstr>读文件</vt:lpstr>
      <vt:lpstr>读文件</vt:lpstr>
      <vt:lpstr>读文件</vt:lpstr>
      <vt:lpstr>读文件</vt:lpstr>
      <vt:lpstr>读文件</vt:lpstr>
      <vt:lpstr>读文件</vt:lpstr>
      <vt:lpstr>读文件</vt:lpstr>
      <vt:lpstr>读文件</vt:lpstr>
      <vt:lpstr>读文件</vt:lpstr>
      <vt:lpstr>写文件</vt:lpstr>
      <vt:lpstr>7.6 利用 NumPy 读写数据文件</vt:lpstr>
      <vt:lpstr>7.6 利用 NumPy 读写数据文件</vt:lpstr>
      <vt:lpstr>7.6 利用 NumPy 读写数据文件</vt:lpstr>
      <vt:lpstr>7.6 利用 NumPy 读写数据文件</vt:lpstr>
      <vt:lpstr>7.6 利用 NumPy 读写数据文件</vt:lpstr>
      <vt:lpstr>通用函数</vt:lpstr>
      <vt:lpstr>通用函数</vt:lpstr>
      <vt:lpstr>通用函数</vt:lpstr>
      <vt:lpstr>统计分析</vt:lpstr>
      <vt:lpstr>统计分析</vt:lpstr>
      <vt:lpstr>统计分析</vt:lpstr>
      <vt:lpstr>统计分析</vt:lpstr>
      <vt:lpstr>统计分析</vt:lpstr>
      <vt:lpstr>7.7 学生成绩统计分析</vt:lpstr>
      <vt:lpstr>7.7 学生成绩统计分析</vt:lpstr>
      <vt:lpstr>7.7 学生成绩统计分析</vt:lpstr>
      <vt:lpstr>7.7 学生成绩统计分析</vt:lpstr>
      <vt:lpstr>7.6 pandas</vt:lpstr>
      <vt:lpstr>pandas</vt:lpstr>
      <vt:lpstr>pandas</vt:lpstr>
      <vt:lpstr>pandas</vt:lpstr>
      <vt:lpstr>pandas</vt:lpstr>
      <vt:lpstr>Excel 数据</vt:lpstr>
      <vt:lpstr>Excel 数据</vt:lpstr>
      <vt:lpstr>Excel 数据</vt:lpstr>
      <vt:lpstr>Excel 数据</vt:lpstr>
      <vt:lpstr>Excel 数据</vt:lpstr>
      <vt:lpstr>Excel 数据</vt:lpstr>
      <vt:lpstr>Excel 数据</vt:lpstr>
      <vt:lpstr>7.8 读取 Excel 文件中的证券数据</vt:lpstr>
      <vt:lpstr>7.8 读取 Excel 文件中的证券数据</vt:lpstr>
      <vt:lpstr>7.8 读取 Excel 文件中的证券数据</vt:lpstr>
      <vt:lpstr>7.8 读取 Excel 文件中的证券数据</vt:lpstr>
      <vt:lpstr>文本数据</vt:lpstr>
      <vt:lpstr>7.9 读取 csv 文件中的数据</vt:lpstr>
      <vt:lpstr>4.9 计算列表中的负数的平方和</vt:lpstr>
      <vt:lpstr>数据库数据</vt:lpstr>
      <vt:lpstr>数据库数据</vt:lpstr>
      <vt:lpstr>数据库数据</vt:lpstr>
      <vt:lpstr>7.10 读取 SQLite 数据库中的数据</vt:lpstr>
      <vt:lpstr>7.10 读取 SQLite 数据库中的数据</vt:lpstr>
      <vt:lpstr>7.10 读取 SQLite 数据库中的数据</vt:lpstr>
      <vt:lpstr>JSON 数据</vt:lpstr>
      <vt:lpstr>数据查看</vt:lpstr>
      <vt:lpstr>数据排序</vt:lpstr>
      <vt:lpstr>数据排序</vt:lpstr>
      <vt:lpstr>数据统计</vt:lpstr>
      <vt:lpstr>数据统计</vt:lpstr>
      <vt:lpstr>数据统计</vt:lpstr>
      <vt:lpstr>7.11 学生成绩数据分析</vt:lpstr>
      <vt:lpstr>7.11 学生成绩数据分析</vt:lpstr>
      <vt:lpstr>7.11 学生成绩数据分析</vt:lpstr>
      <vt:lpstr>本章思维导图</vt:lpstr>
      <vt:lpstr>本章小结</vt:lpstr>
      <vt:lpstr>本章小结</vt:lpstr>
      <vt:lpstr>本章练习</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思怡 左</dc:creator>
  <cp:lastModifiedBy>Jing</cp:lastModifiedBy>
  <cp:revision>2836</cp:revision>
  <dcterms:created xsi:type="dcterms:W3CDTF">2026-03-16T11:07:37Z</dcterms:created>
  <dcterms:modified xsi:type="dcterms:W3CDTF">2026-03-16T11:07:37Z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A6DA18317320904F77E4B769C15DC707_42</vt:lpwstr>
  </property>
  <property fmtid="{D5CDD505-2E9C-101B-9397-08002B2CF9AE}" pid="3" name="KSOProductBuildVer">
    <vt:lpwstr>2052-6.4.0.8550</vt:lpwstr>
  </property>
</Properties>
</file>